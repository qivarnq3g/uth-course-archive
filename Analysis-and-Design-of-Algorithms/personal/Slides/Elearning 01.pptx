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CFEF58-33B0-44FA-B3D0-8AD09B59317D}" v="20" dt="2026-03-21T10:52:37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76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i Van Thuong" userId="d7b77da3aa5f305e" providerId="LiveId" clId="{358724DD-063B-429E-9E64-CBC9B2865776}"/>
    <pc:docChg chg="custSel addSld modSld">
      <pc:chgData name="Bui Van Thuong" userId="d7b77da3aa5f305e" providerId="LiveId" clId="{358724DD-063B-429E-9E64-CBC9B2865776}" dt="2026-03-21T10:57:33.752" v="500" actId="20577"/>
      <pc:docMkLst>
        <pc:docMk/>
      </pc:docMkLst>
      <pc:sldChg chg="addSp delSp modSp new mod">
        <pc:chgData name="Bui Van Thuong" userId="d7b77da3aa5f305e" providerId="LiveId" clId="{358724DD-063B-429E-9E64-CBC9B2865776}" dt="2026-03-21T10:57:33.752" v="500" actId="20577"/>
        <pc:sldMkLst>
          <pc:docMk/>
          <pc:sldMk cId="4167221715" sldId="256"/>
        </pc:sldMkLst>
        <pc:spChg chg="mod">
          <ac:chgData name="Bui Van Thuong" userId="d7b77da3aa5f305e" providerId="LiveId" clId="{358724DD-063B-429E-9E64-CBC9B2865776}" dt="2026-03-21T10:50:18.294" v="23" actId="1076"/>
          <ac:spMkLst>
            <pc:docMk/>
            <pc:sldMk cId="4167221715" sldId="256"/>
            <ac:spMk id="2" creationId="{88B9E962-6F28-942F-DF4E-105917D3FB49}"/>
          </ac:spMkLst>
        </pc:spChg>
        <pc:spChg chg="mod">
          <ac:chgData name="Bui Van Thuong" userId="d7b77da3aa5f305e" providerId="LiveId" clId="{358724DD-063B-429E-9E64-CBC9B2865776}" dt="2026-03-21T10:57:33.752" v="500" actId="20577"/>
          <ac:spMkLst>
            <pc:docMk/>
            <pc:sldMk cId="4167221715" sldId="256"/>
            <ac:spMk id="3" creationId="{E1593AE5-6053-1BD6-F954-7D1B5AF443C3}"/>
          </ac:spMkLst>
        </pc:spChg>
        <pc:spChg chg="add mod">
          <ac:chgData name="Bui Van Thuong" userId="d7b77da3aa5f305e" providerId="LiveId" clId="{358724DD-063B-429E-9E64-CBC9B2865776}" dt="2026-03-21T10:51:12.009" v="37" actId="1076"/>
          <ac:spMkLst>
            <pc:docMk/>
            <pc:sldMk cId="4167221715" sldId="256"/>
            <ac:spMk id="11" creationId="{2B5CE743-D1B5-143A-4BEE-452897896346}"/>
          </ac:spMkLst>
        </pc:spChg>
        <pc:spChg chg="add mod">
          <ac:chgData name="Bui Van Thuong" userId="d7b77da3aa5f305e" providerId="LiveId" clId="{358724DD-063B-429E-9E64-CBC9B2865776}" dt="2026-03-21T10:51:12.009" v="37" actId="1076"/>
          <ac:spMkLst>
            <pc:docMk/>
            <pc:sldMk cId="4167221715" sldId="256"/>
            <ac:spMk id="20" creationId="{7F8F0A2D-5980-7871-B1BC-6960AFA93F45}"/>
          </ac:spMkLst>
        </pc:spChg>
        <pc:spChg chg="add mod">
          <ac:chgData name="Bui Van Thuong" userId="d7b77da3aa5f305e" providerId="LiveId" clId="{358724DD-063B-429E-9E64-CBC9B2865776}" dt="2026-03-21T10:51:12.009" v="37" actId="1076"/>
          <ac:spMkLst>
            <pc:docMk/>
            <pc:sldMk cId="4167221715" sldId="256"/>
            <ac:spMk id="24" creationId="{1FBB69FD-E5AC-A194-5A0B-E9F7701D8637}"/>
          </ac:spMkLst>
        </pc:spChg>
        <pc:spChg chg="add mod">
          <ac:chgData name="Bui Van Thuong" userId="d7b77da3aa5f305e" providerId="LiveId" clId="{358724DD-063B-429E-9E64-CBC9B2865776}" dt="2026-03-21T10:51:12.009" v="37" actId="1076"/>
          <ac:spMkLst>
            <pc:docMk/>
            <pc:sldMk cId="4167221715" sldId="256"/>
            <ac:spMk id="26" creationId="{9948C807-04D2-EAC1-10A7-7E79C9FD35C9}"/>
          </ac:spMkLst>
        </pc:spChg>
        <pc:spChg chg="add mod">
          <ac:chgData name="Bui Van Thuong" userId="d7b77da3aa5f305e" providerId="LiveId" clId="{358724DD-063B-429E-9E64-CBC9B2865776}" dt="2026-03-21T10:51:12.009" v="37" actId="1076"/>
          <ac:spMkLst>
            <pc:docMk/>
            <pc:sldMk cId="4167221715" sldId="256"/>
            <ac:spMk id="29" creationId="{A3D99AE5-370B-A1A5-CF55-8E7C48B0791D}"/>
          </ac:spMkLst>
        </pc:spChg>
        <pc:spChg chg="add mod">
          <ac:chgData name="Bui Van Thuong" userId="d7b77da3aa5f305e" providerId="LiveId" clId="{358724DD-063B-429E-9E64-CBC9B2865776}" dt="2026-03-21T10:51:12.009" v="37" actId="1076"/>
          <ac:spMkLst>
            <pc:docMk/>
            <pc:sldMk cId="4167221715" sldId="256"/>
            <ac:spMk id="38" creationId="{34718B5C-6C7F-DCB3-BFB1-55806BD11538}"/>
          </ac:spMkLst>
        </pc:spChg>
        <pc:spChg chg="add mod">
          <ac:chgData name="Bui Van Thuong" userId="d7b77da3aa5f305e" providerId="LiveId" clId="{358724DD-063B-429E-9E64-CBC9B2865776}" dt="2026-03-21T10:51:12.009" v="37" actId="1076"/>
          <ac:spMkLst>
            <pc:docMk/>
            <pc:sldMk cId="4167221715" sldId="256"/>
            <ac:spMk id="39" creationId="{6554B205-E04F-C1CB-736D-54AF0B2B3661}"/>
          </ac:spMkLst>
        </pc:spChg>
        <pc:spChg chg="add mod">
          <ac:chgData name="Bui Van Thuong" userId="d7b77da3aa5f305e" providerId="LiveId" clId="{358724DD-063B-429E-9E64-CBC9B2865776}" dt="2026-03-21T10:51:12.009" v="37" actId="1076"/>
          <ac:spMkLst>
            <pc:docMk/>
            <pc:sldMk cId="4167221715" sldId="256"/>
            <ac:spMk id="40" creationId="{B22A98BF-39C8-497F-E84E-CEA8501FA5EE}"/>
          </ac:spMkLst>
        </pc:spChg>
        <pc:spChg chg="add mod">
          <ac:chgData name="Bui Van Thuong" userId="d7b77da3aa5f305e" providerId="LiveId" clId="{358724DD-063B-429E-9E64-CBC9B2865776}" dt="2026-03-21T10:51:12.009" v="37" actId="1076"/>
          <ac:spMkLst>
            <pc:docMk/>
            <pc:sldMk cId="4167221715" sldId="256"/>
            <ac:spMk id="51" creationId="{DCE4E633-DF5D-DBAB-2EBB-15697DAA72AB}"/>
          </ac:spMkLst>
        </pc:spChg>
        <pc:spChg chg="add mod">
          <ac:chgData name="Bui Van Thuong" userId="d7b77da3aa5f305e" providerId="LiveId" clId="{358724DD-063B-429E-9E64-CBC9B2865776}" dt="2026-03-21T10:51:12.009" v="37" actId="1076"/>
          <ac:spMkLst>
            <pc:docMk/>
            <pc:sldMk cId="4167221715" sldId="256"/>
            <ac:spMk id="59" creationId="{E1230D7E-D497-32C4-1643-D02E65E3492C}"/>
          </ac:spMkLst>
        </pc:spChg>
        <pc:spChg chg="add mod">
          <ac:chgData name="Bui Van Thuong" userId="d7b77da3aa5f305e" providerId="LiveId" clId="{358724DD-063B-429E-9E64-CBC9B2865776}" dt="2026-03-21T10:52:20.010" v="93" actId="1035"/>
          <ac:spMkLst>
            <pc:docMk/>
            <pc:sldMk cId="4167221715" sldId="256"/>
            <ac:spMk id="67" creationId="{B6B8D453-2194-A22B-2689-9715FFD5842D}"/>
          </ac:spMkLst>
        </pc:spChg>
        <pc:spChg chg="add mod">
          <ac:chgData name="Bui Van Thuong" userId="d7b77da3aa5f305e" providerId="LiveId" clId="{358724DD-063B-429E-9E64-CBC9B2865776}" dt="2026-03-21T10:52:18.386" v="91" actId="1035"/>
          <ac:spMkLst>
            <pc:docMk/>
            <pc:sldMk cId="4167221715" sldId="256"/>
            <ac:spMk id="68" creationId="{4A76C659-27B2-6957-7B1F-7EDEA44532C7}"/>
          </ac:spMkLst>
        </pc:spChg>
        <pc:spChg chg="add mod">
          <ac:chgData name="Bui Van Thuong" userId="d7b77da3aa5f305e" providerId="LiveId" clId="{358724DD-063B-429E-9E64-CBC9B2865776}" dt="2026-03-21T10:52:16.986" v="89" actId="1035"/>
          <ac:spMkLst>
            <pc:docMk/>
            <pc:sldMk cId="4167221715" sldId="256"/>
            <ac:spMk id="69" creationId="{8D9E50EA-19FE-178D-3A10-736E195CCE8C}"/>
          </ac:spMkLst>
        </pc:spChg>
        <pc:spChg chg="add mod">
          <ac:chgData name="Bui Van Thuong" userId="d7b77da3aa5f305e" providerId="LiveId" clId="{358724DD-063B-429E-9E64-CBC9B2865776}" dt="2026-03-21T10:52:15.170" v="85" actId="1035"/>
          <ac:spMkLst>
            <pc:docMk/>
            <pc:sldMk cId="4167221715" sldId="256"/>
            <ac:spMk id="70" creationId="{CBFDBF0C-C52F-9AA6-8BE0-4A2485079E7C}"/>
          </ac:spMkLst>
        </pc:spChg>
        <pc:spChg chg="add mod">
          <ac:chgData name="Bui Van Thuong" userId="d7b77da3aa5f305e" providerId="LiveId" clId="{358724DD-063B-429E-9E64-CBC9B2865776}" dt="2026-03-21T10:52:01.412" v="71" actId="6549"/>
          <ac:spMkLst>
            <pc:docMk/>
            <pc:sldMk cId="4167221715" sldId="256"/>
            <ac:spMk id="71" creationId="{21CA36D1-FF4C-CB06-00AA-C8E40AFC9795}"/>
          </ac:spMkLst>
        </pc:spChg>
        <pc:spChg chg="add mod">
          <ac:chgData name="Bui Van Thuong" userId="d7b77da3aa5f305e" providerId="LiveId" clId="{358724DD-063B-429E-9E64-CBC9B2865776}" dt="2026-03-21T10:52:12.763" v="81" actId="1036"/>
          <ac:spMkLst>
            <pc:docMk/>
            <pc:sldMk cId="4167221715" sldId="256"/>
            <ac:spMk id="72" creationId="{4AAEB214-4026-7B00-6BCA-B9C319359F5F}"/>
          </ac:spMkLst>
        </pc:spChg>
        <pc:picChg chg="del">
          <ac:chgData name="Bui Van Thuong" userId="d7b77da3aa5f305e" providerId="LiveId" clId="{358724DD-063B-429E-9E64-CBC9B2865776}" dt="2026-03-21T10:50:44.933" v="31" actId="478"/>
          <ac:picMkLst>
            <pc:docMk/>
            <pc:sldMk cId="4167221715" sldId="256"/>
            <ac:picMk id="61" creationId="{B4613116-222B-8340-BFC4-3F826447049A}"/>
          </ac:picMkLst>
        </pc:picChg>
        <pc:picChg chg="del">
          <ac:chgData name="Bui Van Thuong" userId="d7b77da3aa5f305e" providerId="LiveId" clId="{358724DD-063B-429E-9E64-CBC9B2865776}" dt="2026-03-21T10:50:47.469" v="34" actId="478"/>
          <ac:picMkLst>
            <pc:docMk/>
            <pc:sldMk cId="4167221715" sldId="256"/>
            <ac:picMk id="62" creationId="{298305E8-D6DC-F37B-E67C-8F60086DDA00}"/>
          </ac:picMkLst>
        </pc:picChg>
        <pc:picChg chg="mod">
          <ac:chgData name="Bui Van Thuong" userId="d7b77da3aa5f305e" providerId="LiveId" clId="{358724DD-063B-429E-9E64-CBC9B2865776}" dt="2026-03-21T10:52:50.980" v="96" actId="1076"/>
          <ac:picMkLst>
            <pc:docMk/>
            <pc:sldMk cId="4167221715" sldId="256"/>
            <ac:picMk id="63" creationId="{1BA4527C-2D74-3EF1-CB82-5EF01B9C57F6}"/>
          </ac:picMkLst>
        </pc:picChg>
        <pc:picChg chg="del">
          <ac:chgData name="Bui Van Thuong" userId="d7b77da3aa5f305e" providerId="LiveId" clId="{358724DD-063B-429E-9E64-CBC9B2865776}" dt="2026-03-21T10:50:46.004" v="32" actId="478"/>
          <ac:picMkLst>
            <pc:docMk/>
            <pc:sldMk cId="4167221715" sldId="256"/>
            <ac:picMk id="64" creationId="{34C7A680-6FC0-2D68-FC80-236D699323A7}"/>
          </ac:picMkLst>
        </pc:picChg>
        <pc:picChg chg="del">
          <ac:chgData name="Bui Van Thuong" userId="d7b77da3aa5f305e" providerId="LiveId" clId="{358724DD-063B-429E-9E64-CBC9B2865776}" dt="2026-03-21T10:50:46.758" v="33" actId="478"/>
          <ac:picMkLst>
            <pc:docMk/>
            <pc:sldMk cId="4167221715" sldId="256"/>
            <ac:picMk id="65" creationId="{A0473F3F-DFC5-881B-A1D3-9BB935446FC0}"/>
          </ac:picMkLst>
        </pc:picChg>
        <pc:picChg chg="del">
          <ac:chgData name="Bui Van Thuong" userId="d7b77da3aa5f305e" providerId="LiveId" clId="{358724DD-063B-429E-9E64-CBC9B2865776}" dt="2026-03-21T10:50:43.799" v="30" actId="478"/>
          <ac:picMkLst>
            <pc:docMk/>
            <pc:sldMk cId="4167221715" sldId="256"/>
            <ac:picMk id="66" creationId="{FE870CB2-7A6B-7BF4-3A18-1E4274D25BD7}"/>
          </ac:picMkLst>
        </pc:picChg>
        <pc:picChg chg="add del mod">
          <ac:chgData name="Bui Van Thuong" userId="d7b77da3aa5f305e" providerId="LiveId" clId="{358724DD-063B-429E-9E64-CBC9B2865776}" dt="2026-03-21T10:52:41.948" v="95" actId="478"/>
          <ac:picMkLst>
            <pc:docMk/>
            <pc:sldMk cId="4167221715" sldId="256"/>
            <ac:picMk id="73" creationId="{C8AA601F-1F66-B7C6-C82D-3EE2D64A584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C5A6-7976-B233-CD54-6A53C00F1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A581D-80EA-A9D4-8BA3-E4A048C07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BCB9C-D89C-19F9-3A66-887519DC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8D599-8B0C-9A15-2851-87AE47C2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A4648-244C-04B0-2256-AAAE44041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E2B4-09DB-5092-FCC6-FBA5984F9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B4EAE-C364-2820-A51C-BE876CDA1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CAEEC-E0B9-E6A9-296D-8ECF4CB2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64469-44D2-74C4-A7A6-7CBAD790B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CBBEB-1087-7C4B-A851-306073E3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7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9B22D-E59C-0897-5C15-27A5C41EC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1C677-8342-0D94-114D-4CA2D8218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91769-A589-48B2-3E17-717490E23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A21F0-A1D7-A8EF-B414-5A8F09A04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EC3F1-DBAF-B008-CAB5-E20D6E1F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2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36A84-0FAE-55B5-46A9-E74D41B4F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4975A-6F37-3A97-FC53-D805FBE1C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2CB8B-1021-4123-286D-4BA1C55496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EF6D2-A87A-F62C-C4AC-989125CA2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F42ED-3ED5-1247-B61D-B71C9030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5F489-F81F-50FB-791B-DB6CA257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17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A498-7EF6-EC6E-FF39-81416F64E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C4C94-5584-7B6A-E12A-1FC8D0C2A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E8CC8-FED9-24A7-6E15-B367840ED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5AD29-625C-FB8D-85DE-6C757E05A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458D4E-E683-F200-2BAA-E6F4BDEE3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CE1D9B-BBD2-8BA6-0A58-F11CBEE6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2BBEE5-4003-2AB5-219F-0595B777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2F2FE3-EE28-CAD9-24E5-EE98D79C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93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9583-8AB7-A5C6-D919-F77F7C5A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A394D-4B58-2ACA-8734-16BCF639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671B8B-5324-A1DD-2895-D01D71AF8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E1975-9C4A-D82A-FCE1-5CFA6CC8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9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092FFF-F2CB-B6DF-1774-4E3D36D57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8848C-0B09-5439-A5E2-3045824DE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8552-73B2-69A4-A3EA-4EEDB073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295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6BD4-3BF4-0CAA-51B0-2FE7846F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2DBE8-E09D-2D82-B4AE-0F4F72BED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9A925-DC5F-EA49-EDF9-AECCCED84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3D016-BC9A-DC34-490F-E5200AE0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2B8CA-4F53-ABA2-CAC3-4D7FE65DA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B6F91-05F2-45C3-9787-FE644FC13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86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B4BB4-F3E7-E141-ABF3-C66B896AE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A06C9F-E33E-069C-9802-13E9882F8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BDD32-CC9B-1B1E-42E3-3390A55D97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A83BD-2F56-7FBC-A3F7-3D44D909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140CC2-0F76-2524-0CF8-0D72F83D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5385B-5DE8-BA59-9527-CC2296B5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8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C65B-21A2-816C-FE58-46E86D35E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4B3341-2373-3801-85CB-9E179D3B3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7E662-5EE6-F515-AA95-15FF67F2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AA23C-B3BD-BD72-97A5-EB3A2A86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D60E0-A225-FEB6-2BD3-B04BB0CEA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92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CF4918-7ECA-277B-DEF7-766308FD11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8FCA2E-02C7-E593-E638-CC688DC37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68504-0560-27F5-37DF-338BAE6FD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881CE-9D97-410D-8BC9-460FF568C92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AD806-A8A3-F74B-7E17-EC2B79C2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39C9B-B124-06B9-62B8-2309E2B66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277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ADB927-EA8F-160C-632A-2783792F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CB820-6D4C-04E1-A1A1-438093E65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C8AC3-1174-95ED-6A99-2925DCC7C6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881CE-9D97-410D-8BC9-460FF568C92E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28D02-E5C4-B417-B99A-DFC0625BB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95ACF-75D7-16E6-4B65-564786EDA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BCF1D-852B-42EE-8702-863ED790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06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E962-6F28-942F-DF4E-105917D3F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951" y="374734"/>
            <a:ext cx="9144000" cy="535356"/>
          </a:xfrm>
        </p:spPr>
        <p:txBody>
          <a:bodyPr>
            <a:noAutofit/>
          </a:bodyPr>
          <a:lstStyle/>
          <a:p>
            <a:r>
              <a:rPr lang="vi-VN" sz="4000" dirty="0"/>
              <a:t>E-</a:t>
            </a:r>
            <a:r>
              <a:rPr lang="vi-VN" sz="4000" dirty="0" err="1"/>
              <a:t>learning</a:t>
            </a:r>
            <a:r>
              <a:rPr lang="vi-VN" sz="4000" dirty="0"/>
              <a:t> 01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93AE5-6053-1BD6-F954-7D1B5AF44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1296" y="1636387"/>
            <a:ext cx="5024252" cy="4737295"/>
          </a:xfrm>
        </p:spPr>
        <p:txBody>
          <a:bodyPr/>
          <a:lstStyle/>
          <a:p>
            <a:pPr algn="l"/>
            <a:r>
              <a:rPr lang="vi-VN" b="1" dirty="0"/>
              <a:t>Tính x theo công thức: </a:t>
            </a:r>
          </a:p>
          <a:p>
            <a:r>
              <a:rPr lang="vi-VN"/>
              <a:t>X = [ngày sinh của bạn]%</a:t>
            </a:r>
            <a:r>
              <a:rPr lang="vi-VN" dirty="0"/>
              <a:t>6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Đặt quân Hậu vào vị trí x của dòng đầu tiên sau đó thực hiện giải bài toán 6-Hậu hình bên bằng thuật toán quay lui (tìm vị trí đặt 5 quân Hậu còn lại).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vi-VN" dirty="0"/>
              <a:t>Trình bày trực quan các bước của lời giải.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B9DEE-029C-41B9-26AC-7C9B058935D0}"/>
              </a:ext>
            </a:extLst>
          </p:cNvPr>
          <p:cNvSpPr/>
          <p:nvPr/>
        </p:nvSpPr>
        <p:spPr>
          <a:xfrm>
            <a:off x="6513677" y="1638885"/>
            <a:ext cx="5085471" cy="4712677"/>
          </a:xfrm>
          <a:prstGeom prst="rect">
            <a:avLst/>
          </a:prstGeom>
          <a:noFill/>
          <a:ln w="31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393752-E1C5-DE34-0527-337EC001F01D}"/>
              </a:ext>
            </a:extLst>
          </p:cNvPr>
          <p:cNvSpPr/>
          <p:nvPr/>
        </p:nvSpPr>
        <p:spPr>
          <a:xfrm>
            <a:off x="659667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ACA9CF-09EC-277F-3D1A-135CD9519FAE}"/>
              </a:ext>
            </a:extLst>
          </p:cNvPr>
          <p:cNvSpPr/>
          <p:nvPr/>
        </p:nvSpPr>
        <p:spPr>
          <a:xfrm>
            <a:off x="7430207" y="327241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4A36D3-78BE-CD9F-D478-D6861A9131F7}"/>
              </a:ext>
            </a:extLst>
          </p:cNvPr>
          <p:cNvSpPr/>
          <p:nvPr/>
        </p:nvSpPr>
        <p:spPr>
          <a:xfrm>
            <a:off x="826374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7CD69-A38B-8572-80D1-8DFE2D59D111}"/>
              </a:ext>
            </a:extLst>
          </p:cNvPr>
          <p:cNvSpPr/>
          <p:nvPr/>
        </p:nvSpPr>
        <p:spPr>
          <a:xfrm>
            <a:off x="909727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59FA10-9356-5AAE-89DE-46C1035B5226}"/>
              </a:ext>
            </a:extLst>
          </p:cNvPr>
          <p:cNvSpPr/>
          <p:nvPr/>
        </p:nvSpPr>
        <p:spPr>
          <a:xfrm>
            <a:off x="6596672" y="4040177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4F2FE1-14A1-3956-C97B-65A1C61C40EB}"/>
              </a:ext>
            </a:extLst>
          </p:cNvPr>
          <p:cNvSpPr/>
          <p:nvPr/>
        </p:nvSpPr>
        <p:spPr>
          <a:xfrm>
            <a:off x="7430207" y="4040176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5CE743-D1B5-143A-4BEE-452897896346}"/>
              </a:ext>
            </a:extLst>
          </p:cNvPr>
          <p:cNvSpPr/>
          <p:nvPr/>
        </p:nvSpPr>
        <p:spPr>
          <a:xfrm>
            <a:off x="826374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72948B-EDC6-BFC7-E733-A963564CC3FA}"/>
              </a:ext>
            </a:extLst>
          </p:cNvPr>
          <p:cNvSpPr/>
          <p:nvPr/>
        </p:nvSpPr>
        <p:spPr>
          <a:xfrm>
            <a:off x="909727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2F1272-F820-8473-5FF7-67BF95B74EF5}"/>
              </a:ext>
            </a:extLst>
          </p:cNvPr>
          <p:cNvSpPr/>
          <p:nvPr/>
        </p:nvSpPr>
        <p:spPr>
          <a:xfrm>
            <a:off x="659667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997F9E-CA9E-B012-8900-5A3973CED0C5}"/>
              </a:ext>
            </a:extLst>
          </p:cNvPr>
          <p:cNvSpPr/>
          <p:nvPr/>
        </p:nvSpPr>
        <p:spPr>
          <a:xfrm>
            <a:off x="7430207" y="48079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B3B068-0A4D-7833-5A84-7E46ABAFCF9E}"/>
              </a:ext>
            </a:extLst>
          </p:cNvPr>
          <p:cNvSpPr/>
          <p:nvPr/>
        </p:nvSpPr>
        <p:spPr>
          <a:xfrm>
            <a:off x="826374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0CA28B-A0AF-43A7-AE9A-B32421949F67}"/>
              </a:ext>
            </a:extLst>
          </p:cNvPr>
          <p:cNvSpPr/>
          <p:nvPr/>
        </p:nvSpPr>
        <p:spPr>
          <a:xfrm>
            <a:off x="909727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873FCF-4AB4-2D8E-48D5-F36129767CB5}"/>
              </a:ext>
            </a:extLst>
          </p:cNvPr>
          <p:cNvSpPr/>
          <p:nvPr/>
        </p:nvSpPr>
        <p:spPr>
          <a:xfrm>
            <a:off x="6596672" y="557570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6DC6F7-DDDF-AF12-50B9-4D29930AC88C}"/>
              </a:ext>
            </a:extLst>
          </p:cNvPr>
          <p:cNvSpPr/>
          <p:nvPr/>
        </p:nvSpPr>
        <p:spPr>
          <a:xfrm>
            <a:off x="7430207" y="557570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E4D1F5-0437-A7BF-0536-11F45AF79B2E}"/>
              </a:ext>
            </a:extLst>
          </p:cNvPr>
          <p:cNvSpPr/>
          <p:nvPr/>
        </p:nvSpPr>
        <p:spPr>
          <a:xfrm>
            <a:off x="826374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8F0A2D-5980-7871-B1BC-6960AFA93F45}"/>
              </a:ext>
            </a:extLst>
          </p:cNvPr>
          <p:cNvSpPr/>
          <p:nvPr/>
        </p:nvSpPr>
        <p:spPr>
          <a:xfrm>
            <a:off x="909727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E15623-BCA0-0DA3-0CB8-704C839E7FB7}"/>
              </a:ext>
            </a:extLst>
          </p:cNvPr>
          <p:cNvSpPr/>
          <p:nvPr/>
        </p:nvSpPr>
        <p:spPr>
          <a:xfrm>
            <a:off x="7430207" y="327241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E735FC-3C00-73E4-D56C-15294467C131}"/>
              </a:ext>
            </a:extLst>
          </p:cNvPr>
          <p:cNvSpPr/>
          <p:nvPr/>
        </p:nvSpPr>
        <p:spPr>
          <a:xfrm>
            <a:off x="826374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F6F96D-0CBA-8170-D4DE-654A14323C53}"/>
              </a:ext>
            </a:extLst>
          </p:cNvPr>
          <p:cNvSpPr/>
          <p:nvPr/>
        </p:nvSpPr>
        <p:spPr>
          <a:xfrm>
            <a:off x="909727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BB69FD-E5AC-A194-5A0B-E9F7701D8637}"/>
              </a:ext>
            </a:extLst>
          </p:cNvPr>
          <p:cNvSpPr/>
          <p:nvPr/>
        </p:nvSpPr>
        <p:spPr>
          <a:xfrm>
            <a:off x="6596672" y="4040179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DAA4C7-873C-09CE-C15A-679F850633DD}"/>
              </a:ext>
            </a:extLst>
          </p:cNvPr>
          <p:cNvSpPr/>
          <p:nvPr/>
        </p:nvSpPr>
        <p:spPr>
          <a:xfrm>
            <a:off x="7430207" y="4040178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48C807-04D2-EAC1-10A7-7E79C9FD35C9}"/>
              </a:ext>
            </a:extLst>
          </p:cNvPr>
          <p:cNvSpPr/>
          <p:nvPr/>
        </p:nvSpPr>
        <p:spPr>
          <a:xfrm>
            <a:off x="826374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4310F4-A93E-3266-0684-FD504CF37ED6}"/>
              </a:ext>
            </a:extLst>
          </p:cNvPr>
          <p:cNvSpPr/>
          <p:nvPr/>
        </p:nvSpPr>
        <p:spPr>
          <a:xfrm>
            <a:off x="826374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E19CEC-BDDA-022E-66FA-329ACDA70934}"/>
              </a:ext>
            </a:extLst>
          </p:cNvPr>
          <p:cNvSpPr/>
          <p:nvPr/>
        </p:nvSpPr>
        <p:spPr>
          <a:xfrm>
            <a:off x="9930812" y="327240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D99AE5-370B-A1A5-CF55-8E7C48B0791D}"/>
              </a:ext>
            </a:extLst>
          </p:cNvPr>
          <p:cNvSpPr/>
          <p:nvPr/>
        </p:nvSpPr>
        <p:spPr>
          <a:xfrm>
            <a:off x="10764347" y="3272408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767386-8CB3-B2E2-9AAF-93E64D12AB79}"/>
              </a:ext>
            </a:extLst>
          </p:cNvPr>
          <p:cNvSpPr/>
          <p:nvPr/>
        </p:nvSpPr>
        <p:spPr>
          <a:xfrm>
            <a:off x="9930812" y="4040175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23E8033-2C68-C545-4E32-1779FB9E7CD4}"/>
              </a:ext>
            </a:extLst>
          </p:cNvPr>
          <p:cNvSpPr/>
          <p:nvPr/>
        </p:nvSpPr>
        <p:spPr>
          <a:xfrm>
            <a:off x="10764347" y="40401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E3F96B-A5A5-47DB-110C-D45FC18A4265}"/>
              </a:ext>
            </a:extLst>
          </p:cNvPr>
          <p:cNvSpPr/>
          <p:nvPr/>
        </p:nvSpPr>
        <p:spPr>
          <a:xfrm>
            <a:off x="9930812" y="480794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645CDE-60CA-155E-5D69-8041860BB74F}"/>
              </a:ext>
            </a:extLst>
          </p:cNvPr>
          <p:cNvSpPr/>
          <p:nvPr/>
        </p:nvSpPr>
        <p:spPr>
          <a:xfrm>
            <a:off x="10764347" y="48079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704DB2-3C3B-C927-7856-37FD82FF94E8}"/>
              </a:ext>
            </a:extLst>
          </p:cNvPr>
          <p:cNvSpPr/>
          <p:nvPr/>
        </p:nvSpPr>
        <p:spPr>
          <a:xfrm>
            <a:off x="9930812" y="557570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78C236-A8F4-6DF7-CF70-9CC561EAE6C8}"/>
              </a:ext>
            </a:extLst>
          </p:cNvPr>
          <p:cNvSpPr/>
          <p:nvPr/>
        </p:nvSpPr>
        <p:spPr>
          <a:xfrm>
            <a:off x="10764347" y="5575706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746E6E6-02EE-C86D-F7F8-E67C6B4EE41A}"/>
              </a:ext>
            </a:extLst>
          </p:cNvPr>
          <p:cNvSpPr/>
          <p:nvPr/>
        </p:nvSpPr>
        <p:spPr>
          <a:xfrm>
            <a:off x="9930812" y="327241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79ABECA-D295-1CD3-9DE2-3704B715FC46}"/>
              </a:ext>
            </a:extLst>
          </p:cNvPr>
          <p:cNvSpPr/>
          <p:nvPr/>
        </p:nvSpPr>
        <p:spPr>
          <a:xfrm>
            <a:off x="10764347" y="327241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4718B5C-6C7F-DCB3-BFB1-55806BD11538}"/>
              </a:ext>
            </a:extLst>
          </p:cNvPr>
          <p:cNvSpPr/>
          <p:nvPr/>
        </p:nvSpPr>
        <p:spPr>
          <a:xfrm>
            <a:off x="9930812" y="4040177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554B205-E04F-C1CB-736D-54AF0B2B3661}"/>
              </a:ext>
            </a:extLst>
          </p:cNvPr>
          <p:cNvSpPr/>
          <p:nvPr/>
        </p:nvSpPr>
        <p:spPr>
          <a:xfrm>
            <a:off x="9930812" y="4807943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22A98BF-39C8-497F-E84E-CEA8501FA5EE}"/>
              </a:ext>
            </a:extLst>
          </p:cNvPr>
          <p:cNvSpPr/>
          <p:nvPr/>
        </p:nvSpPr>
        <p:spPr>
          <a:xfrm>
            <a:off x="659667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B7BB076-F801-7832-DA51-693BF1E9A7EB}"/>
              </a:ext>
            </a:extLst>
          </p:cNvPr>
          <p:cNvSpPr/>
          <p:nvPr/>
        </p:nvSpPr>
        <p:spPr>
          <a:xfrm>
            <a:off x="7430207" y="1718373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E959CFB-C423-077B-254F-B3CBC443E957}"/>
              </a:ext>
            </a:extLst>
          </p:cNvPr>
          <p:cNvSpPr/>
          <p:nvPr/>
        </p:nvSpPr>
        <p:spPr>
          <a:xfrm>
            <a:off x="826374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C384838-D4BD-C352-B956-86CDC3ACE22C}"/>
              </a:ext>
            </a:extLst>
          </p:cNvPr>
          <p:cNvSpPr/>
          <p:nvPr/>
        </p:nvSpPr>
        <p:spPr>
          <a:xfrm>
            <a:off x="909727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1CD185F-7812-11E3-5B81-980C2E374E71}"/>
              </a:ext>
            </a:extLst>
          </p:cNvPr>
          <p:cNvSpPr/>
          <p:nvPr/>
        </p:nvSpPr>
        <p:spPr>
          <a:xfrm>
            <a:off x="6596672" y="2486140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A615F42-90EC-F38B-7D52-CB4606B46C68}"/>
              </a:ext>
            </a:extLst>
          </p:cNvPr>
          <p:cNvSpPr/>
          <p:nvPr/>
        </p:nvSpPr>
        <p:spPr>
          <a:xfrm>
            <a:off x="7430207" y="2486139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95E7E57-43DD-72C4-18EB-E67ABCBC8F21}"/>
              </a:ext>
            </a:extLst>
          </p:cNvPr>
          <p:cNvSpPr/>
          <p:nvPr/>
        </p:nvSpPr>
        <p:spPr>
          <a:xfrm>
            <a:off x="826374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4EE99EF-6411-D593-0127-BE087B29B904}"/>
              </a:ext>
            </a:extLst>
          </p:cNvPr>
          <p:cNvSpPr/>
          <p:nvPr/>
        </p:nvSpPr>
        <p:spPr>
          <a:xfrm>
            <a:off x="909727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6A5DC28-E8B2-0939-59E6-4AA9AC68E397}"/>
              </a:ext>
            </a:extLst>
          </p:cNvPr>
          <p:cNvSpPr/>
          <p:nvPr/>
        </p:nvSpPr>
        <p:spPr>
          <a:xfrm>
            <a:off x="7430207" y="1718375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848901A-D798-FA0E-F624-7580AE670FE6}"/>
              </a:ext>
            </a:extLst>
          </p:cNvPr>
          <p:cNvSpPr/>
          <p:nvPr/>
        </p:nvSpPr>
        <p:spPr>
          <a:xfrm>
            <a:off x="826374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8DEFABA-0F15-43E4-DC2B-D777D5980090}"/>
              </a:ext>
            </a:extLst>
          </p:cNvPr>
          <p:cNvSpPr/>
          <p:nvPr/>
        </p:nvSpPr>
        <p:spPr>
          <a:xfrm>
            <a:off x="909727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E4E633-DF5D-DBAB-2EBB-15697DAA72AB}"/>
              </a:ext>
            </a:extLst>
          </p:cNvPr>
          <p:cNvSpPr/>
          <p:nvPr/>
        </p:nvSpPr>
        <p:spPr>
          <a:xfrm>
            <a:off x="6596672" y="2486142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297D751-C839-CC0A-A708-3F7098AA2A27}"/>
              </a:ext>
            </a:extLst>
          </p:cNvPr>
          <p:cNvSpPr/>
          <p:nvPr/>
        </p:nvSpPr>
        <p:spPr>
          <a:xfrm>
            <a:off x="7430207" y="2486141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E9E1AB2-CF01-14E7-E548-745881A0DD9F}"/>
              </a:ext>
            </a:extLst>
          </p:cNvPr>
          <p:cNvSpPr/>
          <p:nvPr/>
        </p:nvSpPr>
        <p:spPr>
          <a:xfrm>
            <a:off x="826374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B6B9DAB-2AF4-97B1-BD42-B0D2B424B74C}"/>
              </a:ext>
            </a:extLst>
          </p:cNvPr>
          <p:cNvSpPr/>
          <p:nvPr/>
        </p:nvSpPr>
        <p:spPr>
          <a:xfrm>
            <a:off x="9930812" y="1718372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EA034EB-54AD-D8F4-6952-7E4EE44E91B3}"/>
              </a:ext>
            </a:extLst>
          </p:cNvPr>
          <p:cNvSpPr/>
          <p:nvPr/>
        </p:nvSpPr>
        <p:spPr>
          <a:xfrm>
            <a:off x="10764347" y="1718371"/>
            <a:ext cx="752669" cy="68424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F710CE0-BCA5-FA5F-EE68-55F5BDBB014F}"/>
              </a:ext>
            </a:extLst>
          </p:cNvPr>
          <p:cNvSpPr/>
          <p:nvPr/>
        </p:nvSpPr>
        <p:spPr>
          <a:xfrm>
            <a:off x="9930812" y="2486138"/>
            <a:ext cx="752669" cy="68424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FA7CA1-1D5D-E3DF-4B2F-101976C8CE89}"/>
              </a:ext>
            </a:extLst>
          </p:cNvPr>
          <p:cNvSpPr/>
          <p:nvPr/>
        </p:nvSpPr>
        <p:spPr>
          <a:xfrm>
            <a:off x="10764347" y="2486137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31D0D3D-7EDE-130D-7512-23E4CC92D51D}"/>
              </a:ext>
            </a:extLst>
          </p:cNvPr>
          <p:cNvSpPr/>
          <p:nvPr/>
        </p:nvSpPr>
        <p:spPr>
          <a:xfrm>
            <a:off x="9930812" y="1718374"/>
            <a:ext cx="752669" cy="6842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1230D7E-D497-32C4-1643-D02E65E3492C}"/>
              </a:ext>
            </a:extLst>
          </p:cNvPr>
          <p:cNvSpPr/>
          <p:nvPr/>
        </p:nvSpPr>
        <p:spPr>
          <a:xfrm>
            <a:off x="10764347" y="1718373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56A6E28-A07E-62CE-37FD-27BC5C18B61A}"/>
              </a:ext>
            </a:extLst>
          </p:cNvPr>
          <p:cNvSpPr/>
          <p:nvPr/>
        </p:nvSpPr>
        <p:spPr>
          <a:xfrm>
            <a:off x="9930812" y="2486140"/>
            <a:ext cx="752669" cy="6842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Graphic 62" descr="Crown with solid fill">
            <a:extLst>
              <a:ext uri="{FF2B5EF4-FFF2-40B4-BE49-F238E27FC236}">
                <a16:creationId xmlns:a16="http://schemas.microsoft.com/office/drawing/2014/main" id="{1BA4527C-2D74-3EF1-CB82-5EF01B9C5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2481" y="1672463"/>
            <a:ext cx="704263" cy="704263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6B8D453-2194-A22B-2689-9715FFD5842D}"/>
              </a:ext>
            </a:extLst>
          </p:cNvPr>
          <p:cNvSpPr txBox="1"/>
          <p:nvPr/>
        </p:nvSpPr>
        <p:spPr>
          <a:xfrm>
            <a:off x="6556238" y="1224536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0</a:t>
            </a:r>
            <a:endParaRPr lang="en-US" sz="24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A76C659-27B2-6957-7B1F-7EDEA44532C7}"/>
              </a:ext>
            </a:extLst>
          </p:cNvPr>
          <p:cNvSpPr txBox="1"/>
          <p:nvPr/>
        </p:nvSpPr>
        <p:spPr>
          <a:xfrm>
            <a:off x="7430207" y="1230644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1</a:t>
            </a:r>
            <a:endParaRPr lang="en-US" sz="24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9E50EA-19FE-178D-3A10-736E195CCE8C}"/>
              </a:ext>
            </a:extLst>
          </p:cNvPr>
          <p:cNvSpPr txBox="1"/>
          <p:nvPr/>
        </p:nvSpPr>
        <p:spPr>
          <a:xfrm>
            <a:off x="8263742" y="12302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2</a:t>
            </a:r>
            <a:endParaRPr lang="en-US" sz="24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FDBF0C-C52F-9AA6-8BE0-4A2485079E7C}"/>
              </a:ext>
            </a:extLst>
          </p:cNvPr>
          <p:cNvSpPr txBox="1"/>
          <p:nvPr/>
        </p:nvSpPr>
        <p:spPr>
          <a:xfrm>
            <a:off x="9097277" y="1230201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3</a:t>
            </a:r>
            <a:endParaRPr lang="en-US" sz="24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1CA36D1-FF4C-CB06-00AA-C8E40AFC9795}"/>
              </a:ext>
            </a:extLst>
          </p:cNvPr>
          <p:cNvSpPr txBox="1"/>
          <p:nvPr/>
        </p:nvSpPr>
        <p:spPr>
          <a:xfrm>
            <a:off x="9930812" y="1210798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4</a:t>
            </a:r>
            <a:endParaRPr lang="en-US" sz="24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AEB214-4026-7B00-6BCA-B9C319359F5F}"/>
              </a:ext>
            </a:extLst>
          </p:cNvPr>
          <p:cNvSpPr txBox="1"/>
          <p:nvPr/>
        </p:nvSpPr>
        <p:spPr>
          <a:xfrm>
            <a:off x="10764347" y="1237302"/>
            <a:ext cx="833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400" b="1" dirty="0"/>
              <a:t>5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67221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70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E-learning 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Bui Van Thuong</dc:creator>
  <cp:lastModifiedBy>Bui Van Thuong</cp:lastModifiedBy>
  <cp:revision>1</cp:revision>
  <dcterms:created xsi:type="dcterms:W3CDTF">2026-03-21T10:49:56Z</dcterms:created>
  <dcterms:modified xsi:type="dcterms:W3CDTF">2026-03-21T10:57:34Z</dcterms:modified>
</cp:coreProperties>
</file>