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CFEF58-33B0-44FA-B3D0-8AD09B59317D}" v="20" dt="2026-03-21T10:52:37.2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5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C5A6-7976-B233-CD54-6A53C00F1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A581D-80EA-A9D4-8BA3-E4A048C07C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BCB9C-D89C-19F9-3A66-887519DC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881CE-9D97-410D-8BC9-460FF568C92E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8D599-8B0C-9A15-2851-87AE47C20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A4648-244C-04B0-2256-AAAE44041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CF1D-852B-42EE-8702-863ED790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410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E2B4-09DB-5092-FCC6-FBA5984F9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B4EAE-C364-2820-A51C-BE876CDA1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CAEEC-E0B9-E6A9-296D-8ECF4CB2B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881CE-9D97-410D-8BC9-460FF568C92E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64469-44D2-74C4-A7A6-7CBAD790B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CBBEB-1087-7C4B-A851-306073E3F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CF1D-852B-42EE-8702-863ED790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75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9B22D-E59C-0897-5C15-27A5C41EC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1C677-8342-0D94-114D-4CA2D8218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91769-A589-48B2-3E17-717490E23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881CE-9D97-410D-8BC9-460FF568C92E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A21F0-A1D7-A8EF-B414-5A8F09A04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EC3F1-DBAF-B008-CAB5-E20D6E1FD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CF1D-852B-42EE-8702-863ED790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921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36A84-0FAE-55B5-46A9-E74D41B4F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4975A-6F37-3A97-FC53-D805FBE1C5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D2CB8B-1021-4123-286D-4BA1C5549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EF6D2-A87A-F62C-C4AC-989125CA2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881CE-9D97-410D-8BC9-460FF568C92E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8F42ED-3ED5-1247-B61D-B71C90305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A5F489-F81F-50FB-791B-DB6CA257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CF1D-852B-42EE-8702-863ED790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117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2A498-7EF6-EC6E-FF39-81416F64E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0C4C94-5584-7B6A-E12A-1FC8D0C2A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2E8CC8-FED9-24A7-6E15-B367840ED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25AD29-625C-FB8D-85DE-6C757E05A8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458D4E-E683-F200-2BAA-E6F4BDEE38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CE1D9B-BBD2-8BA6-0A58-F11CBEE6E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881CE-9D97-410D-8BC9-460FF568C92E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2BBEE5-4003-2AB5-219F-0595B7779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2F2FE3-EE28-CAD9-24E5-EE98D79CA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CF1D-852B-42EE-8702-863ED790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393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09583-8AB7-A5C6-D919-F77F7C5A5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6A394D-4B58-2ACA-8734-16BCF6398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881CE-9D97-410D-8BC9-460FF568C92E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671B8B-5324-A1DD-2895-D01D71AF8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8E1975-9C4A-D82A-FCE1-5CFA6CC8F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CF1D-852B-42EE-8702-863ED790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9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092FFF-F2CB-B6DF-1774-4E3D36D57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881CE-9D97-410D-8BC9-460FF568C92E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38848C-0B09-5439-A5E2-3045824DE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E8552-73B2-69A4-A3EA-4EEDB073A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CF1D-852B-42EE-8702-863ED790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295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E6BD4-3BF4-0CAA-51B0-2FE7846F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2DBE8-E09D-2D82-B4AE-0F4F72BED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79A925-DC5F-EA49-EDF9-AECCCED84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E3D016-BC9A-DC34-490F-E5200AE03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881CE-9D97-410D-8BC9-460FF568C92E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2B8CA-4F53-ABA2-CAC3-4D7FE65DA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B6F91-05F2-45C3-9787-FE644FC13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CF1D-852B-42EE-8702-863ED790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286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B4BB4-F3E7-E141-ABF3-C66B896AE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A06C9F-E33E-069C-9802-13E9882F8B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BDD32-CC9B-1B1E-42E3-3390A55D97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FA83BD-2F56-7FBC-A3F7-3D44D9095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881CE-9D97-410D-8BC9-460FF568C92E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140CC2-0F76-2524-0CF8-0D72F83DB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5385B-5DE8-BA59-9527-CC2296B54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CF1D-852B-42EE-8702-863ED790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86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4C65B-21A2-816C-FE58-46E86D35E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4B3341-2373-3801-85CB-9E179D3B3E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7E662-5EE6-F515-AA95-15FF67F20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881CE-9D97-410D-8BC9-460FF568C92E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AA23C-B3BD-BD72-97A5-EB3A2A86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D60E0-A225-FEB6-2BD3-B04BB0CEA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CF1D-852B-42EE-8702-863ED790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892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CF4918-7ECA-277B-DEF7-766308FD11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8FCA2E-02C7-E593-E638-CC688DC37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68504-0560-27F5-37DF-338BAE6FD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881CE-9D97-410D-8BC9-460FF568C92E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AD806-A8A3-F74B-7E17-EC2B79C2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39C9B-B124-06B9-62B8-2309E2B66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CF1D-852B-42EE-8702-863ED790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277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ADB927-EA8F-160C-632A-2783792F2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DCB820-6D4C-04E1-A1A1-438093E65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C8AC3-1174-95ED-6A99-2925DCC7C6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8881CE-9D97-410D-8BC9-460FF568C92E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28D02-E5C4-B417-B99A-DFC0625BBB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95ACF-75D7-16E6-4B65-564786EDA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BBCF1D-852B-42EE-8702-863ED790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906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9E962-6F28-942F-DF4E-105917D3F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5951" y="374734"/>
            <a:ext cx="9144000" cy="535356"/>
          </a:xfrm>
        </p:spPr>
        <p:txBody>
          <a:bodyPr>
            <a:noAutofit/>
          </a:bodyPr>
          <a:lstStyle/>
          <a:p>
            <a:r>
              <a:rPr lang="vi-VN" sz="4000" dirty="0"/>
              <a:t>E-</a:t>
            </a:r>
            <a:r>
              <a:rPr lang="vi-VN" sz="4000" dirty="0" err="1"/>
              <a:t>learning</a:t>
            </a:r>
            <a:r>
              <a:rPr lang="vi-VN" sz="4000" dirty="0"/>
              <a:t> 01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593AE5-6053-1BD6-F954-7D1B5AF44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296" y="1636387"/>
            <a:ext cx="5024252" cy="4737295"/>
          </a:xfrm>
        </p:spPr>
        <p:txBody>
          <a:bodyPr/>
          <a:lstStyle/>
          <a:p>
            <a:pPr algn="l"/>
            <a:r>
              <a:rPr lang="vi-VN" b="1" dirty="0"/>
              <a:t>Tính x theo công thức: </a:t>
            </a:r>
          </a:p>
          <a:p>
            <a:r>
              <a:rPr lang="vi-VN" dirty="0"/>
              <a:t>X = [ngày sinh của bạn]%6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vi-VN" dirty="0"/>
              <a:t>Đặt quân Hậu vào vị trí x của dòng đầu tiên sau đó thực hiện giải bài toán 6-Hậu hình bên bằng thuật toán quay lui (tìm vị trí đặt 5 quân Hậu còn lại).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vi-VN" dirty="0"/>
              <a:t>Trình bày trực quan các bước của lời giải.</a:t>
            </a:r>
            <a:endParaRPr lang="en-US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dirty="0"/>
              <a:t>Hoàng Việt Quang - 066206005044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FB9DEE-029C-41B9-26AC-7C9B058935D0}"/>
              </a:ext>
            </a:extLst>
          </p:cNvPr>
          <p:cNvSpPr/>
          <p:nvPr/>
        </p:nvSpPr>
        <p:spPr>
          <a:xfrm>
            <a:off x="6513677" y="1638885"/>
            <a:ext cx="5085471" cy="4712677"/>
          </a:xfrm>
          <a:prstGeom prst="rect">
            <a:avLst/>
          </a:prstGeom>
          <a:noFill/>
          <a:ln w="31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393752-E1C5-DE34-0527-337EC001F01D}"/>
              </a:ext>
            </a:extLst>
          </p:cNvPr>
          <p:cNvSpPr/>
          <p:nvPr/>
        </p:nvSpPr>
        <p:spPr>
          <a:xfrm>
            <a:off x="6596672" y="327241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ACA9CF-09EC-277F-3D1A-135CD9519FAE}"/>
              </a:ext>
            </a:extLst>
          </p:cNvPr>
          <p:cNvSpPr/>
          <p:nvPr/>
        </p:nvSpPr>
        <p:spPr>
          <a:xfrm>
            <a:off x="7430207" y="3272410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4A36D3-78BE-CD9F-D478-D6861A9131F7}"/>
              </a:ext>
            </a:extLst>
          </p:cNvPr>
          <p:cNvSpPr/>
          <p:nvPr/>
        </p:nvSpPr>
        <p:spPr>
          <a:xfrm>
            <a:off x="8263742" y="3272409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37CD69-A38B-8572-80D1-8DFE2D59D111}"/>
              </a:ext>
            </a:extLst>
          </p:cNvPr>
          <p:cNvSpPr/>
          <p:nvPr/>
        </p:nvSpPr>
        <p:spPr>
          <a:xfrm>
            <a:off x="9097277" y="3272408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59FA10-9356-5AAE-89DE-46C1035B5226}"/>
              </a:ext>
            </a:extLst>
          </p:cNvPr>
          <p:cNvSpPr/>
          <p:nvPr/>
        </p:nvSpPr>
        <p:spPr>
          <a:xfrm>
            <a:off x="6596672" y="4040177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4F2FE1-14A1-3956-C97B-65A1C61C40EB}"/>
              </a:ext>
            </a:extLst>
          </p:cNvPr>
          <p:cNvSpPr/>
          <p:nvPr/>
        </p:nvSpPr>
        <p:spPr>
          <a:xfrm>
            <a:off x="7430207" y="4040176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5CE743-D1B5-143A-4BEE-452897896346}"/>
              </a:ext>
            </a:extLst>
          </p:cNvPr>
          <p:cNvSpPr/>
          <p:nvPr/>
        </p:nvSpPr>
        <p:spPr>
          <a:xfrm>
            <a:off x="8263742" y="4040175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72948B-EDC6-BFC7-E733-A963564CC3FA}"/>
              </a:ext>
            </a:extLst>
          </p:cNvPr>
          <p:cNvSpPr/>
          <p:nvPr/>
        </p:nvSpPr>
        <p:spPr>
          <a:xfrm>
            <a:off x="9097277" y="40401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2F1272-F820-8473-5FF7-67BF95B74EF5}"/>
              </a:ext>
            </a:extLst>
          </p:cNvPr>
          <p:cNvSpPr/>
          <p:nvPr/>
        </p:nvSpPr>
        <p:spPr>
          <a:xfrm>
            <a:off x="6596672" y="4807943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997F9E-CA9E-B012-8900-5A3973CED0C5}"/>
              </a:ext>
            </a:extLst>
          </p:cNvPr>
          <p:cNvSpPr/>
          <p:nvPr/>
        </p:nvSpPr>
        <p:spPr>
          <a:xfrm>
            <a:off x="7430207" y="4807942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B3B068-0A4D-7833-5A84-7E46ABAFCF9E}"/>
              </a:ext>
            </a:extLst>
          </p:cNvPr>
          <p:cNvSpPr/>
          <p:nvPr/>
        </p:nvSpPr>
        <p:spPr>
          <a:xfrm>
            <a:off x="8263742" y="480794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0CA28B-A0AF-43A7-AE9A-B32421949F67}"/>
              </a:ext>
            </a:extLst>
          </p:cNvPr>
          <p:cNvSpPr/>
          <p:nvPr/>
        </p:nvSpPr>
        <p:spPr>
          <a:xfrm>
            <a:off x="9097277" y="48079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873FCF-4AB4-2D8E-48D5-F36129767CB5}"/>
              </a:ext>
            </a:extLst>
          </p:cNvPr>
          <p:cNvSpPr/>
          <p:nvPr/>
        </p:nvSpPr>
        <p:spPr>
          <a:xfrm>
            <a:off x="6596672" y="5575709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6DC6F7-DDDF-AF12-50B9-4D29930AC88C}"/>
              </a:ext>
            </a:extLst>
          </p:cNvPr>
          <p:cNvSpPr/>
          <p:nvPr/>
        </p:nvSpPr>
        <p:spPr>
          <a:xfrm>
            <a:off x="7430207" y="5575708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E4D1F5-0437-A7BF-0536-11F45AF79B2E}"/>
              </a:ext>
            </a:extLst>
          </p:cNvPr>
          <p:cNvSpPr/>
          <p:nvPr/>
        </p:nvSpPr>
        <p:spPr>
          <a:xfrm>
            <a:off x="8263742" y="557570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8F0A2D-5980-7871-B1BC-6960AFA93F45}"/>
              </a:ext>
            </a:extLst>
          </p:cNvPr>
          <p:cNvSpPr/>
          <p:nvPr/>
        </p:nvSpPr>
        <p:spPr>
          <a:xfrm>
            <a:off x="9097277" y="5575706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E15623-BCA0-0DA3-0CB8-704C839E7FB7}"/>
              </a:ext>
            </a:extLst>
          </p:cNvPr>
          <p:cNvSpPr/>
          <p:nvPr/>
        </p:nvSpPr>
        <p:spPr>
          <a:xfrm>
            <a:off x="7430207" y="3272412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E735FC-3C00-73E4-D56C-15294467C131}"/>
              </a:ext>
            </a:extLst>
          </p:cNvPr>
          <p:cNvSpPr/>
          <p:nvPr/>
        </p:nvSpPr>
        <p:spPr>
          <a:xfrm>
            <a:off x="8263742" y="327241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9F6F96D-0CBA-8170-D4DE-654A14323C53}"/>
              </a:ext>
            </a:extLst>
          </p:cNvPr>
          <p:cNvSpPr/>
          <p:nvPr/>
        </p:nvSpPr>
        <p:spPr>
          <a:xfrm>
            <a:off x="9097277" y="327241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BB69FD-E5AC-A194-5A0B-E9F7701D8637}"/>
              </a:ext>
            </a:extLst>
          </p:cNvPr>
          <p:cNvSpPr/>
          <p:nvPr/>
        </p:nvSpPr>
        <p:spPr>
          <a:xfrm>
            <a:off x="6596672" y="4040179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DAA4C7-873C-09CE-C15A-679F850633DD}"/>
              </a:ext>
            </a:extLst>
          </p:cNvPr>
          <p:cNvSpPr/>
          <p:nvPr/>
        </p:nvSpPr>
        <p:spPr>
          <a:xfrm>
            <a:off x="7430207" y="4040178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48C807-04D2-EAC1-10A7-7E79C9FD35C9}"/>
              </a:ext>
            </a:extLst>
          </p:cNvPr>
          <p:cNvSpPr/>
          <p:nvPr/>
        </p:nvSpPr>
        <p:spPr>
          <a:xfrm>
            <a:off x="8263742" y="404017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4310F4-A93E-3266-0684-FD504CF37ED6}"/>
              </a:ext>
            </a:extLst>
          </p:cNvPr>
          <p:cNvSpPr/>
          <p:nvPr/>
        </p:nvSpPr>
        <p:spPr>
          <a:xfrm>
            <a:off x="8263742" y="4807943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E19CEC-BDDA-022E-66FA-329ACDA70934}"/>
              </a:ext>
            </a:extLst>
          </p:cNvPr>
          <p:cNvSpPr/>
          <p:nvPr/>
        </p:nvSpPr>
        <p:spPr>
          <a:xfrm>
            <a:off x="9930812" y="3272409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D99AE5-370B-A1A5-CF55-8E7C48B0791D}"/>
              </a:ext>
            </a:extLst>
          </p:cNvPr>
          <p:cNvSpPr/>
          <p:nvPr/>
        </p:nvSpPr>
        <p:spPr>
          <a:xfrm>
            <a:off x="10764347" y="3272408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767386-8CB3-B2E2-9AAF-93E64D12AB79}"/>
              </a:ext>
            </a:extLst>
          </p:cNvPr>
          <p:cNvSpPr/>
          <p:nvPr/>
        </p:nvSpPr>
        <p:spPr>
          <a:xfrm>
            <a:off x="9930812" y="4040175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23E8033-2C68-C545-4E32-1779FB9E7CD4}"/>
              </a:ext>
            </a:extLst>
          </p:cNvPr>
          <p:cNvSpPr/>
          <p:nvPr/>
        </p:nvSpPr>
        <p:spPr>
          <a:xfrm>
            <a:off x="10764347" y="40401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8E3F96B-A5A5-47DB-110C-D45FC18A4265}"/>
              </a:ext>
            </a:extLst>
          </p:cNvPr>
          <p:cNvSpPr/>
          <p:nvPr/>
        </p:nvSpPr>
        <p:spPr>
          <a:xfrm>
            <a:off x="9930812" y="480794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645CDE-60CA-155E-5D69-8041860BB74F}"/>
              </a:ext>
            </a:extLst>
          </p:cNvPr>
          <p:cNvSpPr/>
          <p:nvPr/>
        </p:nvSpPr>
        <p:spPr>
          <a:xfrm>
            <a:off x="10764347" y="48079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A704DB2-3C3B-C927-7856-37FD82FF94E8}"/>
              </a:ext>
            </a:extLst>
          </p:cNvPr>
          <p:cNvSpPr/>
          <p:nvPr/>
        </p:nvSpPr>
        <p:spPr>
          <a:xfrm>
            <a:off x="9930812" y="557570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C78C236-A8F4-6DF7-CF70-9CC561EAE6C8}"/>
              </a:ext>
            </a:extLst>
          </p:cNvPr>
          <p:cNvSpPr/>
          <p:nvPr/>
        </p:nvSpPr>
        <p:spPr>
          <a:xfrm>
            <a:off x="10764347" y="5575706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746E6E6-02EE-C86D-F7F8-E67C6B4EE41A}"/>
              </a:ext>
            </a:extLst>
          </p:cNvPr>
          <p:cNvSpPr/>
          <p:nvPr/>
        </p:nvSpPr>
        <p:spPr>
          <a:xfrm>
            <a:off x="9930812" y="327241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79ABECA-D295-1CD3-9DE2-3704B715FC46}"/>
              </a:ext>
            </a:extLst>
          </p:cNvPr>
          <p:cNvSpPr/>
          <p:nvPr/>
        </p:nvSpPr>
        <p:spPr>
          <a:xfrm>
            <a:off x="10764347" y="327241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4718B5C-6C7F-DCB3-BFB1-55806BD11538}"/>
              </a:ext>
            </a:extLst>
          </p:cNvPr>
          <p:cNvSpPr/>
          <p:nvPr/>
        </p:nvSpPr>
        <p:spPr>
          <a:xfrm>
            <a:off x="9930812" y="404017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554B205-E04F-C1CB-736D-54AF0B2B3661}"/>
              </a:ext>
            </a:extLst>
          </p:cNvPr>
          <p:cNvSpPr/>
          <p:nvPr/>
        </p:nvSpPr>
        <p:spPr>
          <a:xfrm>
            <a:off x="9930812" y="4807943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22A98BF-39C8-497F-E84E-CEA8501FA5EE}"/>
              </a:ext>
            </a:extLst>
          </p:cNvPr>
          <p:cNvSpPr/>
          <p:nvPr/>
        </p:nvSpPr>
        <p:spPr>
          <a:xfrm>
            <a:off x="6596672" y="17183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B7BB076-F801-7832-DA51-693BF1E9A7EB}"/>
              </a:ext>
            </a:extLst>
          </p:cNvPr>
          <p:cNvSpPr/>
          <p:nvPr/>
        </p:nvSpPr>
        <p:spPr>
          <a:xfrm>
            <a:off x="7430207" y="1718373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E959CFB-C423-077B-254F-B3CBC443E957}"/>
              </a:ext>
            </a:extLst>
          </p:cNvPr>
          <p:cNvSpPr/>
          <p:nvPr/>
        </p:nvSpPr>
        <p:spPr>
          <a:xfrm>
            <a:off x="8263742" y="1718372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C384838-D4BD-C352-B956-86CDC3ACE22C}"/>
              </a:ext>
            </a:extLst>
          </p:cNvPr>
          <p:cNvSpPr/>
          <p:nvPr/>
        </p:nvSpPr>
        <p:spPr>
          <a:xfrm>
            <a:off x="9097277" y="171837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1CD185F-7812-11E3-5B81-980C2E374E71}"/>
              </a:ext>
            </a:extLst>
          </p:cNvPr>
          <p:cNvSpPr/>
          <p:nvPr/>
        </p:nvSpPr>
        <p:spPr>
          <a:xfrm>
            <a:off x="6596672" y="2486140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A615F42-90EC-F38B-7D52-CB4606B46C68}"/>
              </a:ext>
            </a:extLst>
          </p:cNvPr>
          <p:cNvSpPr/>
          <p:nvPr/>
        </p:nvSpPr>
        <p:spPr>
          <a:xfrm>
            <a:off x="7430207" y="2486139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95E7E57-43DD-72C4-18EB-E67ABCBC8F21}"/>
              </a:ext>
            </a:extLst>
          </p:cNvPr>
          <p:cNvSpPr/>
          <p:nvPr/>
        </p:nvSpPr>
        <p:spPr>
          <a:xfrm>
            <a:off x="8263742" y="2486138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4EE99EF-6411-D593-0127-BE087B29B904}"/>
              </a:ext>
            </a:extLst>
          </p:cNvPr>
          <p:cNvSpPr/>
          <p:nvPr/>
        </p:nvSpPr>
        <p:spPr>
          <a:xfrm>
            <a:off x="9097277" y="2486137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6A5DC28-E8B2-0939-59E6-4AA9AC68E397}"/>
              </a:ext>
            </a:extLst>
          </p:cNvPr>
          <p:cNvSpPr/>
          <p:nvPr/>
        </p:nvSpPr>
        <p:spPr>
          <a:xfrm>
            <a:off x="7430207" y="1718375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848901A-D798-FA0E-F624-7580AE670FE6}"/>
              </a:ext>
            </a:extLst>
          </p:cNvPr>
          <p:cNvSpPr/>
          <p:nvPr/>
        </p:nvSpPr>
        <p:spPr>
          <a:xfrm>
            <a:off x="8263742" y="17183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8DEFABA-0F15-43E4-DC2B-D777D5980090}"/>
              </a:ext>
            </a:extLst>
          </p:cNvPr>
          <p:cNvSpPr/>
          <p:nvPr/>
        </p:nvSpPr>
        <p:spPr>
          <a:xfrm>
            <a:off x="9097277" y="1718373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E4E633-DF5D-DBAB-2EBB-15697DAA72AB}"/>
              </a:ext>
            </a:extLst>
          </p:cNvPr>
          <p:cNvSpPr/>
          <p:nvPr/>
        </p:nvSpPr>
        <p:spPr>
          <a:xfrm>
            <a:off x="6596672" y="2486142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297D751-C839-CC0A-A708-3F7098AA2A27}"/>
              </a:ext>
            </a:extLst>
          </p:cNvPr>
          <p:cNvSpPr/>
          <p:nvPr/>
        </p:nvSpPr>
        <p:spPr>
          <a:xfrm>
            <a:off x="7430207" y="248614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E9E1AB2-CF01-14E7-E548-745881A0DD9F}"/>
              </a:ext>
            </a:extLst>
          </p:cNvPr>
          <p:cNvSpPr/>
          <p:nvPr/>
        </p:nvSpPr>
        <p:spPr>
          <a:xfrm>
            <a:off x="8263742" y="24861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B6B9DAB-2AF4-97B1-BD42-B0D2B424B74C}"/>
              </a:ext>
            </a:extLst>
          </p:cNvPr>
          <p:cNvSpPr/>
          <p:nvPr/>
        </p:nvSpPr>
        <p:spPr>
          <a:xfrm>
            <a:off x="9930812" y="1718372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EA034EB-54AD-D8F4-6952-7E4EE44E91B3}"/>
              </a:ext>
            </a:extLst>
          </p:cNvPr>
          <p:cNvSpPr/>
          <p:nvPr/>
        </p:nvSpPr>
        <p:spPr>
          <a:xfrm>
            <a:off x="10764347" y="171837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F710CE0-BCA5-FA5F-EE68-55F5BDBB014F}"/>
              </a:ext>
            </a:extLst>
          </p:cNvPr>
          <p:cNvSpPr/>
          <p:nvPr/>
        </p:nvSpPr>
        <p:spPr>
          <a:xfrm>
            <a:off x="9930812" y="2486138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4FA7CA1-1D5D-E3DF-4B2F-101976C8CE89}"/>
              </a:ext>
            </a:extLst>
          </p:cNvPr>
          <p:cNvSpPr/>
          <p:nvPr/>
        </p:nvSpPr>
        <p:spPr>
          <a:xfrm>
            <a:off x="10764347" y="2486137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31D0D3D-7EDE-130D-7512-23E4CC92D51D}"/>
              </a:ext>
            </a:extLst>
          </p:cNvPr>
          <p:cNvSpPr/>
          <p:nvPr/>
        </p:nvSpPr>
        <p:spPr>
          <a:xfrm>
            <a:off x="9930812" y="17183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1230D7E-D497-32C4-1643-D02E65E3492C}"/>
              </a:ext>
            </a:extLst>
          </p:cNvPr>
          <p:cNvSpPr/>
          <p:nvPr/>
        </p:nvSpPr>
        <p:spPr>
          <a:xfrm>
            <a:off x="10764347" y="1718373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56A6E28-A07E-62CE-37FD-27BC5C18B61A}"/>
              </a:ext>
            </a:extLst>
          </p:cNvPr>
          <p:cNvSpPr/>
          <p:nvPr/>
        </p:nvSpPr>
        <p:spPr>
          <a:xfrm>
            <a:off x="9930812" y="24861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Graphic 62" descr="Crown with solid fill">
            <a:extLst>
              <a:ext uri="{FF2B5EF4-FFF2-40B4-BE49-F238E27FC236}">
                <a16:creationId xmlns:a16="http://schemas.microsoft.com/office/drawing/2014/main" id="{1BA4527C-2D74-3EF1-CB82-5EF01B9C57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2481" y="1672463"/>
            <a:ext cx="704263" cy="704263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B6B8D453-2194-A22B-2689-9715FFD5842D}"/>
              </a:ext>
            </a:extLst>
          </p:cNvPr>
          <p:cNvSpPr txBox="1"/>
          <p:nvPr/>
        </p:nvSpPr>
        <p:spPr>
          <a:xfrm>
            <a:off x="6556238" y="1224536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0</a:t>
            </a:r>
            <a:endParaRPr lang="en-US" sz="24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A76C659-27B2-6957-7B1F-7EDEA44532C7}"/>
              </a:ext>
            </a:extLst>
          </p:cNvPr>
          <p:cNvSpPr txBox="1"/>
          <p:nvPr/>
        </p:nvSpPr>
        <p:spPr>
          <a:xfrm>
            <a:off x="7430207" y="1230644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1</a:t>
            </a:r>
            <a:endParaRPr lang="en-US" sz="24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9E50EA-19FE-178D-3A10-736E195CCE8C}"/>
              </a:ext>
            </a:extLst>
          </p:cNvPr>
          <p:cNvSpPr txBox="1"/>
          <p:nvPr/>
        </p:nvSpPr>
        <p:spPr>
          <a:xfrm>
            <a:off x="8263742" y="1230202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2</a:t>
            </a:r>
            <a:endParaRPr lang="en-US" sz="24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BFDBF0C-C52F-9AA6-8BE0-4A2485079E7C}"/>
              </a:ext>
            </a:extLst>
          </p:cNvPr>
          <p:cNvSpPr txBox="1"/>
          <p:nvPr/>
        </p:nvSpPr>
        <p:spPr>
          <a:xfrm>
            <a:off x="9097277" y="1230201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3</a:t>
            </a:r>
            <a:endParaRPr lang="en-US" sz="24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1CA36D1-FF4C-CB06-00AA-C8E40AFC9795}"/>
              </a:ext>
            </a:extLst>
          </p:cNvPr>
          <p:cNvSpPr txBox="1"/>
          <p:nvPr/>
        </p:nvSpPr>
        <p:spPr>
          <a:xfrm>
            <a:off x="9930812" y="1210798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4</a:t>
            </a:r>
            <a:endParaRPr lang="en-US" sz="24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AAEB214-4026-7B00-6BCA-B9C319359F5F}"/>
              </a:ext>
            </a:extLst>
          </p:cNvPr>
          <p:cNvSpPr txBox="1"/>
          <p:nvPr/>
        </p:nvSpPr>
        <p:spPr>
          <a:xfrm>
            <a:off x="10764347" y="1237302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5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67221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C2A2D-4C9C-0F3F-F40B-AFC085E2A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D3C13-43A5-E8E6-6C6F-9D5E59825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5951" y="374734"/>
            <a:ext cx="9144000" cy="535356"/>
          </a:xfrm>
        </p:spPr>
        <p:txBody>
          <a:bodyPr>
            <a:noAutofit/>
          </a:bodyPr>
          <a:lstStyle/>
          <a:p>
            <a:r>
              <a:rPr lang="vi-VN" sz="4000" dirty="0"/>
              <a:t>E-</a:t>
            </a:r>
            <a:r>
              <a:rPr lang="vi-VN" sz="4000" dirty="0" err="1"/>
              <a:t>learning</a:t>
            </a:r>
            <a:r>
              <a:rPr lang="vi-VN" sz="4000" dirty="0"/>
              <a:t> 01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1CD2EF-9520-CCA5-A868-992CE59BBB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296" y="1636387"/>
            <a:ext cx="5024252" cy="4737295"/>
          </a:xfrm>
        </p:spPr>
        <p:txBody>
          <a:bodyPr/>
          <a:lstStyle/>
          <a:p>
            <a:pPr algn="l"/>
            <a:r>
              <a:rPr lang="vi-VN" b="1" dirty="0"/>
              <a:t>Tính x theo công thức: </a:t>
            </a:r>
          </a:p>
          <a:p>
            <a:r>
              <a:rPr lang="vi-VN" dirty="0"/>
              <a:t>X = [ngày sinh của bạn]%6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vi-VN" dirty="0"/>
              <a:t>Đặt quân Hậu vào vị trí x của dòng đầu tiên sau đó thực hiện giải bài toán 6-Hậu hình bên bằng thuật toán quay lui (tìm vị trí đặt 5 quân Hậu còn lại).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vi-VN" dirty="0"/>
              <a:t>Trình bày trực quan các bước của lời giải.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AE19B0-A5B9-C915-AF89-DF32A3A0DF74}"/>
              </a:ext>
            </a:extLst>
          </p:cNvPr>
          <p:cNvSpPr/>
          <p:nvPr/>
        </p:nvSpPr>
        <p:spPr>
          <a:xfrm>
            <a:off x="6513677" y="1638885"/>
            <a:ext cx="5085471" cy="4712677"/>
          </a:xfrm>
          <a:prstGeom prst="rect">
            <a:avLst/>
          </a:prstGeom>
          <a:noFill/>
          <a:ln w="31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A6E70B-8155-6368-8333-ED77024E4E99}"/>
              </a:ext>
            </a:extLst>
          </p:cNvPr>
          <p:cNvSpPr/>
          <p:nvPr/>
        </p:nvSpPr>
        <p:spPr>
          <a:xfrm>
            <a:off x="6596672" y="327241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D6751A-117A-B2FF-B14E-C62BFBE88166}"/>
              </a:ext>
            </a:extLst>
          </p:cNvPr>
          <p:cNvSpPr/>
          <p:nvPr/>
        </p:nvSpPr>
        <p:spPr>
          <a:xfrm>
            <a:off x="7430207" y="3272410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A85856-80D2-7FA3-3F8E-F79861EE2060}"/>
              </a:ext>
            </a:extLst>
          </p:cNvPr>
          <p:cNvSpPr/>
          <p:nvPr/>
        </p:nvSpPr>
        <p:spPr>
          <a:xfrm>
            <a:off x="8263742" y="3272409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81601A-B874-33B2-B795-04C9124D5273}"/>
              </a:ext>
            </a:extLst>
          </p:cNvPr>
          <p:cNvSpPr/>
          <p:nvPr/>
        </p:nvSpPr>
        <p:spPr>
          <a:xfrm>
            <a:off x="9097277" y="3272408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F0C38B-AFAE-459C-4D5F-BF245B2EED82}"/>
              </a:ext>
            </a:extLst>
          </p:cNvPr>
          <p:cNvSpPr/>
          <p:nvPr/>
        </p:nvSpPr>
        <p:spPr>
          <a:xfrm>
            <a:off x="6596672" y="4040177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CAAA4A-8E00-9F7B-99BC-7D4ACA5398F5}"/>
              </a:ext>
            </a:extLst>
          </p:cNvPr>
          <p:cNvSpPr/>
          <p:nvPr/>
        </p:nvSpPr>
        <p:spPr>
          <a:xfrm>
            <a:off x="7430207" y="4040176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D82F07-FC5E-F2C2-A342-AF3713A9F636}"/>
              </a:ext>
            </a:extLst>
          </p:cNvPr>
          <p:cNvSpPr/>
          <p:nvPr/>
        </p:nvSpPr>
        <p:spPr>
          <a:xfrm>
            <a:off x="8263742" y="4040175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BDFD2F-DAB9-205C-03F4-B9E1F4C2AEC8}"/>
              </a:ext>
            </a:extLst>
          </p:cNvPr>
          <p:cNvSpPr/>
          <p:nvPr/>
        </p:nvSpPr>
        <p:spPr>
          <a:xfrm>
            <a:off x="9097277" y="40401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D00729-3BBA-E012-5BEF-1B61ADD77E60}"/>
              </a:ext>
            </a:extLst>
          </p:cNvPr>
          <p:cNvSpPr/>
          <p:nvPr/>
        </p:nvSpPr>
        <p:spPr>
          <a:xfrm>
            <a:off x="6596672" y="4807943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A0CB5E-01BF-29DA-B1C4-54D67AE74003}"/>
              </a:ext>
            </a:extLst>
          </p:cNvPr>
          <p:cNvSpPr/>
          <p:nvPr/>
        </p:nvSpPr>
        <p:spPr>
          <a:xfrm>
            <a:off x="7430207" y="4807942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B50C10-B4C6-54DE-4260-952660AE4B94}"/>
              </a:ext>
            </a:extLst>
          </p:cNvPr>
          <p:cNvSpPr/>
          <p:nvPr/>
        </p:nvSpPr>
        <p:spPr>
          <a:xfrm>
            <a:off x="8263742" y="480794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562308-B70B-1B42-F710-451C102AF2EE}"/>
              </a:ext>
            </a:extLst>
          </p:cNvPr>
          <p:cNvSpPr/>
          <p:nvPr/>
        </p:nvSpPr>
        <p:spPr>
          <a:xfrm>
            <a:off x="9097277" y="48079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26BD36-7456-BD5D-FC0B-D46971A25E9F}"/>
              </a:ext>
            </a:extLst>
          </p:cNvPr>
          <p:cNvSpPr/>
          <p:nvPr/>
        </p:nvSpPr>
        <p:spPr>
          <a:xfrm>
            <a:off x="6596672" y="5575709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850339-8494-9F42-25AF-9DADDD60F757}"/>
              </a:ext>
            </a:extLst>
          </p:cNvPr>
          <p:cNvSpPr/>
          <p:nvPr/>
        </p:nvSpPr>
        <p:spPr>
          <a:xfrm>
            <a:off x="7430207" y="5575708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FF954A-3534-52D2-57FE-A08334C65950}"/>
              </a:ext>
            </a:extLst>
          </p:cNvPr>
          <p:cNvSpPr/>
          <p:nvPr/>
        </p:nvSpPr>
        <p:spPr>
          <a:xfrm>
            <a:off x="8263742" y="557570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50D19F-5142-A744-15CA-42DDD9B74F15}"/>
              </a:ext>
            </a:extLst>
          </p:cNvPr>
          <p:cNvSpPr/>
          <p:nvPr/>
        </p:nvSpPr>
        <p:spPr>
          <a:xfrm>
            <a:off x="9097277" y="5575706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012228-1284-C5BB-1346-D4A0E0FCD4EA}"/>
              </a:ext>
            </a:extLst>
          </p:cNvPr>
          <p:cNvSpPr/>
          <p:nvPr/>
        </p:nvSpPr>
        <p:spPr>
          <a:xfrm>
            <a:off x="7430207" y="3272412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549CD1-E3A4-1068-292E-E2292398A612}"/>
              </a:ext>
            </a:extLst>
          </p:cNvPr>
          <p:cNvSpPr/>
          <p:nvPr/>
        </p:nvSpPr>
        <p:spPr>
          <a:xfrm>
            <a:off x="8263742" y="327241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D5E427-C25C-C580-AB4A-E759D9CBE491}"/>
              </a:ext>
            </a:extLst>
          </p:cNvPr>
          <p:cNvSpPr/>
          <p:nvPr/>
        </p:nvSpPr>
        <p:spPr>
          <a:xfrm>
            <a:off x="9097277" y="327241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A642B6-921B-9543-CC7C-AA3DECC304CB}"/>
              </a:ext>
            </a:extLst>
          </p:cNvPr>
          <p:cNvSpPr/>
          <p:nvPr/>
        </p:nvSpPr>
        <p:spPr>
          <a:xfrm>
            <a:off x="6596672" y="4040179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E7B214-E4A1-2EE3-F74D-7A8EF4BEBA66}"/>
              </a:ext>
            </a:extLst>
          </p:cNvPr>
          <p:cNvSpPr/>
          <p:nvPr/>
        </p:nvSpPr>
        <p:spPr>
          <a:xfrm>
            <a:off x="7430207" y="4040178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3875173-F489-A9AB-86AD-EE79FCE1C980}"/>
              </a:ext>
            </a:extLst>
          </p:cNvPr>
          <p:cNvSpPr/>
          <p:nvPr/>
        </p:nvSpPr>
        <p:spPr>
          <a:xfrm>
            <a:off x="8263742" y="404017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8EC0331-49A5-0513-8309-4F40353B3608}"/>
              </a:ext>
            </a:extLst>
          </p:cNvPr>
          <p:cNvSpPr/>
          <p:nvPr/>
        </p:nvSpPr>
        <p:spPr>
          <a:xfrm>
            <a:off x="8263742" y="4807943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809BE60-CCA9-F183-5129-A37F8698292E}"/>
              </a:ext>
            </a:extLst>
          </p:cNvPr>
          <p:cNvSpPr/>
          <p:nvPr/>
        </p:nvSpPr>
        <p:spPr>
          <a:xfrm>
            <a:off x="9930812" y="3272409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D37793D-C45F-CB2D-FE38-88D191E7169A}"/>
              </a:ext>
            </a:extLst>
          </p:cNvPr>
          <p:cNvSpPr/>
          <p:nvPr/>
        </p:nvSpPr>
        <p:spPr>
          <a:xfrm>
            <a:off x="10764347" y="3272408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0442481-89BC-A47C-2E05-026FD57D1D89}"/>
              </a:ext>
            </a:extLst>
          </p:cNvPr>
          <p:cNvSpPr/>
          <p:nvPr/>
        </p:nvSpPr>
        <p:spPr>
          <a:xfrm>
            <a:off x="9930812" y="4040175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0535A50-C16D-022A-4A01-7ADB6B025FF3}"/>
              </a:ext>
            </a:extLst>
          </p:cNvPr>
          <p:cNvSpPr/>
          <p:nvPr/>
        </p:nvSpPr>
        <p:spPr>
          <a:xfrm>
            <a:off x="10764347" y="40401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8A25C75-35BD-4523-4846-7C045E876030}"/>
              </a:ext>
            </a:extLst>
          </p:cNvPr>
          <p:cNvSpPr/>
          <p:nvPr/>
        </p:nvSpPr>
        <p:spPr>
          <a:xfrm>
            <a:off x="9930812" y="480794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0ECAB60-442F-B8AD-0971-CEFF42075C52}"/>
              </a:ext>
            </a:extLst>
          </p:cNvPr>
          <p:cNvSpPr/>
          <p:nvPr/>
        </p:nvSpPr>
        <p:spPr>
          <a:xfrm>
            <a:off x="10764347" y="48079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D2B30BA-F9A9-6870-E52A-E454FA88951D}"/>
              </a:ext>
            </a:extLst>
          </p:cNvPr>
          <p:cNvSpPr/>
          <p:nvPr/>
        </p:nvSpPr>
        <p:spPr>
          <a:xfrm>
            <a:off x="9930812" y="557570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B993ED3-9283-0FAD-95DF-F4FCA3B41439}"/>
              </a:ext>
            </a:extLst>
          </p:cNvPr>
          <p:cNvSpPr/>
          <p:nvPr/>
        </p:nvSpPr>
        <p:spPr>
          <a:xfrm>
            <a:off x="10764347" y="5575706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771E8F0-8352-85B7-2FCD-D55183240845}"/>
              </a:ext>
            </a:extLst>
          </p:cNvPr>
          <p:cNvSpPr/>
          <p:nvPr/>
        </p:nvSpPr>
        <p:spPr>
          <a:xfrm>
            <a:off x="9930812" y="327241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32B4B9B-5A93-F671-7648-E844063189B6}"/>
              </a:ext>
            </a:extLst>
          </p:cNvPr>
          <p:cNvSpPr/>
          <p:nvPr/>
        </p:nvSpPr>
        <p:spPr>
          <a:xfrm>
            <a:off x="10764347" y="327241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E0A93A3-A61F-38D9-7EC7-12FEAE3EC8ED}"/>
              </a:ext>
            </a:extLst>
          </p:cNvPr>
          <p:cNvSpPr/>
          <p:nvPr/>
        </p:nvSpPr>
        <p:spPr>
          <a:xfrm>
            <a:off x="9930812" y="404017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5397FBC-7481-3F0E-4816-3AE8E71A2081}"/>
              </a:ext>
            </a:extLst>
          </p:cNvPr>
          <p:cNvSpPr/>
          <p:nvPr/>
        </p:nvSpPr>
        <p:spPr>
          <a:xfrm>
            <a:off x="9930812" y="4807943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35CAD6B-1AFC-01C6-8AEE-7E4A7983F1EA}"/>
              </a:ext>
            </a:extLst>
          </p:cNvPr>
          <p:cNvSpPr/>
          <p:nvPr/>
        </p:nvSpPr>
        <p:spPr>
          <a:xfrm>
            <a:off x="6596672" y="17183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549FED5-D189-9C6D-6805-9B29F6B4CF5C}"/>
              </a:ext>
            </a:extLst>
          </p:cNvPr>
          <p:cNvSpPr/>
          <p:nvPr/>
        </p:nvSpPr>
        <p:spPr>
          <a:xfrm>
            <a:off x="7430207" y="1718373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93F174B-4E64-DE45-6628-A805BE7605E9}"/>
              </a:ext>
            </a:extLst>
          </p:cNvPr>
          <p:cNvSpPr/>
          <p:nvPr/>
        </p:nvSpPr>
        <p:spPr>
          <a:xfrm>
            <a:off x="8263742" y="1718372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2F5DCBA-EB0F-EAB3-C9B3-2337FE0FA9CA}"/>
              </a:ext>
            </a:extLst>
          </p:cNvPr>
          <p:cNvSpPr/>
          <p:nvPr/>
        </p:nvSpPr>
        <p:spPr>
          <a:xfrm>
            <a:off x="9097277" y="171837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20F64F0-6DC9-5217-1D7B-284BAB784C89}"/>
              </a:ext>
            </a:extLst>
          </p:cNvPr>
          <p:cNvSpPr/>
          <p:nvPr/>
        </p:nvSpPr>
        <p:spPr>
          <a:xfrm>
            <a:off x="6596672" y="2486140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B4DE654-2DCF-246C-0BC7-C162D4996AEB}"/>
              </a:ext>
            </a:extLst>
          </p:cNvPr>
          <p:cNvSpPr/>
          <p:nvPr/>
        </p:nvSpPr>
        <p:spPr>
          <a:xfrm>
            <a:off x="7430207" y="2486139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CFC6B07-9B19-915B-1ECB-E97D46013E91}"/>
              </a:ext>
            </a:extLst>
          </p:cNvPr>
          <p:cNvSpPr/>
          <p:nvPr/>
        </p:nvSpPr>
        <p:spPr>
          <a:xfrm>
            <a:off x="8263742" y="2486138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3612FA7-7682-7353-46E6-2C0A3577601C}"/>
              </a:ext>
            </a:extLst>
          </p:cNvPr>
          <p:cNvSpPr/>
          <p:nvPr/>
        </p:nvSpPr>
        <p:spPr>
          <a:xfrm>
            <a:off x="9097277" y="2486137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30EBB66-5D2E-AC23-DA8C-A691C55098E6}"/>
              </a:ext>
            </a:extLst>
          </p:cNvPr>
          <p:cNvSpPr/>
          <p:nvPr/>
        </p:nvSpPr>
        <p:spPr>
          <a:xfrm>
            <a:off x="7430207" y="1718375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7085FD9-926C-8FDE-725C-6CDE83525EC3}"/>
              </a:ext>
            </a:extLst>
          </p:cNvPr>
          <p:cNvSpPr/>
          <p:nvPr/>
        </p:nvSpPr>
        <p:spPr>
          <a:xfrm>
            <a:off x="8263742" y="17183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8D94010-9509-F538-8C00-ABEEE01C0925}"/>
              </a:ext>
            </a:extLst>
          </p:cNvPr>
          <p:cNvSpPr/>
          <p:nvPr/>
        </p:nvSpPr>
        <p:spPr>
          <a:xfrm>
            <a:off x="9097277" y="1718373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A5E2CC6-6E34-03E1-59AA-E19AAF53CABD}"/>
              </a:ext>
            </a:extLst>
          </p:cNvPr>
          <p:cNvSpPr/>
          <p:nvPr/>
        </p:nvSpPr>
        <p:spPr>
          <a:xfrm>
            <a:off x="6596672" y="2486142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017DBDE-46C2-3553-28BA-C666848465C1}"/>
              </a:ext>
            </a:extLst>
          </p:cNvPr>
          <p:cNvSpPr/>
          <p:nvPr/>
        </p:nvSpPr>
        <p:spPr>
          <a:xfrm>
            <a:off x="7430207" y="248614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61B468E-8A15-89A3-418C-A9E1FED63DB5}"/>
              </a:ext>
            </a:extLst>
          </p:cNvPr>
          <p:cNvSpPr/>
          <p:nvPr/>
        </p:nvSpPr>
        <p:spPr>
          <a:xfrm>
            <a:off x="8263742" y="24861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D6648DA-C61A-1BFE-1FE9-0D29CCAF2565}"/>
              </a:ext>
            </a:extLst>
          </p:cNvPr>
          <p:cNvSpPr/>
          <p:nvPr/>
        </p:nvSpPr>
        <p:spPr>
          <a:xfrm>
            <a:off x="9930812" y="1718372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21369C5-AB33-D664-4C41-508A05FA11E0}"/>
              </a:ext>
            </a:extLst>
          </p:cNvPr>
          <p:cNvSpPr/>
          <p:nvPr/>
        </p:nvSpPr>
        <p:spPr>
          <a:xfrm>
            <a:off x="10764347" y="171837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F19B2D5-1077-3AA8-ACF6-C035E0209358}"/>
              </a:ext>
            </a:extLst>
          </p:cNvPr>
          <p:cNvSpPr/>
          <p:nvPr/>
        </p:nvSpPr>
        <p:spPr>
          <a:xfrm>
            <a:off x="9930812" y="2486138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C35731D-F63F-3EDA-E3A5-3E13D3DF9E87}"/>
              </a:ext>
            </a:extLst>
          </p:cNvPr>
          <p:cNvSpPr/>
          <p:nvPr/>
        </p:nvSpPr>
        <p:spPr>
          <a:xfrm>
            <a:off x="10764347" y="2486137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F640495-449F-581E-6020-69E833CC9EDB}"/>
              </a:ext>
            </a:extLst>
          </p:cNvPr>
          <p:cNvSpPr/>
          <p:nvPr/>
        </p:nvSpPr>
        <p:spPr>
          <a:xfrm>
            <a:off x="9930812" y="17183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3166102-29CB-029C-9C46-BF96F3F547F0}"/>
              </a:ext>
            </a:extLst>
          </p:cNvPr>
          <p:cNvSpPr/>
          <p:nvPr/>
        </p:nvSpPr>
        <p:spPr>
          <a:xfrm>
            <a:off x="10764347" y="1718373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118A3D8-4440-F0EE-D0CE-790A984BC164}"/>
              </a:ext>
            </a:extLst>
          </p:cNvPr>
          <p:cNvSpPr/>
          <p:nvPr/>
        </p:nvSpPr>
        <p:spPr>
          <a:xfrm>
            <a:off x="9930812" y="24861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Graphic 62" descr="Crown with solid fill">
            <a:extLst>
              <a:ext uri="{FF2B5EF4-FFF2-40B4-BE49-F238E27FC236}">
                <a16:creationId xmlns:a16="http://schemas.microsoft.com/office/drawing/2014/main" id="{290624A0-380C-54AB-3251-819615D8D3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55015" y="1672463"/>
            <a:ext cx="704263" cy="704263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9DF7EB0D-88C1-EE5E-38DB-9492962FA00D}"/>
              </a:ext>
            </a:extLst>
          </p:cNvPr>
          <p:cNvSpPr txBox="1"/>
          <p:nvPr/>
        </p:nvSpPr>
        <p:spPr>
          <a:xfrm>
            <a:off x="6556238" y="1224536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0</a:t>
            </a:r>
            <a:endParaRPr lang="en-US" sz="24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7B4BA27-47E0-68F8-92BC-D4B252E06FC7}"/>
              </a:ext>
            </a:extLst>
          </p:cNvPr>
          <p:cNvSpPr txBox="1"/>
          <p:nvPr/>
        </p:nvSpPr>
        <p:spPr>
          <a:xfrm>
            <a:off x="7430207" y="1230644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1</a:t>
            </a:r>
            <a:endParaRPr lang="en-US" sz="24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F97CF95-A666-189E-C75F-9DCD9BE7735A}"/>
              </a:ext>
            </a:extLst>
          </p:cNvPr>
          <p:cNvSpPr txBox="1"/>
          <p:nvPr/>
        </p:nvSpPr>
        <p:spPr>
          <a:xfrm>
            <a:off x="8263742" y="1230202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2</a:t>
            </a:r>
            <a:endParaRPr lang="en-US" sz="24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116F95D-8924-9375-06F1-FDB0146298EA}"/>
              </a:ext>
            </a:extLst>
          </p:cNvPr>
          <p:cNvSpPr txBox="1"/>
          <p:nvPr/>
        </p:nvSpPr>
        <p:spPr>
          <a:xfrm>
            <a:off x="9097277" y="1230201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3</a:t>
            </a:r>
            <a:endParaRPr lang="en-US" sz="24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30A43FA-2E89-F681-735A-2C72E63739A1}"/>
              </a:ext>
            </a:extLst>
          </p:cNvPr>
          <p:cNvSpPr txBox="1"/>
          <p:nvPr/>
        </p:nvSpPr>
        <p:spPr>
          <a:xfrm>
            <a:off x="9930812" y="1210798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4</a:t>
            </a:r>
            <a:endParaRPr lang="en-US" sz="24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C3540D4-BBB9-9CC2-947A-EED967650F8A}"/>
              </a:ext>
            </a:extLst>
          </p:cNvPr>
          <p:cNvSpPr txBox="1"/>
          <p:nvPr/>
        </p:nvSpPr>
        <p:spPr>
          <a:xfrm>
            <a:off x="10764347" y="1237302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5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54045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1A022-2036-3D22-41EB-6E64159FA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19B62-CAF3-723C-CF6C-4FC9C64915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5951" y="374734"/>
            <a:ext cx="9144000" cy="535356"/>
          </a:xfrm>
        </p:spPr>
        <p:txBody>
          <a:bodyPr>
            <a:noAutofit/>
          </a:bodyPr>
          <a:lstStyle/>
          <a:p>
            <a:r>
              <a:rPr lang="vi-VN" sz="4000" dirty="0"/>
              <a:t>E-</a:t>
            </a:r>
            <a:r>
              <a:rPr lang="vi-VN" sz="4000" dirty="0" err="1"/>
              <a:t>learning</a:t>
            </a:r>
            <a:r>
              <a:rPr lang="vi-VN" sz="4000" dirty="0"/>
              <a:t> 01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39206-7582-8385-9CD8-8EE6B6CEC6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296" y="1636387"/>
            <a:ext cx="5024252" cy="4737295"/>
          </a:xfrm>
        </p:spPr>
        <p:txBody>
          <a:bodyPr/>
          <a:lstStyle/>
          <a:p>
            <a:pPr algn="l"/>
            <a:r>
              <a:rPr lang="vi-VN" b="1" dirty="0"/>
              <a:t>Tính x theo công thức: </a:t>
            </a:r>
          </a:p>
          <a:p>
            <a:r>
              <a:rPr lang="vi-VN" dirty="0"/>
              <a:t>X = [ngày sinh của bạn]%6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vi-VN" dirty="0"/>
              <a:t>Đặt quân Hậu vào vị trí x của dòng đầu tiên sau đó thực hiện giải bài toán 6-Hậu hình bên bằng thuật toán quay lui (tìm vị trí đặt 5 quân Hậu còn lại).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vi-VN" dirty="0"/>
              <a:t>Trình bày trực quan các bước của lời giải.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1196A7-6B2C-CA57-68D4-A655709E0C56}"/>
              </a:ext>
            </a:extLst>
          </p:cNvPr>
          <p:cNvSpPr/>
          <p:nvPr/>
        </p:nvSpPr>
        <p:spPr>
          <a:xfrm>
            <a:off x="6513677" y="1638885"/>
            <a:ext cx="5085471" cy="4712677"/>
          </a:xfrm>
          <a:prstGeom prst="rect">
            <a:avLst/>
          </a:prstGeom>
          <a:noFill/>
          <a:ln w="31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B60886-1D1F-DA46-EE02-D2096DF8C414}"/>
              </a:ext>
            </a:extLst>
          </p:cNvPr>
          <p:cNvSpPr/>
          <p:nvPr/>
        </p:nvSpPr>
        <p:spPr>
          <a:xfrm>
            <a:off x="6596672" y="327241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623A2F-0A60-667B-2E8A-9927081E85DA}"/>
              </a:ext>
            </a:extLst>
          </p:cNvPr>
          <p:cNvSpPr/>
          <p:nvPr/>
        </p:nvSpPr>
        <p:spPr>
          <a:xfrm>
            <a:off x="7430207" y="3272410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F88812-D70D-2619-C901-3CB9472DE211}"/>
              </a:ext>
            </a:extLst>
          </p:cNvPr>
          <p:cNvSpPr/>
          <p:nvPr/>
        </p:nvSpPr>
        <p:spPr>
          <a:xfrm>
            <a:off x="8263742" y="3272409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3E121A-B8B6-0D37-1EB8-D5D59B9E3627}"/>
              </a:ext>
            </a:extLst>
          </p:cNvPr>
          <p:cNvSpPr/>
          <p:nvPr/>
        </p:nvSpPr>
        <p:spPr>
          <a:xfrm>
            <a:off x="9097277" y="3272408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5DD599-E50F-698C-E599-1C4ED2645437}"/>
              </a:ext>
            </a:extLst>
          </p:cNvPr>
          <p:cNvSpPr/>
          <p:nvPr/>
        </p:nvSpPr>
        <p:spPr>
          <a:xfrm>
            <a:off x="6596672" y="4040177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EDAB2F-F009-9E6D-0155-2AF217572D8F}"/>
              </a:ext>
            </a:extLst>
          </p:cNvPr>
          <p:cNvSpPr/>
          <p:nvPr/>
        </p:nvSpPr>
        <p:spPr>
          <a:xfrm>
            <a:off x="7430207" y="4040176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9FA250-96B1-3DC4-D49A-C23018E010D9}"/>
              </a:ext>
            </a:extLst>
          </p:cNvPr>
          <p:cNvSpPr/>
          <p:nvPr/>
        </p:nvSpPr>
        <p:spPr>
          <a:xfrm>
            <a:off x="8263742" y="4040175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DBB918-358D-8D5A-BBE2-6F5CED324E8F}"/>
              </a:ext>
            </a:extLst>
          </p:cNvPr>
          <p:cNvSpPr/>
          <p:nvPr/>
        </p:nvSpPr>
        <p:spPr>
          <a:xfrm>
            <a:off x="9097277" y="40401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F10252-4909-71D6-BA11-48A1B9E80470}"/>
              </a:ext>
            </a:extLst>
          </p:cNvPr>
          <p:cNvSpPr/>
          <p:nvPr/>
        </p:nvSpPr>
        <p:spPr>
          <a:xfrm>
            <a:off x="6596672" y="4807943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47A731-3E14-5CF6-F846-1A4646477AEA}"/>
              </a:ext>
            </a:extLst>
          </p:cNvPr>
          <p:cNvSpPr/>
          <p:nvPr/>
        </p:nvSpPr>
        <p:spPr>
          <a:xfrm>
            <a:off x="7430207" y="4807942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D7A1DC-7E52-509A-F71B-F124371E3422}"/>
              </a:ext>
            </a:extLst>
          </p:cNvPr>
          <p:cNvSpPr/>
          <p:nvPr/>
        </p:nvSpPr>
        <p:spPr>
          <a:xfrm>
            <a:off x="8263742" y="480794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5D9C6B-D7B7-0BFF-D323-A1275FC4F1E0}"/>
              </a:ext>
            </a:extLst>
          </p:cNvPr>
          <p:cNvSpPr/>
          <p:nvPr/>
        </p:nvSpPr>
        <p:spPr>
          <a:xfrm>
            <a:off x="9097277" y="48079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E1A222-F3BA-A139-B16B-EA6100DC550D}"/>
              </a:ext>
            </a:extLst>
          </p:cNvPr>
          <p:cNvSpPr/>
          <p:nvPr/>
        </p:nvSpPr>
        <p:spPr>
          <a:xfrm>
            <a:off x="6596672" y="5575709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1AC5FB-E84A-EA97-85C0-D752FD81C284}"/>
              </a:ext>
            </a:extLst>
          </p:cNvPr>
          <p:cNvSpPr/>
          <p:nvPr/>
        </p:nvSpPr>
        <p:spPr>
          <a:xfrm>
            <a:off x="7430207" y="5575708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D6F942-A7D7-776A-3016-411A5A9EA0A3}"/>
              </a:ext>
            </a:extLst>
          </p:cNvPr>
          <p:cNvSpPr/>
          <p:nvPr/>
        </p:nvSpPr>
        <p:spPr>
          <a:xfrm>
            <a:off x="8263742" y="557570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93A261-3643-C2C1-D392-D07DC05682D0}"/>
              </a:ext>
            </a:extLst>
          </p:cNvPr>
          <p:cNvSpPr/>
          <p:nvPr/>
        </p:nvSpPr>
        <p:spPr>
          <a:xfrm>
            <a:off x="9097277" y="5575706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8BEFFD2-8718-7799-9D0E-518CDF08BAC5}"/>
              </a:ext>
            </a:extLst>
          </p:cNvPr>
          <p:cNvSpPr/>
          <p:nvPr/>
        </p:nvSpPr>
        <p:spPr>
          <a:xfrm>
            <a:off x="7430207" y="3272412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F39808-6ABF-4DF5-D7DA-520D7B24AAA2}"/>
              </a:ext>
            </a:extLst>
          </p:cNvPr>
          <p:cNvSpPr/>
          <p:nvPr/>
        </p:nvSpPr>
        <p:spPr>
          <a:xfrm>
            <a:off x="8263742" y="327241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5BF8D5-B3D1-2EA9-2644-E83571231F04}"/>
              </a:ext>
            </a:extLst>
          </p:cNvPr>
          <p:cNvSpPr/>
          <p:nvPr/>
        </p:nvSpPr>
        <p:spPr>
          <a:xfrm>
            <a:off x="9097277" y="327241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9A317F-352F-4E61-E6F1-E1AD3849CAB5}"/>
              </a:ext>
            </a:extLst>
          </p:cNvPr>
          <p:cNvSpPr/>
          <p:nvPr/>
        </p:nvSpPr>
        <p:spPr>
          <a:xfrm>
            <a:off x="6596672" y="4040179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03314B-7CFC-DD5E-8DAA-638DEF1238E4}"/>
              </a:ext>
            </a:extLst>
          </p:cNvPr>
          <p:cNvSpPr/>
          <p:nvPr/>
        </p:nvSpPr>
        <p:spPr>
          <a:xfrm>
            <a:off x="7430207" y="4040178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31056D-FA9C-4392-8D9A-C4A424B24EA7}"/>
              </a:ext>
            </a:extLst>
          </p:cNvPr>
          <p:cNvSpPr/>
          <p:nvPr/>
        </p:nvSpPr>
        <p:spPr>
          <a:xfrm>
            <a:off x="8263742" y="404017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B00226E-9A5D-EDEE-D1C8-14A5B34D9E15}"/>
              </a:ext>
            </a:extLst>
          </p:cNvPr>
          <p:cNvSpPr/>
          <p:nvPr/>
        </p:nvSpPr>
        <p:spPr>
          <a:xfrm>
            <a:off x="8263742" y="4807943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7BF829D-74B3-C5E7-EC80-C818ED13DBC1}"/>
              </a:ext>
            </a:extLst>
          </p:cNvPr>
          <p:cNvSpPr/>
          <p:nvPr/>
        </p:nvSpPr>
        <p:spPr>
          <a:xfrm>
            <a:off x="9930812" y="3272409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E536EB-AD4C-B152-F0CD-578532457D74}"/>
              </a:ext>
            </a:extLst>
          </p:cNvPr>
          <p:cNvSpPr/>
          <p:nvPr/>
        </p:nvSpPr>
        <p:spPr>
          <a:xfrm>
            <a:off x="10764347" y="3272408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76CD88B-8C0A-1B57-2AD7-04A58F6E9BB2}"/>
              </a:ext>
            </a:extLst>
          </p:cNvPr>
          <p:cNvSpPr/>
          <p:nvPr/>
        </p:nvSpPr>
        <p:spPr>
          <a:xfrm>
            <a:off x="9930812" y="4040175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4D5BE37-7E50-A8D3-C371-087C6ED7237D}"/>
              </a:ext>
            </a:extLst>
          </p:cNvPr>
          <p:cNvSpPr/>
          <p:nvPr/>
        </p:nvSpPr>
        <p:spPr>
          <a:xfrm>
            <a:off x="10764347" y="40401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61A7D1-3214-C6BD-DCC2-36E51B2FC4F4}"/>
              </a:ext>
            </a:extLst>
          </p:cNvPr>
          <p:cNvSpPr/>
          <p:nvPr/>
        </p:nvSpPr>
        <p:spPr>
          <a:xfrm>
            <a:off x="9930812" y="480794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58BAF1F-D5F1-3922-0875-5F1C15A79CE3}"/>
              </a:ext>
            </a:extLst>
          </p:cNvPr>
          <p:cNvSpPr/>
          <p:nvPr/>
        </p:nvSpPr>
        <p:spPr>
          <a:xfrm>
            <a:off x="10764347" y="48079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2A44212-0009-4A63-7D6E-6581633A1D34}"/>
              </a:ext>
            </a:extLst>
          </p:cNvPr>
          <p:cNvSpPr/>
          <p:nvPr/>
        </p:nvSpPr>
        <p:spPr>
          <a:xfrm>
            <a:off x="9930812" y="557570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101E0E1-B9D0-9328-BD24-8165BB95DCCB}"/>
              </a:ext>
            </a:extLst>
          </p:cNvPr>
          <p:cNvSpPr/>
          <p:nvPr/>
        </p:nvSpPr>
        <p:spPr>
          <a:xfrm>
            <a:off x="10764347" y="5575706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0949B70-5C61-7949-F4CA-4911AD8DCF9B}"/>
              </a:ext>
            </a:extLst>
          </p:cNvPr>
          <p:cNvSpPr/>
          <p:nvPr/>
        </p:nvSpPr>
        <p:spPr>
          <a:xfrm>
            <a:off x="9930812" y="327241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225649B-5F70-E774-BC8A-1B660F77B596}"/>
              </a:ext>
            </a:extLst>
          </p:cNvPr>
          <p:cNvSpPr/>
          <p:nvPr/>
        </p:nvSpPr>
        <p:spPr>
          <a:xfrm>
            <a:off x="10764347" y="327241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939A5EF-A6D9-9A9E-DA50-3E98DB203BA9}"/>
              </a:ext>
            </a:extLst>
          </p:cNvPr>
          <p:cNvSpPr/>
          <p:nvPr/>
        </p:nvSpPr>
        <p:spPr>
          <a:xfrm>
            <a:off x="9930812" y="404017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D5093DE-1950-6A88-3124-7333426B9D09}"/>
              </a:ext>
            </a:extLst>
          </p:cNvPr>
          <p:cNvSpPr/>
          <p:nvPr/>
        </p:nvSpPr>
        <p:spPr>
          <a:xfrm>
            <a:off x="9930812" y="4807943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D30C51C-4909-9FD3-C8D9-0FC3D0D03737}"/>
              </a:ext>
            </a:extLst>
          </p:cNvPr>
          <p:cNvSpPr/>
          <p:nvPr/>
        </p:nvSpPr>
        <p:spPr>
          <a:xfrm>
            <a:off x="6596672" y="17183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762369B-E56E-289E-BDAB-1EF5E5FCAB4B}"/>
              </a:ext>
            </a:extLst>
          </p:cNvPr>
          <p:cNvSpPr/>
          <p:nvPr/>
        </p:nvSpPr>
        <p:spPr>
          <a:xfrm>
            <a:off x="7430207" y="1718373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84B7137-50B4-F85F-C376-C83ECAEE861B}"/>
              </a:ext>
            </a:extLst>
          </p:cNvPr>
          <p:cNvSpPr/>
          <p:nvPr/>
        </p:nvSpPr>
        <p:spPr>
          <a:xfrm>
            <a:off x="8263742" y="1718372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108E1E9-A313-8408-A97F-1EA16B980826}"/>
              </a:ext>
            </a:extLst>
          </p:cNvPr>
          <p:cNvSpPr/>
          <p:nvPr/>
        </p:nvSpPr>
        <p:spPr>
          <a:xfrm>
            <a:off x="9097277" y="171837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4F0D1C6-0BAB-2489-6040-83997975F82A}"/>
              </a:ext>
            </a:extLst>
          </p:cNvPr>
          <p:cNvSpPr/>
          <p:nvPr/>
        </p:nvSpPr>
        <p:spPr>
          <a:xfrm>
            <a:off x="6596672" y="2486140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DA80062-0001-53B7-C6FF-813D1F9C307B}"/>
              </a:ext>
            </a:extLst>
          </p:cNvPr>
          <p:cNvSpPr/>
          <p:nvPr/>
        </p:nvSpPr>
        <p:spPr>
          <a:xfrm>
            <a:off x="7430207" y="2486139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16C4E01-E2E2-6012-23FC-91A20AAAB28D}"/>
              </a:ext>
            </a:extLst>
          </p:cNvPr>
          <p:cNvSpPr/>
          <p:nvPr/>
        </p:nvSpPr>
        <p:spPr>
          <a:xfrm>
            <a:off x="8263742" y="2486138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D42B60B-5481-7B17-F51F-0CE1126726B1}"/>
              </a:ext>
            </a:extLst>
          </p:cNvPr>
          <p:cNvSpPr/>
          <p:nvPr/>
        </p:nvSpPr>
        <p:spPr>
          <a:xfrm>
            <a:off x="9097277" y="2486137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8B74575-94A9-FCF0-FC14-B06256996BCA}"/>
              </a:ext>
            </a:extLst>
          </p:cNvPr>
          <p:cNvSpPr/>
          <p:nvPr/>
        </p:nvSpPr>
        <p:spPr>
          <a:xfrm>
            <a:off x="7430207" y="1718375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E965732-2A68-BF9F-A48F-B18A6BD455A1}"/>
              </a:ext>
            </a:extLst>
          </p:cNvPr>
          <p:cNvSpPr/>
          <p:nvPr/>
        </p:nvSpPr>
        <p:spPr>
          <a:xfrm>
            <a:off x="8263742" y="17183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53D6136-245C-20B6-3BC0-878101B0B447}"/>
              </a:ext>
            </a:extLst>
          </p:cNvPr>
          <p:cNvSpPr/>
          <p:nvPr/>
        </p:nvSpPr>
        <p:spPr>
          <a:xfrm>
            <a:off x="9097277" y="1718373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42B0F31-82B8-E39F-9860-F6DA163E6DAD}"/>
              </a:ext>
            </a:extLst>
          </p:cNvPr>
          <p:cNvSpPr/>
          <p:nvPr/>
        </p:nvSpPr>
        <p:spPr>
          <a:xfrm>
            <a:off x="6596672" y="2486142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D0F51E0-B51C-52D7-5689-F21FD023427D}"/>
              </a:ext>
            </a:extLst>
          </p:cNvPr>
          <p:cNvSpPr/>
          <p:nvPr/>
        </p:nvSpPr>
        <p:spPr>
          <a:xfrm>
            <a:off x="7430207" y="248614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474FDE3-D1C5-C872-7CD3-A1B3A50DE356}"/>
              </a:ext>
            </a:extLst>
          </p:cNvPr>
          <p:cNvSpPr/>
          <p:nvPr/>
        </p:nvSpPr>
        <p:spPr>
          <a:xfrm>
            <a:off x="8263742" y="24861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C5C114D-B9BA-B1E7-F73A-4A5A4C511A50}"/>
              </a:ext>
            </a:extLst>
          </p:cNvPr>
          <p:cNvSpPr/>
          <p:nvPr/>
        </p:nvSpPr>
        <p:spPr>
          <a:xfrm>
            <a:off x="9930812" y="1718372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0BF01E1-009B-2996-8C61-ADEF9F04365E}"/>
              </a:ext>
            </a:extLst>
          </p:cNvPr>
          <p:cNvSpPr/>
          <p:nvPr/>
        </p:nvSpPr>
        <p:spPr>
          <a:xfrm>
            <a:off x="10764347" y="171837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C35D6B8-D841-1109-12C8-2FB9C8EEC9BD}"/>
              </a:ext>
            </a:extLst>
          </p:cNvPr>
          <p:cNvSpPr/>
          <p:nvPr/>
        </p:nvSpPr>
        <p:spPr>
          <a:xfrm>
            <a:off x="9930812" y="2486138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50E77D2-7646-B9C3-184E-67FD18AA3136}"/>
              </a:ext>
            </a:extLst>
          </p:cNvPr>
          <p:cNvSpPr/>
          <p:nvPr/>
        </p:nvSpPr>
        <p:spPr>
          <a:xfrm>
            <a:off x="10764347" y="2486137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EC2923F-9E44-93AF-A777-9A6B5704F9B3}"/>
              </a:ext>
            </a:extLst>
          </p:cNvPr>
          <p:cNvSpPr/>
          <p:nvPr/>
        </p:nvSpPr>
        <p:spPr>
          <a:xfrm>
            <a:off x="9930812" y="17183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F2E6634-78F1-9E38-9379-50BEC2F9135C}"/>
              </a:ext>
            </a:extLst>
          </p:cNvPr>
          <p:cNvSpPr/>
          <p:nvPr/>
        </p:nvSpPr>
        <p:spPr>
          <a:xfrm>
            <a:off x="10764347" y="1718373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AD3F58F-DE1F-F028-FFB3-94582C802A67}"/>
              </a:ext>
            </a:extLst>
          </p:cNvPr>
          <p:cNvSpPr/>
          <p:nvPr/>
        </p:nvSpPr>
        <p:spPr>
          <a:xfrm>
            <a:off x="9930812" y="24861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Graphic 62" descr="Crown with solid fill">
            <a:extLst>
              <a:ext uri="{FF2B5EF4-FFF2-40B4-BE49-F238E27FC236}">
                <a16:creationId xmlns:a16="http://schemas.microsoft.com/office/drawing/2014/main" id="{0A5DDA63-79A9-A659-09F8-A19F7300FA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55015" y="1672463"/>
            <a:ext cx="704263" cy="704263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6CCB97C6-A414-6383-E18D-BA5B692D44AC}"/>
              </a:ext>
            </a:extLst>
          </p:cNvPr>
          <p:cNvSpPr txBox="1"/>
          <p:nvPr/>
        </p:nvSpPr>
        <p:spPr>
          <a:xfrm>
            <a:off x="6556238" y="1224536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0</a:t>
            </a:r>
            <a:endParaRPr lang="en-US" sz="24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9955DAA-5144-9DE1-EFB5-8AB1ED2C1FF0}"/>
              </a:ext>
            </a:extLst>
          </p:cNvPr>
          <p:cNvSpPr txBox="1"/>
          <p:nvPr/>
        </p:nvSpPr>
        <p:spPr>
          <a:xfrm>
            <a:off x="7430207" y="1230644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1</a:t>
            </a:r>
            <a:endParaRPr lang="en-US" sz="24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F91D11D-5B3F-F0EF-7DA6-5BA604957B6A}"/>
              </a:ext>
            </a:extLst>
          </p:cNvPr>
          <p:cNvSpPr txBox="1"/>
          <p:nvPr/>
        </p:nvSpPr>
        <p:spPr>
          <a:xfrm>
            <a:off x="8263742" y="1230202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2</a:t>
            </a:r>
            <a:endParaRPr lang="en-US" sz="24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AD1E22A-E527-97B7-61C0-3EB06986CFC5}"/>
              </a:ext>
            </a:extLst>
          </p:cNvPr>
          <p:cNvSpPr txBox="1"/>
          <p:nvPr/>
        </p:nvSpPr>
        <p:spPr>
          <a:xfrm>
            <a:off x="9097277" y="1230201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3</a:t>
            </a:r>
            <a:endParaRPr lang="en-US" sz="24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DC3819E-034D-2911-4E14-D6824DAB7862}"/>
              </a:ext>
            </a:extLst>
          </p:cNvPr>
          <p:cNvSpPr txBox="1"/>
          <p:nvPr/>
        </p:nvSpPr>
        <p:spPr>
          <a:xfrm>
            <a:off x="9930812" y="1210798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4</a:t>
            </a:r>
            <a:endParaRPr lang="en-US" sz="24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C46573D-C3A8-0E46-F4D6-771CDD9C1929}"/>
              </a:ext>
            </a:extLst>
          </p:cNvPr>
          <p:cNvSpPr txBox="1"/>
          <p:nvPr/>
        </p:nvSpPr>
        <p:spPr>
          <a:xfrm>
            <a:off x="10764347" y="1237302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5</a:t>
            </a:r>
            <a:endParaRPr lang="en-US" sz="2400" b="1" dirty="0"/>
          </a:p>
        </p:txBody>
      </p:sp>
      <p:pic>
        <p:nvPicPr>
          <p:cNvPr id="61" name="Graphic 60" descr="Crown with solid fill">
            <a:extLst>
              <a:ext uri="{FF2B5EF4-FFF2-40B4-BE49-F238E27FC236}">
                <a16:creationId xmlns:a16="http://schemas.microsoft.com/office/drawing/2014/main" id="{CDC54A7C-637C-D4FE-13A0-B2862C71FE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87945" y="2458726"/>
            <a:ext cx="704263" cy="70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429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F790E-9F51-226E-5CCC-89D18E4AD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863D3-622E-FD76-4B0D-E9F6EA3236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5951" y="374734"/>
            <a:ext cx="9144000" cy="535356"/>
          </a:xfrm>
        </p:spPr>
        <p:txBody>
          <a:bodyPr>
            <a:noAutofit/>
          </a:bodyPr>
          <a:lstStyle/>
          <a:p>
            <a:r>
              <a:rPr lang="vi-VN" sz="4000" dirty="0"/>
              <a:t>E-</a:t>
            </a:r>
            <a:r>
              <a:rPr lang="vi-VN" sz="4000" dirty="0" err="1"/>
              <a:t>learning</a:t>
            </a:r>
            <a:r>
              <a:rPr lang="vi-VN" sz="4000" dirty="0"/>
              <a:t> 01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326E3B-CA5B-E6A4-4D45-1D57522F18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296" y="1636387"/>
            <a:ext cx="5024252" cy="4737295"/>
          </a:xfrm>
        </p:spPr>
        <p:txBody>
          <a:bodyPr/>
          <a:lstStyle/>
          <a:p>
            <a:pPr algn="l"/>
            <a:r>
              <a:rPr lang="vi-VN" b="1" dirty="0"/>
              <a:t>Tính x theo công thức: </a:t>
            </a:r>
          </a:p>
          <a:p>
            <a:r>
              <a:rPr lang="vi-VN" dirty="0"/>
              <a:t>X = [ngày sinh của bạn]%6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vi-VN" dirty="0"/>
              <a:t>Đặt quân Hậu vào vị trí x của dòng đầu tiên sau đó thực hiện giải bài toán 6-Hậu hình bên bằng thuật toán quay lui (tìm vị trí đặt 5 quân Hậu còn lại).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vi-VN" dirty="0"/>
              <a:t>Trình bày trực quan các bước của lời giải.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119A7E-DF4E-BCC9-85C9-456BC5DC5AEE}"/>
              </a:ext>
            </a:extLst>
          </p:cNvPr>
          <p:cNvSpPr/>
          <p:nvPr/>
        </p:nvSpPr>
        <p:spPr>
          <a:xfrm>
            <a:off x="6513677" y="1638885"/>
            <a:ext cx="5085471" cy="4712677"/>
          </a:xfrm>
          <a:prstGeom prst="rect">
            <a:avLst/>
          </a:prstGeom>
          <a:noFill/>
          <a:ln w="31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4563AF-3625-6387-5825-2CC234FE8FCD}"/>
              </a:ext>
            </a:extLst>
          </p:cNvPr>
          <p:cNvSpPr/>
          <p:nvPr/>
        </p:nvSpPr>
        <p:spPr>
          <a:xfrm>
            <a:off x="6596672" y="327241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6718DE-B0AB-DACF-3073-B1DADAA5366A}"/>
              </a:ext>
            </a:extLst>
          </p:cNvPr>
          <p:cNvSpPr/>
          <p:nvPr/>
        </p:nvSpPr>
        <p:spPr>
          <a:xfrm>
            <a:off x="7430207" y="3272410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DD034A-1087-73D8-D070-3B64C6349DBB}"/>
              </a:ext>
            </a:extLst>
          </p:cNvPr>
          <p:cNvSpPr/>
          <p:nvPr/>
        </p:nvSpPr>
        <p:spPr>
          <a:xfrm>
            <a:off x="8263742" y="3272409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04D5B3-DC25-BA26-C0DD-06DC647B1572}"/>
              </a:ext>
            </a:extLst>
          </p:cNvPr>
          <p:cNvSpPr/>
          <p:nvPr/>
        </p:nvSpPr>
        <p:spPr>
          <a:xfrm>
            <a:off x="9097277" y="3272408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0937D8-D79D-D62F-FEB3-498BEDA229F2}"/>
              </a:ext>
            </a:extLst>
          </p:cNvPr>
          <p:cNvSpPr/>
          <p:nvPr/>
        </p:nvSpPr>
        <p:spPr>
          <a:xfrm>
            <a:off x="6596672" y="4040177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EFC4F8-01E3-70BF-49A7-D974B6584BD8}"/>
              </a:ext>
            </a:extLst>
          </p:cNvPr>
          <p:cNvSpPr/>
          <p:nvPr/>
        </p:nvSpPr>
        <p:spPr>
          <a:xfrm>
            <a:off x="7430207" y="4040176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A1D5F2-308A-0DA7-E5FE-F0C1B2A8070D}"/>
              </a:ext>
            </a:extLst>
          </p:cNvPr>
          <p:cNvSpPr/>
          <p:nvPr/>
        </p:nvSpPr>
        <p:spPr>
          <a:xfrm>
            <a:off x="8263742" y="4040175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455FE3-BC68-6157-EE31-BA06DA1EBF2C}"/>
              </a:ext>
            </a:extLst>
          </p:cNvPr>
          <p:cNvSpPr/>
          <p:nvPr/>
        </p:nvSpPr>
        <p:spPr>
          <a:xfrm>
            <a:off x="9097277" y="40401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A58BBA-11A8-A282-2DD3-E1A5EA3184CC}"/>
              </a:ext>
            </a:extLst>
          </p:cNvPr>
          <p:cNvSpPr/>
          <p:nvPr/>
        </p:nvSpPr>
        <p:spPr>
          <a:xfrm>
            <a:off x="6596672" y="4807943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FF74D2-2930-EC48-FFA4-072622D2B62C}"/>
              </a:ext>
            </a:extLst>
          </p:cNvPr>
          <p:cNvSpPr/>
          <p:nvPr/>
        </p:nvSpPr>
        <p:spPr>
          <a:xfrm>
            <a:off x="7430207" y="4807942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C33999-4834-200A-46EE-C20AD057568F}"/>
              </a:ext>
            </a:extLst>
          </p:cNvPr>
          <p:cNvSpPr/>
          <p:nvPr/>
        </p:nvSpPr>
        <p:spPr>
          <a:xfrm>
            <a:off x="8263742" y="480794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98F1C8-86CE-D058-08A3-8696B8DFCE67}"/>
              </a:ext>
            </a:extLst>
          </p:cNvPr>
          <p:cNvSpPr/>
          <p:nvPr/>
        </p:nvSpPr>
        <p:spPr>
          <a:xfrm>
            <a:off x="9097277" y="48079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2B84A3-62FE-534D-2034-B51460B11914}"/>
              </a:ext>
            </a:extLst>
          </p:cNvPr>
          <p:cNvSpPr/>
          <p:nvPr/>
        </p:nvSpPr>
        <p:spPr>
          <a:xfrm>
            <a:off x="6596672" y="5575709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B8697C-FE9F-FB7E-D1D9-EB1A45E3F431}"/>
              </a:ext>
            </a:extLst>
          </p:cNvPr>
          <p:cNvSpPr/>
          <p:nvPr/>
        </p:nvSpPr>
        <p:spPr>
          <a:xfrm>
            <a:off x="7430207" y="5575708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8344A2-E6BA-3115-B098-200D04EAC686}"/>
              </a:ext>
            </a:extLst>
          </p:cNvPr>
          <p:cNvSpPr/>
          <p:nvPr/>
        </p:nvSpPr>
        <p:spPr>
          <a:xfrm>
            <a:off x="8263742" y="557570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71D4E9-B712-8BE6-94CD-22DB994A2423}"/>
              </a:ext>
            </a:extLst>
          </p:cNvPr>
          <p:cNvSpPr/>
          <p:nvPr/>
        </p:nvSpPr>
        <p:spPr>
          <a:xfrm>
            <a:off x="9097277" y="5575706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CD790C-B5FA-8001-0467-4CF1788AF3FA}"/>
              </a:ext>
            </a:extLst>
          </p:cNvPr>
          <p:cNvSpPr/>
          <p:nvPr/>
        </p:nvSpPr>
        <p:spPr>
          <a:xfrm>
            <a:off x="7430207" y="3272412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BF4121-2ACF-6B6B-0272-C509C3E58B75}"/>
              </a:ext>
            </a:extLst>
          </p:cNvPr>
          <p:cNvSpPr/>
          <p:nvPr/>
        </p:nvSpPr>
        <p:spPr>
          <a:xfrm>
            <a:off x="8263742" y="327241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7003D4-808D-26F6-FE7F-AFC2CF800CB0}"/>
              </a:ext>
            </a:extLst>
          </p:cNvPr>
          <p:cNvSpPr/>
          <p:nvPr/>
        </p:nvSpPr>
        <p:spPr>
          <a:xfrm>
            <a:off x="9097277" y="327241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17967B-B9A6-E5EB-25F9-2D2102ED19FC}"/>
              </a:ext>
            </a:extLst>
          </p:cNvPr>
          <p:cNvSpPr/>
          <p:nvPr/>
        </p:nvSpPr>
        <p:spPr>
          <a:xfrm>
            <a:off x="6596672" y="4040179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A7ACB7-B28D-40C2-3109-D35B960CEA6B}"/>
              </a:ext>
            </a:extLst>
          </p:cNvPr>
          <p:cNvSpPr/>
          <p:nvPr/>
        </p:nvSpPr>
        <p:spPr>
          <a:xfrm>
            <a:off x="7430207" y="4040178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80DFEE-5212-A6E8-2FA9-828D3ACB0D8C}"/>
              </a:ext>
            </a:extLst>
          </p:cNvPr>
          <p:cNvSpPr/>
          <p:nvPr/>
        </p:nvSpPr>
        <p:spPr>
          <a:xfrm>
            <a:off x="8263742" y="404017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97ED68-36FF-ADB9-E688-25A6619E87B5}"/>
              </a:ext>
            </a:extLst>
          </p:cNvPr>
          <p:cNvSpPr/>
          <p:nvPr/>
        </p:nvSpPr>
        <p:spPr>
          <a:xfrm>
            <a:off x="8263742" y="4807943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24FCFAD-491C-BEEE-2F03-850B0EB7791C}"/>
              </a:ext>
            </a:extLst>
          </p:cNvPr>
          <p:cNvSpPr/>
          <p:nvPr/>
        </p:nvSpPr>
        <p:spPr>
          <a:xfrm>
            <a:off x="9930812" y="3272409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7895799-8B8D-C4C2-732A-D69DBF057A42}"/>
              </a:ext>
            </a:extLst>
          </p:cNvPr>
          <p:cNvSpPr/>
          <p:nvPr/>
        </p:nvSpPr>
        <p:spPr>
          <a:xfrm>
            <a:off x="10764347" y="3272408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2AA970F-7822-EDE0-1C60-FADB4401A752}"/>
              </a:ext>
            </a:extLst>
          </p:cNvPr>
          <p:cNvSpPr/>
          <p:nvPr/>
        </p:nvSpPr>
        <p:spPr>
          <a:xfrm>
            <a:off x="9930812" y="4040175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69FC6BE-817F-03B9-EAFE-E9A95AD8EF0E}"/>
              </a:ext>
            </a:extLst>
          </p:cNvPr>
          <p:cNvSpPr/>
          <p:nvPr/>
        </p:nvSpPr>
        <p:spPr>
          <a:xfrm>
            <a:off x="10764347" y="40401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519790B-551E-0071-3C40-8CF2BA4EA119}"/>
              </a:ext>
            </a:extLst>
          </p:cNvPr>
          <p:cNvSpPr/>
          <p:nvPr/>
        </p:nvSpPr>
        <p:spPr>
          <a:xfrm>
            <a:off x="9930812" y="480794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F4A76DD-C2DE-4253-EBC3-A3418789624A}"/>
              </a:ext>
            </a:extLst>
          </p:cNvPr>
          <p:cNvSpPr/>
          <p:nvPr/>
        </p:nvSpPr>
        <p:spPr>
          <a:xfrm>
            <a:off x="10764347" y="48079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08B516-618A-1065-88E9-C18216236A54}"/>
              </a:ext>
            </a:extLst>
          </p:cNvPr>
          <p:cNvSpPr/>
          <p:nvPr/>
        </p:nvSpPr>
        <p:spPr>
          <a:xfrm>
            <a:off x="9930812" y="557570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B37E142-AEC6-5654-938D-F766CD2AEA6A}"/>
              </a:ext>
            </a:extLst>
          </p:cNvPr>
          <p:cNvSpPr/>
          <p:nvPr/>
        </p:nvSpPr>
        <p:spPr>
          <a:xfrm>
            <a:off x="10764347" y="5575706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EF7EF5E-DD7B-EC8A-7B73-DEF9D878630D}"/>
              </a:ext>
            </a:extLst>
          </p:cNvPr>
          <p:cNvSpPr/>
          <p:nvPr/>
        </p:nvSpPr>
        <p:spPr>
          <a:xfrm>
            <a:off x="9930812" y="327241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E0EE290-EAC7-713D-04EF-2F31B4C238A3}"/>
              </a:ext>
            </a:extLst>
          </p:cNvPr>
          <p:cNvSpPr/>
          <p:nvPr/>
        </p:nvSpPr>
        <p:spPr>
          <a:xfrm>
            <a:off x="10764347" y="327241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6864418-1DE6-5793-5870-BD24D95B81C8}"/>
              </a:ext>
            </a:extLst>
          </p:cNvPr>
          <p:cNvSpPr/>
          <p:nvPr/>
        </p:nvSpPr>
        <p:spPr>
          <a:xfrm>
            <a:off x="9930812" y="404017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1AF8075-C924-92F4-82D5-914E669BD7ED}"/>
              </a:ext>
            </a:extLst>
          </p:cNvPr>
          <p:cNvSpPr/>
          <p:nvPr/>
        </p:nvSpPr>
        <p:spPr>
          <a:xfrm>
            <a:off x="9930812" y="4807943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8BB19FC-8AD2-E232-00B1-BE6B917CAEB2}"/>
              </a:ext>
            </a:extLst>
          </p:cNvPr>
          <p:cNvSpPr/>
          <p:nvPr/>
        </p:nvSpPr>
        <p:spPr>
          <a:xfrm>
            <a:off x="6596672" y="17183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830901C-716A-CAB5-5759-81714B3BA288}"/>
              </a:ext>
            </a:extLst>
          </p:cNvPr>
          <p:cNvSpPr/>
          <p:nvPr/>
        </p:nvSpPr>
        <p:spPr>
          <a:xfrm>
            <a:off x="7430207" y="1718373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ADE9B7E-2607-5011-9F2F-CE41FDC92EAE}"/>
              </a:ext>
            </a:extLst>
          </p:cNvPr>
          <p:cNvSpPr/>
          <p:nvPr/>
        </p:nvSpPr>
        <p:spPr>
          <a:xfrm>
            <a:off x="8263742" y="1718372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52275F2-858D-5812-DE61-0E0D464318BC}"/>
              </a:ext>
            </a:extLst>
          </p:cNvPr>
          <p:cNvSpPr/>
          <p:nvPr/>
        </p:nvSpPr>
        <p:spPr>
          <a:xfrm>
            <a:off x="9097277" y="171837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A01EAD1-1E06-3B59-9872-9350C294EBBF}"/>
              </a:ext>
            </a:extLst>
          </p:cNvPr>
          <p:cNvSpPr/>
          <p:nvPr/>
        </p:nvSpPr>
        <p:spPr>
          <a:xfrm>
            <a:off x="6596672" y="2486140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87BB64F-7AF9-DC2E-F4DC-FAB3201E731A}"/>
              </a:ext>
            </a:extLst>
          </p:cNvPr>
          <p:cNvSpPr/>
          <p:nvPr/>
        </p:nvSpPr>
        <p:spPr>
          <a:xfrm>
            <a:off x="7430207" y="2486139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1D726CB-FFBA-6607-C3E2-D9DE798E8775}"/>
              </a:ext>
            </a:extLst>
          </p:cNvPr>
          <p:cNvSpPr/>
          <p:nvPr/>
        </p:nvSpPr>
        <p:spPr>
          <a:xfrm>
            <a:off x="8263742" y="2486138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A68F73F-621B-7347-1479-E83C6E5F68E4}"/>
              </a:ext>
            </a:extLst>
          </p:cNvPr>
          <p:cNvSpPr/>
          <p:nvPr/>
        </p:nvSpPr>
        <p:spPr>
          <a:xfrm>
            <a:off x="9097277" y="2486137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7A8F474-04E4-F67F-A070-26041BA00475}"/>
              </a:ext>
            </a:extLst>
          </p:cNvPr>
          <p:cNvSpPr/>
          <p:nvPr/>
        </p:nvSpPr>
        <p:spPr>
          <a:xfrm>
            <a:off x="7430207" y="1718375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311BE54-812F-8CE2-6F8C-9982EA953FD1}"/>
              </a:ext>
            </a:extLst>
          </p:cNvPr>
          <p:cNvSpPr/>
          <p:nvPr/>
        </p:nvSpPr>
        <p:spPr>
          <a:xfrm>
            <a:off x="8263742" y="17183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C85D092-9B41-75C1-3D7B-D214E0AA8754}"/>
              </a:ext>
            </a:extLst>
          </p:cNvPr>
          <p:cNvSpPr/>
          <p:nvPr/>
        </p:nvSpPr>
        <p:spPr>
          <a:xfrm>
            <a:off x="9097277" y="1718373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9C048B9-E66C-3BC5-BF27-50D10933E3E8}"/>
              </a:ext>
            </a:extLst>
          </p:cNvPr>
          <p:cNvSpPr/>
          <p:nvPr/>
        </p:nvSpPr>
        <p:spPr>
          <a:xfrm>
            <a:off x="6596672" y="2486142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CB4B08D-64C1-91A0-6E8B-4206E818BA85}"/>
              </a:ext>
            </a:extLst>
          </p:cNvPr>
          <p:cNvSpPr/>
          <p:nvPr/>
        </p:nvSpPr>
        <p:spPr>
          <a:xfrm>
            <a:off x="7430207" y="248614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5FD14E6-5DF9-5826-4488-000642402EFA}"/>
              </a:ext>
            </a:extLst>
          </p:cNvPr>
          <p:cNvSpPr/>
          <p:nvPr/>
        </p:nvSpPr>
        <p:spPr>
          <a:xfrm>
            <a:off x="8263742" y="24861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4A482A9-BC2D-7A9D-734C-09AD219E69EF}"/>
              </a:ext>
            </a:extLst>
          </p:cNvPr>
          <p:cNvSpPr/>
          <p:nvPr/>
        </p:nvSpPr>
        <p:spPr>
          <a:xfrm>
            <a:off x="9930812" y="1718372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BA2ECF4-2BB3-AEE3-A42F-C8E6279E455D}"/>
              </a:ext>
            </a:extLst>
          </p:cNvPr>
          <p:cNvSpPr/>
          <p:nvPr/>
        </p:nvSpPr>
        <p:spPr>
          <a:xfrm>
            <a:off x="10764347" y="171837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C7DA3B0-2351-8D97-0D2E-8C2BB75BE018}"/>
              </a:ext>
            </a:extLst>
          </p:cNvPr>
          <p:cNvSpPr/>
          <p:nvPr/>
        </p:nvSpPr>
        <p:spPr>
          <a:xfrm>
            <a:off x="9930812" y="2486138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9935AD7-98B4-6379-628E-6D5296F2514F}"/>
              </a:ext>
            </a:extLst>
          </p:cNvPr>
          <p:cNvSpPr/>
          <p:nvPr/>
        </p:nvSpPr>
        <p:spPr>
          <a:xfrm>
            <a:off x="10764347" y="2486137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9E459BC-AA79-712F-37F7-D6C88E373F81}"/>
              </a:ext>
            </a:extLst>
          </p:cNvPr>
          <p:cNvSpPr/>
          <p:nvPr/>
        </p:nvSpPr>
        <p:spPr>
          <a:xfrm>
            <a:off x="9930812" y="17183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E00043C-9330-B974-C29C-BE91F2B2B61E}"/>
              </a:ext>
            </a:extLst>
          </p:cNvPr>
          <p:cNvSpPr/>
          <p:nvPr/>
        </p:nvSpPr>
        <p:spPr>
          <a:xfrm>
            <a:off x="10764347" y="1718373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E1A517F-DFC5-5BF4-ABCA-D815F9556331}"/>
              </a:ext>
            </a:extLst>
          </p:cNvPr>
          <p:cNvSpPr/>
          <p:nvPr/>
        </p:nvSpPr>
        <p:spPr>
          <a:xfrm>
            <a:off x="9930812" y="24861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Graphic 62" descr="Crown with solid fill">
            <a:extLst>
              <a:ext uri="{FF2B5EF4-FFF2-40B4-BE49-F238E27FC236}">
                <a16:creationId xmlns:a16="http://schemas.microsoft.com/office/drawing/2014/main" id="{E4425129-7EF9-BFBC-15AF-05AE8A876A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55015" y="1672463"/>
            <a:ext cx="704263" cy="704263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21FA4A96-EB4A-ABF3-3499-D9DA18604B54}"/>
              </a:ext>
            </a:extLst>
          </p:cNvPr>
          <p:cNvSpPr txBox="1"/>
          <p:nvPr/>
        </p:nvSpPr>
        <p:spPr>
          <a:xfrm>
            <a:off x="6556238" y="1224536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0</a:t>
            </a:r>
            <a:endParaRPr lang="en-US" sz="24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796808B-5322-0AEF-32E4-EC5899601202}"/>
              </a:ext>
            </a:extLst>
          </p:cNvPr>
          <p:cNvSpPr txBox="1"/>
          <p:nvPr/>
        </p:nvSpPr>
        <p:spPr>
          <a:xfrm>
            <a:off x="7430207" y="1230644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1</a:t>
            </a:r>
            <a:endParaRPr lang="en-US" sz="24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AF7A59B-CF93-9849-F756-045E62A5E498}"/>
              </a:ext>
            </a:extLst>
          </p:cNvPr>
          <p:cNvSpPr txBox="1"/>
          <p:nvPr/>
        </p:nvSpPr>
        <p:spPr>
          <a:xfrm>
            <a:off x="8263742" y="1230202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2</a:t>
            </a:r>
            <a:endParaRPr lang="en-US" sz="24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09D13F9-0E35-1DB2-FD28-ED5E85C2DA05}"/>
              </a:ext>
            </a:extLst>
          </p:cNvPr>
          <p:cNvSpPr txBox="1"/>
          <p:nvPr/>
        </p:nvSpPr>
        <p:spPr>
          <a:xfrm>
            <a:off x="9097277" y="1230201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3</a:t>
            </a:r>
            <a:endParaRPr lang="en-US" sz="24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0846917-5708-0ABB-EC25-493B3D001D5B}"/>
              </a:ext>
            </a:extLst>
          </p:cNvPr>
          <p:cNvSpPr txBox="1"/>
          <p:nvPr/>
        </p:nvSpPr>
        <p:spPr>
          <a:xfrm>
            <a:off x="9930812" y="1210798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4</a:t>
            </a:r>
            <a:endParaRPr lang="en-US" sz="24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65D5DB4-4966-B471-CDC7-8861841B5F89}"/>
              </a:ext>
            </a:extLst>
          </p:cNvPr>
          <p:cNvSpPr txBox="1"/>
          <p:nvPr/>
        </p:nvSpPr>
        <p:spPr>
          <a:xfrm>
            <a:off x="10764347" y="1237302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5</a:t>
            </a:r>
            <a:endParaRPr lang="en-US" sz="2400" b="1" dirty="0"/>
          </a:p>
        </p:txBody>
      </p:sp>
      <p:pic>
        <p:nvPicPr>
          <p:cNvPr id="61" name="Graphic 60" descr="Crown with solid fill">
            <a:extLst>
              <a:ext uri="{FF2B5EF4-FFF2-40B4-BE49-F238E27FC236}">
                <a16:creationId xmlns:a16="http://schemas.microsoft.com/office/drawing/2014/main" id="{6A2A6970-D794-FD2E-782D-C3209130C9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87945" y="2458726"/>
            <a:ext cx="704263" cy="704263"/>
          </a:xfrm>
          <a:prstGeom prst="rect">
            <a:avLst/>
          </a:prstGeom>
        </p:spPr>
      </p:pic>
      <p:pic>
        <p:nvPicPr>
          <p:cNvPr id="62" name="Graphic 61" descr="Crown with solid fill">
            <a:extLst>
              <a:ext uri="{FF2B5EF4-FFF2-40B4-BE49-F238E27FC236}">
                <a16:creationId xmlns:a16="http://schemas.microsoft.com/office/drawing/2014/main" id="{C4D33024-6A62-FB10-0B95-A2263A7D88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43812" y="3244306"/>
            <a:ext cx="704263" cy="70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931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5CAA8-712F-5988-0F5A-430F315A6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FD3C8-42DD-69D4-7D83-0D047643C5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5951" y="374734"/>
            <a:ext cx="9144000" cy="535356"/>
          </a:xfrm>
        </p:spPr>
        <p:txBody>
          <a:bodyPr>
            <a:noAutofit/>
          </a:bodyPr>
          <a:lstStyle/>
          <a:p>
            <a:r>
              <a:rPr lang="vi-VN" sz="4000" dirty="0"/>
              <a:t>E-</a:t>
            </a:r>
            <a:r>
              <a:rPr lang="vi-VN" sz="4000" dirty="0" err="1"/>
              <a:t>learning</a:t>
            </a:r>
            <a:r>
              <a:rPr lang="vi-VN" sz="4000" dirty="0"/>
              <a:t> 01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B97EC-2DF7-A81E-7637-1D4359016D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296" y="1636387"/>
            <a:ext cx="5024252" cy="4737295"/>
          </a:xfrm>
        </p:spPr>
        <p:txBody>
          <a:bodyPr/>
          <a:lstStyle/>
          <a:p>
            <a:pPr algn="l"/>
            <a:r>
              <a:rPr lang="vi-VN" b="1" dirty="0"/>
              <a:t>Tính x theo công thức: </a:t>
            </a:r>
          </a:p>
          <a:p>
            <a:r>
              <a:rPr lang="vi-VN" dirty="0"/>
              <a:t>X = [ngày sinh của bạn]%6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vi-VN" dirty="0"/>
              <a:t>Đặt quân Hậu vào vị trí x của dòng đầu tiên sau đó thực hiện giải bài toán 6-Hậu hình bên bằng thuật toán quay lui (tìm vị trí đặt 5 quân Hậu còn lại).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vi-VN" dirty="0"/>
              <a:t>Trình bày trực quan các bước của lời giải.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4BE1DC-5574-93B7-1E18-B5BE08A14ED3}"/>
              </a:ext>
            </a:extLst>
          </p:cNvPr>
          <p:cNvSpPr/>
          <p:nvPr/>
        </p:nvSpPr>
        <p:spPr>
          <a:xfrm>
            <a:off x="6513677" y="1638885"/>
            <a:ext cx="5085471" cy="4712677"/>
          </a:xfrm>
          <a:prstGeom prst="rect">
            <a:avLst/>
          </a:prstGeom>
          <a:noFill/>
          <a:ln w="31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D392FB-AFBD-902E-ADDF-BB6E9DC5630C}"/>
              </a:ext>
            </a:extLst>
          </p:cNvPr>
          <p:cNvSpPr/>
          <p:nvPr/>
        </p:nvSpPr>
        <p:spPr>
          <a:xfrm>
            <a:off x="6596672" y="327241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1F0B2B-8B42-F400-B5BB-F92888CEA3C6}"/>
              </a:ext>
            </a:extLst>
          </p:cNvPr>
          <p:cNvSpPr/>
          <p:nvPr/>
        </p:nvSpPr>
        <p:spPr>
          <a:xfrm>
            <a:off x="7430207" y="3272410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4CC750-610A-4F18-D532-7759BA50E3BC}"/>
              </a:ext>
            </a:extLst>
          </p:cNvPr>
          <p:cNvSpPr/>
          <p:nvPr/>
        </p:nvSpPr>
        <p:spPr>
          <a:xfrm>
            <a:off x="8263742" y="3272409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B8DCB3-2DDF-B5F1-2B25-423E4F927C6C}"/>
              </a:ext>
            </a:extLst>
          </p:cNvPr>
          <p:cNvSpPr/>
          <p:nvPr/>
        </p:nvSpPr>
        <p:spPr>
          <a:xfrm>
            <a:off x="9097277" y="3272408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8366E2-A700-B261-EC57-5534B0394F5D}"/>
              </a:ext>
            </a:extLst>
          </p:cNvPr>
          <p:cNvSpPr/>
          <p:nvPr/>
        </p:nvSpPr>
        <p:spPr>
          <a:xfrm>
            <a:off x="6596672" y="4040177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0AC161-41FB-E8C9-C28D-35DB84C372BA}"/>
              </a:ext>
            </a:extLst>
          </p:cNvPr>
          <p:cNvSpPr/>
          <p:nvPr/>
        </p:nvSpPr>
        <p:spPr>
          <a:xfrm>
            <a:off x="7430207" y="4040176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5EFD50-42BE-16BC-19AA-05E751F0F55B}"/>
              </a:ext>
            </a:extLst>
          </p:cNvPr>
          <p:cNvSpPr/>
          <p:nvPr/>
        </p:nvSpPr>
        <p:spPr>
          <a:xfrm>
            <a:off x="8263742" y="4040175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3ACBEF-2052-A6B6-AEAB-51D6B39F83BE}"/>
              </a:ext>
            </a:extLst>
          </p:cNvPr>
          <p:cNvSpPr/>
          <p:nvPr/>
        </p:nvSpPr>
        <p:spPr>
          <a:xfrm>
            <a:off x="9097277" y="40401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D88432-1051-3B09-5484-7674F000B055}"/>
              </a:ext>
            </a:extLst>
          </p:cNvPr>
          <p:cNvSpPr/>
          <p:nvPr/>
        </p:nvSpPr>
        <p:spPr>
          <a:xfrm>
            <a:off x="6596672" y="4807943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C042D4-6909-8042-6464-1BE2BADD062E}"/>
              </a:ext>
            </a:extLst>
          </p:cNvPr>
          <p:cNvSpPr/>
          <p:nvPr/>
        </p:nvSpPr>
        <p:spPr>
          <a:xfrm>
            <a:off x="7430207" y="4807942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BAEE3D-4680-F8F8-1A06-55757C951F90}"/>
              </a:ext>
            </a:extLst>
          </p:cNvPr>
          <p:cNvSpPr/>
          <p:nvPr/>
        </p:nvSpPr>
        <p:spPr>
          <a:xfrm>
            <a:off x="8263742" y="480794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149D09-9992-CACE-4EC6-67F57C73569F}"/>
              </a:ext>
            </a:extLst>
          </p:cNvPr>
          <p:cNvSpPr/>
          <p:nvPr/>
        </p:nvSpPr>
        <p:spPr>
          <a:xfrm>
            <a:off x="9097277" y="48079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90B2B0-D81D-67E6-8FDF-E21039910259}"/>
              </a:ext>
            </a:extLst>
          </p:cNvPr>
          <p:cNvSpPr/>
          <p:nvPr/>
        </p:nvSpPr>
        <p:spPr>
          <a:xfrm>
            <a:off x="6596672" y="5575709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54222A-8566-FA5B-94E2-A0DE0C232BAD}"/>
              </a:ext>
            </a:extLst>
          </p:cNvPr>
          <p:cNvSpPr/>
          <p:nvPr/>
        </p:nvSpPr>
        <p:spPr>
          <a:xfrm>
            <a:off x="7430207" y="5575708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A07C9B-D59E-2998-33A5-FAD03EA6105D}"/>
              </a:ext>
            </a:extLst>
          </p:cNvPr>
          <p:cNvSpPr/>
          <p:nvPr/>
        </p:nvSpPr>
        <p:spPr>
          <a:xfrm>
            <a:off x="8263742" y="557570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4455F1-2650-B9F6-306A-F068BBFD1839}"/>
              </a:ext>
            </a:extLst>
          </p:cNvPr>
          <p:cNvSpPr/>
          <p:nvPr/>
        </p:nvSpPr>
        <p:spPr>
          <a:xfrm>
            <a:off x="9097277" y="5575706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83BD76-3198-33B6-E0B8-AAA9505392DA}"/>
              </a:ext>
            </a:extLst>
          </p:cNvPr>
          <p:cNvSpPr/>
          <p:nvPr/>
        </p:nvSpPr>
        <p:spPr>
          <a:xfrm>
            <a:off x="7430207" y="3272412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0B866E-8E84-2147-F32F-AB4A56F31E1E}"/>
              </a:ext>
            </a:extLst>
          </p:cNvPr>
          <p:cNvSpPr/>
          <p:nvPr/>
        </p:nvSpPr>
        <p:spPr>
          <a:xfrm>
            <a:off x="8263742" y="327241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80424E-F83F-DF9C-3DFE-74AB54B32176}"/>
              </a:ext>
            </a:extLst>
          </p:cNvPr>
          <p:cNvSpPr/>
          <p:nvPr/>
        </p:nvSpPr>
        <p:spPr>
          <a:xfrm>
            <a:off x="9097277" y="327241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63DA17-2939-ECDD-EABF-71337B23B3EB}"/>
              </a:ext>
            </a:extLst>
          </p:cNvPr>
          <p:cNvSpPr/>
          <p:nvPr/>
        </p:nvSpPr>
        <p:spPr>
          <a:xfrm>
            <a:off x="6596672" y="4040179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E361B6-5B64-201A-0F77-5780B2B46499}"/>
              </a:ext>
            </a:extLst>
          </p:cNvPr>
          <p:cNvSpPr/>
          <p:nvPr/>
        </p:nvSpPr>
        <p:spPr>
          <a:xfrm>
            <a:off x="7430207" y="4040178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DC4C1EC-9EB5-60F9-9F12-CB43D7600BDD}"/>
              </a:ext>
            </a:extLst>
          </p:cNvPr>
          <p:cNvSpPr/>
          <p:nvPr/>
        </p:nvSpPr>
        <p:spPr>
          <a:xfrm>
            <a:off x="8263742" y="404017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9EB7CA3-31BC-49EE-B3CF-C689FBA065F0}"/>
              </a:ext>
            </a:extLst>
          </p:cNvPr>
          <p:cNvSpPr/>
          <p:nvPr/>
        </p:nvSpPr>
        <p:spPr>
          <a:xfrm>
            <a:off x="8263742" y="4807943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4EA18F-96FC-41CE-2C18-8D5A9C7F98B0}"/>
              </a:ext>
            </a:extLst>
          </p:cNvPr>
          <p:cNvSpPr/>
          <p:nvPr/>
        </p:nvSpPr>
        <p:spPr>
          <a:xfrm>
            <a:off x="9930812" y="3272409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B13E3F-1AA9-1A78-1908-FFCD79A82127}"/>
              </a:ext>
            </a:extLst>
          </p:cNvPr>
          <p:cNvSpPr/>
          <p:nvPr/>
        </p:nvSpPr>
        <p:spPr>
          <a:xfrm>
            <a:off x="10764347" y="3272408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9A8AB1C-E970-F3EC-FC86-F613F506CB67}"/>
              </a:ext>
            </a:extLst>
          </p:cNvPr>
          <p:cNvSpPr/>
          <p:nvPr/>
        </p:nvSpPr>
        <p:spPr>
          <a:xfrm>
            <a:off x="9930812" y="4040175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9F3D94-ECA0-F06C-AC88-F5705EEDE4D2}"/>
              </a:ext>
            </a:extLst>
          </p:cNvPr>
          <p:cNvSpPr/>
          <p:nvPr/>
        </p:nvSpPr>
        <p:spPr>
          <a:xfrm>
            <a:off x="10764347" y="40401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FAA9DBA-BFE1-098F-3E99-8377CA59FC55}"/>
              </a:ext>
            </a:extLst>
          </p:cNvPr>
          <p:cNvSpPr/>
          <p:nvPr/>
        </p:nvSpPr>
        <p:spPr>
          <a:xfrm>
            <a:off x="9930812" y="480794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8A72787-ECEF-D144-268F-1D11CAFB066D}"/>
              </a:ext>
            </a:extLst>
          </p:cNvPr>
          <p:cNvSpPr/>
          <p:nvPr/>
        </p:nvSpPr>
        <p:spPr>
          <a:xfrm>
            <a:off x="10764347" y="48079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1C2C386-DE7D-DADF-96A0-8269F28CA8BA}"/>
              </a:ext>
            </a:extLst>
          </p:cNvPr>
          <p:cNvSpPr/>
          <p:nvPr/>
        </p:nvSpPr>
        <p:spPr>
          <a:xfrm>
            <a:off x="9930812" y="557570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7D49CED-5F0F-9744-EFE4-8D9589878F18}"/>
              </a:ext>
            </a:extLst>
          </p:cNvPr>
          <p:cNvSpPr/>
          <p:nvPr/>
        </p:nvSpPr>
        <p:spPr>
          <a:xfrm>
            <a:off x="10764347" y="5575706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B76DF46-9E0B-5F3E-EF40-46C06D07CE03}"/>
              </a:ext>
            </a:extLst>
          </p:cNvPr>
          <p:cNvSpPr/>
          <p:nvPr/>
        </p:nvSpPr>
        <p:spPr>
          <a:xfrm>
            <a:off x="9930812" y="327241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A4554A9-0DF5-E8D1-FF0B-A2EAE4273121}"/>
              </a:ext>
            </a:extLst>
          </p:cNvPr>
          <p:cNvSpPr/>
          <p:nvPr/>
        </p:nvSpPr>
        <p:spPr>
          <a:xfrm>
            <a:off x="10764347" y="327241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52FB773-D266-7DD5-657D-4EAD00DDC85B}"/>
              </a:ext>
            </a:extLst>
          </p:cNvPr>
          <p:cNvSpPr/>
          <p:nvPr/>
        </p:nvSpPr>
        <p:spPr>
          <a:xfrm>
            <a:off x="9930812" y="404017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80AB8C5-C31D-EDAE-176E-97C334F249D5}"/>
              </a:ext>
            </a:extLst>
          </p:cNvPr>
          <p:cNvSpPr/>
          <p:nvPr/>
        </p:nvSpPr>
        <p:spPr>
          <a:xfrm>
            <a:off x="9930812" y="4807943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B07E732-2104-5A8E-C2F5-1D192F85B216}"/>
              </a:ext>
            </a:extLst>
          </p:cNvPr>
          <p:cNvSpPr/>
          <p:nvPr/>
        </p:nvSpPr>
        <p:spPr>
          <a:xfrm>
            <a:off x="6596672" y="17183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46502A6-43FE-A4B3-B23D-DFF4CCC56449}"/>
              </a:ext>
            </a:extLst>
          </p:cNvPr>
          <p:cNvSpPr/>
          <p:nvPr/>
        </p:nvSpPr>
        <p:spPr>
          <a:xfrm>
            <a:off x="7430207" y="1718373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C189027-E29C-1235-BB56-2515893A1FB0}"/>
              </a:ext>
            </a:extLst>
          </p:cNvPr>
          <p:cNvSpPr/>
          <p:nvPr/>
        </p:nvSpPr>
        <p:spPr>
          <a:xfrm>
            <a:off x="8263742" y="1718372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9DBCD2D-F5A2-2D3D-5B8C-1F5E1C8B6372}"/>
              </a:ext>
            </a:extLst>
          </p:cNvPr>
          <p:cNvSpPr/>
          <p:nvPr/>
        </p:nvSpPr>
        <p:spPr>
          <a:xfrm>
            <a:off x="9097277" y="171837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F0C6E9F-EF1E-58EE-2770-BCF9E77ED80F}"/>
              </a:ext>
            </a:extLst>
          </p:cNvPr>
          <p:cNvSpPr/>
          <p:nvPr/>
        </p:nvSpPr>
        <p:spPr>
          <a:xfrm>
            <a:off x="6596672" y="2486140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DF5B1CF-48B4-A30E-607A-EDFD7A98CB2A}"/>
              </a:ext>
            </a:extLst>
          </p:cNvPr>
          <p:cNvSpPr/>
          <p:nvPr/>
        </p:nvSpPr>
        <p:spPr>
          <a:xfrm>
            <a:off x="7430207" y="2486139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26767F0-94A2-AF7B-1BEF-4EFC5C29152A}"/>
              </a:ext>
            </a:extLst>
          </p:cNvPr>
          <p:cNvSpPr/>
          <p:nvPr/>
        </p:nvSpPr>
        <p:spPr>
          <a:xfrm>
            <a:off x="8263742" y="2486138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077DDC4-9919-3717-1A72-8429E593BDE4}"/>
              </a:ext>
            </a:extLst>
          </p:cNvPr>
          <p:cNvSpPr/>
          <p:nvPr/>
        </p:nvSpPr>
        <p:spPr>
          <a:xfrm>
            <a:off x="9097277" y="2486137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62313B1-CE86-A681-07AA-CB46360BBA46}"/>
              </a:ext>
            </a:extLst>
          </p:cNvPr>
          <p:cNvSpPr/>
          <p:nvPr/>
        </p:nvSpPr>
        <p:spPr>
          <a:xfrm>
            <a:off x="7430207" y="1718375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D1A3D9F-9EB2-391E-7285-7013DD96222A}"/>
              </a:ext>
            </a:extLst>
          </p:cNvPr>
          <p:cNvSpPr/>
          <p:nvPr/>
        </p:nvSpPr>
        <p:spPr>
          <a:xfrm>
            <a:off x="8263742" y="17183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8E41D9B-ECCC-6C54-1B74-21CFE37446EE}"/>
              </a:ext>
            </a:extLst>
          </p:cNvPr>
          <p:cNvSpPr/>
          <p:nvPr/>
        </p:nvSpPr>
        <p:spPr>
          <a:xfrm>
            <a:off x="9097277" y="1718373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8AE25CA-872C-9F2C-C28B-2EA5831A9D55}"/>
              </a:ext>
            </a:extLst>
          </p:cNvPr>
          <p:cNvSpPr/>
          <p:nvPr/>
        </p:nvSpPr>
        <p:spPr>
          <a:xfrm>
            <a:off x="6596672" y="2486142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6DA0E02-ECA0-ACF6-6FFD-E17B77D4CB81}"/>
              </a:ext>
            </a:extLst>
          </p:cNvPr>
          <p:cNvSpPr/>
          <p:nvPr/>
        </p:nvSpPr>
        <p:spPr>
          <a:xfrm>
            <a:off x="7430207" y="248614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1AE056C-76AB-F8DF-C45A-42D084F4031F}"/>
              </a:ext>
            </a:extLst>
          </p:cNvPr>
          <p:cNvSpPr/>
          <p:nvPr/>
        </p:nvSpPr>
        <p:spPr>
          <a:xfrm>
            <a:off x="8263742" y="24861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F88DFDA-3397-0AD5-545E-D8C49791D8CB}"/>
              </a:ext>
            </a:extLst>
          </p:cNvPr>
          <p:cNvSpPr/>
          <p:nvPr/>
        </p:nvSpPr>
        <p:spPr>
          <a:xfrm>
            <a:off x="9930812" y="1718372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6AAFAEB-FF57-E5F7-1C8C-F6FCD4245E5B}"/>
              </a:ext>
            </a:extLst>
          </p:cNvPr>
          <p:cNvSpPr/>
          <p:nvPr/>
        </p:nvSpPr>
        <p:spPr>
          <a:xfrm>
            <a:off x="10764347" y="171837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FBD1434-86D0-B919-D248-B05E8C12B3A4}"/>
              </a:ext>
            </a:extLst>
          </p:cNvPr>
          <p:cNvSpPr/>
          <p:nvPr/>
        </p:nvSpPr>
        <p:spPr>
          <a:xfrm>
            <a:off x="9930812" y="2486138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421F1F4-489D-40A2-677D-028D39D7A3B4}"/>
              </a:ext>
            </a:extLst>
          </p:cNvPr>
          <p:cNvSpPr/>
          <p:nvPr/>
        </p:nvSpPr>
        <p:spPr>
          <a:xfrm>
            <a:off x="10764347" y="2486137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569D846-9BD1-2414-F344-ED77C92964A0}"/>
              </a:ext>
            </a:extLst>
          </p:cNvPr>
          <p:cNvSpPr/>
          <p:nvPr/>
        </p:nvSpPr>
        <p:spPr>
          <a:xfrm>
            <a:off x="9930812" y="17183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B209A2D-BAA0-8893-7560-ECAE12677486}"/>
              </a:ext>
            </a:extLst>
          </p:cNvPr>
          <p:cNvSpPr/>
          <p:nvPr/>
        </p:nvSpPr>
        <p:spPr>
          <a:xfrm>
            <a:off x="10764347" y="1718373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0D72280-AB3F-65BC-D27E-0BEBCE431687}"/>
              </a:ext>
            </a:extLst>
          </p:cNvPr>
          <p:cNvSpPr/>
          <p:nvPr/>
        </p:nvSpPr>
        <p:spPr>
          <a:xfrm>
            <a:off x="9930812" y="24861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Graphic 62" descr="Crown with solid fill">
            <a:extLst>
              <a:ext uri="{FF2B5EF4-FFF2-40B4-BE49-F238E27FC236}">
                <a16:creationId xmlns:a16="http://schemas.microsoft.com/office/drawing/2014/main" id="{5E6D1191-F4BF-6B07-C1AD-3C86783F19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55015" y="1672463"/>
            <a:ext cx="704263" cy="704263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A5C1FA0A-4ECA-44A2-68AD-DDF79911CE0C}"/>
              </a:ext>
            </a:extLst>
          </p:cNvPr>
          <p:cNvSpPr txBox="1"/>
          <p:nvPr/>
        </p:nvSpPr>
        <p:spPr>
          <a:xfrm>
            <a:off x="6556238" y="1224536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0</a:t>
            </a:r>
            <a:endParaRPr lang="en-US" sz="24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CA82A8A-9015-774D-9B8A-353A6EF92869}"/>
              </a:ext>
            </a:extLst>
          </p:cNvPr>
          <p:cNvSpPr txBox="1"/>
          <p:nvPr/>
        </p:nvSpPr>
        <p:spPr>
          <a:xfrm>
            <a:off x="7430207" y="1230644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1</a:t>
            </a:r>
            <a:endParaRPr lang="en-US" sz="24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ECD69E9-384D-1819-AFD2-D1DFDF980072}"/>
              </a:ext>
            </a:extLst>
          </p:cNvPr>
          <p:cNvSpPr txBox="1"/>
          <p:nvPr/>
        </p:nvSpPr>
        <p:spPr>
          <a:xfrm>
            <a:off x="8263742" y="1230202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2</a:t>
            </a:r>
            <a:endParaRPr lang="en-US" sz="24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E54F502-65CE-737E-56F9-FEC57F37585D}"/>
              </a:ext>
            </a:extLst>
          </p:cNvPr>
          <p:cNvSpPr txBox="1"/>
          <p:nvPr/>
        </p:nvSpPr>
        <p:spPr>
          <a:xfrm>
            <a:off x="9097277" y="1230201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3</a:t>
            </a:r>
            <a:endParaRPr lang="en-US" sz="24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A2877F4-EB0F-28A5-BEEA-3EE28A51B51C}"/>
              </a:ext>
            </a:extLst>
          </p:cNvPr>
          <p:cNvSpPr txBox="1"/>
          <p:nvPr/>
        </p:nvSpPr>
        <p:spPr>
          <a:xfrm>
            <a:off x="9930812" y="1210798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4</a:t>
            </a:r>
            <a:endParaRPr lang="en-US" sz="24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E2F5035-13F2-69A3-895C-11E2D21A92C7}"/>
              </a:ext>
            </a:extLst>
          </p:cNvPr>
          <p:cNvSpPr txBox="1"/>
          <p:nvPr/>
        </p:nvSpPr>
        <p:spPr>
          <a:xfrm>
            <a:off x="10764347" y="1237302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5</a:t>
            </a:r>
            <a:endParaRPr lang="en-US" sz="2400" b="1" dirty="0"/>
          </a:p>
        </p:txBody>
      </p:sp>
      <p:pic>
        <p:nvPicPr>
          <p:cNvPr id="61" name="Graphic 60" descr="Crown with solid fill">
            <a:extLst>
              <a:ext uri="{FF2B5EF4-FFF2-40B4-BE49-F238E27FC236}">
                <a16:creationId xmlns:a16="http://schemas.microsoft.com/office/drawing/2014/main" id="{43184A97-C7BB-1485-16B1-F257311C75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87945" y="2458726"/>
            <a:ext cx="704263" cy="704263"/>
          </a:xfrm>
          <a:prstGeom prst="rect">
            <a:avLst/>
          </a:prstGeom>
        </p:spPr>
      </p:pic>
      <p:pic>
        <p:nvPicPr>
          <p:cNvPr id="62" name="Graphic 61" descr="Crown with solid fill">
            <a:extLst>
              <a:ext uri="{FF2B5EF4-FFF2-40B4-BE49-F238E27FC236}">
                <a16:creationId xmlns:a16="http://schemas.microsoft.com/office/drawing/2014/main" id="{876FAB38-2F09-DC80-0E2A-AA045E2E83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43812" y="3244306"/>
            <a:ext cx="704263" cy="704263"/>
          </a:xfrm>
          <a:prstGeom prst="rect">
            <a:avLst/>
          </a:prstGeom>
        </p:spPr>
      </p:pic>
      <p:pic>
        <p:nvPicPr>
          <p:cNvPr id="65" name="Graphic 64" descr="Crown with solid fill">
            <a:extLst>
              <a:ext uri="{FF2B5EF4-FFF2-40B4-BE49-F238E27FC236}">
                <a16:creationId xmlns:a16="http://schemas.microsoft.com/office/drawing/2014/main" id="{BB1BE09B-2C18-B93C-5FA0-13CAF15085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89183" y="3995223"/>
            <a:ext cx="704263" cy="70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057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354FE-4368-2487-4A6D-F4E0F77EF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ABF9A-CC61-CC2E-2A19-DC101AA4D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5951" y="374734"/>
            <a:ext cx="9144000" cy="535356"/>
          </a:xfrm>
        </p:spPr>
        <p:txBody>
          <a:bodyPr>
            <a:noAutofit/>
          </a:bodyPr>
          <a:lstStyle/>
          <a:p>
            <a:r>
              <a:rPr lang="vi-VN" sz="4000" dirty="0"/>
              <a:t>E-</a:t>
            </a:r>
            <a:r>
              <a:rPr lang="vi-VN" sz="4000" dirty="0" err="1"/>
              <a:t>learning</a:t>
            </a:r>
            <a:r>
              <a:rPr lang="vi-VN" sz="4000" dirty="0"/>
              <a:t> 01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4D737C-4646-869E-66EA-62D1D10E28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296" y="1636387"/>
            <a:ext cx="5024252" cy="4737295"/>
          </a:xfrm>
        </p:spPr>
        <p:txBody>
          <a:bodyPr/>
          <a:lstStyle/>
          <a:p>
            <a:pPr algn="l"/>
            <a:r>
              <a:rPr lang="vi-VN" b="1" dirty="0"/>
              <a:t>Tính x theo công thức: </a:t>
            </a:r>
          </a:p>
          <a:p>
            <a:r>
              <a:rPr lang="vi-VN" dirty="0"/>
              <a:t>X = [ngày sinh của bạn]%6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vi-VN" dirty="0"/>
              <a:t>Đặt quân Hậu vào vị trí x của dòng đầu tiên sau đó thực hiện giải bài toán 6-Hậu hình bên bằng thuật toán quay lui (tìm vị trí đặt 5 quân Hậu còn lại).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vi-VN" dirty="0"/>
              <a:t>Trình bày trực quan các bước của lời giải.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22515B-C53E-8A3C-B567-14E4AE44CE6A}"/>
              </a:ext>
            </a:extLst>
          </p:cNvPr>
          <p:cNvSpPr/>
          <p:nvPr/>
        </p:nvSpPr>
        <p:spPr>
          <a:xfrm>
            <a:off x="6513677" y="1638885"/>
            <a:ext cx="5085471" cy="4712677"/>
          </a:xfrm>
          <a:prstGeom prst="rect">
            <a:avLst/>
          </a:prstGeom>
          <a:noFill/>
          <a:ln w="31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587BBD-63D5-3319-36D5-A4B6D8F8AC7A}"/>
              </a:ext>
            </a:extLst>
          </p:cNvPr>
          <p:cNvSpPr/>
          <p:nvPr/>
        </p:nvSpPr>
        <p:spPr>
          <a:xfrm>
            <a:off x="6596672" y="327241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186A87-6EEB-6244-D557-A143C76A1F27}"/>
              </a:ext>
            </a:extLst>
          </p:cNvPr>
          <p:cNvSpPr/>
          <p:nvPr/>
        </p:nvSpPr>
        <p:spPr>
          <a:xfrm>
            <a:off x="7430207" y="3272410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A488D1-D1D4-D3BB-9FBA-C39B48425EAF}"/>
              </a:ext>
            </a:extLst>
          </p:cNvPr>
          <p:cNvSpPr/>
          <p:nvPr/>
        </p:nvSpPr>
        <p:spPr>
          <a:xfrm>
            <a:off x="8263742" y="3272409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E7F3EB-809B-E5BE-EC90-48C0A8BFF07A}"/>
              </a:ext>
            </a:extLst>
          </p:cNvPr>
          <p:cNvSpPr/>
          <p:nvPr/>
        </p:nvSpPr>
        <p:spPr>
          <a:xfrm>
            <a:off x="9097277" y="3272408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A05484-B564-A425-D7EB-08EC52964518}"/>
              </a:ext>
            </a:extLst>
          </p:cNvPr>
          <p:cNvSpPr/>
          <p:nvPr/>
        </p:nvSpPr>
        <p:spPr>
          <a:xfrm>
            <a:off x="6596672" y="4040177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5D4D26-DA92-CDBC-1210-4268FA6EAC6E}"/>
              </a:ext>
            </a:extLst>
          </p:cNvPr>
          <p:cNvSpPr/>
          <p:nvPr/>
        </p:nvSpPr>
        <p:spPr>
          <a:xfrm>
            <a:off x="7430207" y="4040176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1F4B92-99AD-769A-3CB4-622D0A032B10}"/>
              </a:ext>
            </a:extLst>
          </p:cNvPr>
          <p:cNvSpPr/>
          <p:nvPr/>
        </p:nvSpPr>
        <p:spPr>
          <a:xfrm>
            <a:off x="8263742" y="4040175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3CD609-7903-8833-1245-CCBF4EDA5AA8}"/>
              </a:ext>
            </a:extLst>
          </p:cNvPr>
          <p:cNvSpPr/>
          <p:nvPr/>
        </p:nvSpPr>
        <p:spPr>
          <a:xfrm>
            <a:off x="9097277" y="40401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22E97B-770A-187B-5847-A116851D0961}"/>
              </a:ext>
            </a:extLst>
          </p:cNvPr>
          <p:cNvSpPr/>
          <p:nvPr/>
        </p:nvSpPr>
        <p:spPr>
          <a:xfrm>
            <a:off x="6596672" y="4807943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1FCE46-DC43-0E59-AB34-EA1789AD75F0}"/>
              </a:ext>
            </a:extLst>
          </p:cNvPr>
          <p:cNvSpPr/>
          <p:nvPr/>
        </p:nvSpPr>
        <p:spPr>
          <a:xfrm>
            <a:off x="7430207" y="4807942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F20710-B25D-8C80-052D-83E376232AF8}"/>
              </a:ext>
            </a:extLst>
          </p:cNvPr>
          <p:cNvSpPr/>
          <p:nvPr/>
        </p:nvSpPr>
        <p:spPr>
          <a:xfrm>
            <a:off x="8263742" y="480794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5AD203-A43E-7605-1C58-6F9412317A15}"/>
              </a:ext>
            </a:extLst>
          </p:cNvPr>
          <p:cNvSpPr/>
          <p:nvPr/>
        </p:nvSpPr>
        <p:spPr>
          <a:xfrm>
            <a:off x="9097277" y="48079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5AB01B-982D-C809-3EFD-E99BBAD553A0}"/>
              </a:ext>
            </a:extLst>
          </p:cNvPr>
          <p:cNvSpPr/>
          <p:nvPr/>
        </p:nvSpPr>
        <p:spPr>
          <a:xfrm>
            <a:off x="6596672" y="5575709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ABE995-DBC9-2F37-DE09-1A48C6FFB483}"/>
              </a:ext>
            </a:extLst>
          </p:cNvPr>
          <p:cNvSpPr/>
          <p:nvPr/>
        </p:nvSpPr>
        <p:spPr>
          <a:xfrm>
            <a:off x="7430207" y="5575708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4BAE92-0F0D-FAC9-042F-46DC666C3C00}"/>
              </a:ext>
            </a:extLst>
          </p:cNvPr>
          <p:cNvSpPr/>
          <p:nvPr/>
        </p:nvSpPr>
        <p:spPr>
          <a:xfrm>
            <a:off x="8263742" y="557570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948240-D91C-E689-0AE4-262E3A5FC8C6}"/>
              </a:ext>
            </a:extLst>
          </p:cNvPr>
          <p:cNvSpPr/>
          <p:nvPr/>
        </p:nvSpPr>
        <p:spPr>
          <a:xfrm>
            <a:off x="9097277" y="5575706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869294-32F8-6B78-153F-B2CEB135EC54}"/>
              </a:ext>
            </a:extLst>
          </p:cNvPr>
          <p:cNvSpPr/>
          <p:nvPr/>
        </p:nvSpPr>
        <p:spPr>
          <a:xfrm>
            <a:off x="7430207" y="3272412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85110D-B36E-4DAA-F2CF-82076BF6D798}"/>
              </a:ext>
            </a:extLst>
          </p:cNvPr>
          <p:cNvSpPr/>
          <p:nvPr/>
        </p:nvSpPr>
        <p:spPr>
          <a:xfrm>
            <a:off x="8263742" y="327241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6B35E6-F42A-B07B-4F2A-D3ED7BA5256F}"/>
              </a:ext>
            </a:extLst>
          </p:cNvPr>
          <p:cNvSpPr/>
          <p:nvPr/>
        </p:nvSpPr>
        <p:spPr>
          <a:xfrm>
            <a:off x="9097277" y="327241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914AC7E-01F6-BAAC-0E42-C0D1FE7B9927}"/>
              </a:ext>
            </a:extLst>
          </p:cNvPr>
          <p:cNvSpPr/>
          <p:nvPr/>
        </p:nvSpPr>
        <p:spPr>
          <a:xfrm>
            <a:off x="6596672" y="4040179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0995452-2610-4DE0-5D3D-F94B6FA4E9B0}"/>
              </a:ext>
            </a:extLst>
          </p:cNvPr>
          <p:cNvSpPr/>
          <p:nvPr/>
        </p:nvSpPr>
        <p:spPr>
          <a:xfrm>
            <a:off x="7430207" y="4040178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4F78DC-4AD2-8F39-0C5A-6102BA303FED}"/>
              </a:ext>
            </a:extLst>
          </p:cNvPr>
          <p:cNvSpPr/>
          <p:nvPr/>
        </p:nvSpPr>
        <p:spPr>
          <a:xfrm>
            <a:off x="8263742" y="404017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7D8F3E7-5B53-B10F-7010-F3C234CFC0E5}"/>
              </a:ext>
            </a:extLst>
          </p:cNvPr>
          <p:cNvSpPr/>
          <p:nvPr/>
        </p:nvSpPr>
        <p:spPr>
          <a:xfrm>
            <a:off x="8263742" y="4807943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1B4B917-0F2D-A866-0753-C9A08077B4F4}"/>
              </a:ext>
            </a:extLst>
          </p:cNvPr>
          <p:cNvSpPr/>
          <p:nvPr/>
        </p:nvSpPr>
        <p:spPr>
          <a:xfrm>
            <a:off x="9930812" y="3272409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949AA7-04F9-8D3C-4E42-50EFB4506327}"/>
              </a:ext>
            </a:extLst>
          </p:cNvPr>
          <p:cNvSpPr/>
          <p:nvPr/>
        </p:nvSpPr>
        <p:spPr>
          <a:xfrm>
            <a:off x="10764347" y="3272408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619F846-45BD-3D9E-EBD6-2EB9FF50F53C}"/>
              </a:ext>
            </a:extLst>
          </p:cNvPr>
          <p:cNvSpPr/>
          <p:nvPr/>
        </p:nvSpPr>
        <p:spPr>
          <a:xfrm>
            <a:off x="9930812" y="4040175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EA4861-5315-0206-64DA-31F82CBEA8B0}"/>
              </a:ext>
            </a:extLst>
          </p:cNvPr>
          <p:cNvSpPr/>
          <p:nvPr/>
        </p:nvSpPr>
        <p:spPr>
          <a:xfrm>
            <a:off x="10764347" y="40401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D571D06-89CE-C02B-C124-A82AB3689D27}"/>
              </a:ext>
            </a:extLst>
          </p:cNvPr>
          <p:cNvSpPr/>
          <p:nvPr/>
        </p:nvSpPr>
        <p:spPr>
          <a:xfrm>
            <a:off x="9930812" y="480794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8BB7729-E7F2-4697-A890-16C616148417}"/>
              </a:ext>
            </a:extLst>
          </p:cNvPr>
          <p:cNvSpPr/>
          <p:nvPr/>
        </p:nvSpPr>
        <p:spPr>
          <a:xfrm>
            <a:off x="10764347" y="48079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4569655-6BE1-3969-3BB0-5B8DECFD1233}"/>
              </a:ext>
            </a:extLst>
          </p:cNvPr>
          <p:cNvSpPr/>
          <p:nvPr/>
        </p:nvSpPr>
        <p:spPr>
          <a:xfrm>
            <a:off x="9930812" y="557570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C027AC1-6BB8-5A73-2460-16890C750A99}"/>
              </a:ext>
            </a:extLst>
          </p:cNvPr>
          <p:cNvSpPr/>
          <p:nvPr/>
        </p:nvSpPr>
        <p:spPr>
          <a:xfrm>
            <a:off x="10764347" y="5575706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1A11EBE-D052-6210-6392-3E4572C497C9}"/>
              </a:ext>
            </a:extLst>
          </p:cNvPr>
          <p:cNvSpPr/>
          <p:nvPr/>
        </p:nvSpPr>
        <p:spPr>
          <a:xfrm>
            <a:off x="9930812" y="327241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E8CFC90-F740-FDC7-3F37-ED3F8658E14B}"/>
              </a:ext>
            </a:extLst>
          </p:cNvPr>
          <p:cNvSpPr/>
          <p:nvPr/>
        </p:nvSpPr>
        <p:spPr>
          <a:xfrm>
            <a:off x="10764347" y="327241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7AF9D19-4A77-7BEE-5AFA-0D0C175A04E0}"/>
              </a:ext>
            </a:extLst>
          </p:cNvPr>
          <p:cNvSpPr/>
          <p:nvPr/>
        </p:nvSpPr>
        <p:spPr>
          <a:xfrm>
            <a:off x="9930812" y="404017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2D7F729-D490-06E6-B559-EF636FC3B98C}"/>
              </a:ext>
            </a:extLst>
          </p:cNvPr>
          <p:cNvSpPr/>
          <p:nvPr/>
        </p:nvSpPr>
        <p:spPr>
          <a:xfrm>
            <a:off x="9930812" y="4807943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715213B-69FE-F4DE-01DB-87177CC84E40}"/>
              </a:ext>
            </a:extLst>
          </p:cNvPr>
          <p:cNvSpPr/>
          <p:nvPr/>
        </p:nvSpPr>
        <p:spPr>
          <a:xfrm>
            <a:off x="6596672" y="17183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54A01AC-462F-E656-84F2-EA69C4619B47}"/>
              </a:ext>
            </a:extLst>
          </p:cNvPr>
          <p:cNvSpPr/>
          <p:nvPr/>
        </p:nvSpPr>
        <p:spPr>
          <a:xfrm>
            <a:off x="7430207" y="1718373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AAA3CB6-2739-4934-587B-6CF63B812B22}"/>
              </a:ext>
            </a:extLst>
          </p:cNvPr>
          <p:cNvSpPr/>
          <p:nvPr/>
        </p:nvSpPr>
        <p:spPr>
          <a:xfrm>
            <a:off x="8263742" y="1718372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10427CF-37F6-0C4E-5098-8168EB4CB4A1}"/>
              </a:ext>
            </a:extLst>
          </p:cNvPr>
          <p:cNvSpPr/>
          <p:nvPr/>
        </p:nvSpPr>
        <p:spPr>
          <a:xfrm>
            <a:off x="9097277" y="171837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F7EC3AD-B530-0599-F064-2C954844D3EC}"/>
              </a:ext>
            </a:extLst>
          </p:cNvPr>
          <p:cNvSpPr/>
          <p:nvPr/>
        </p:nvSpPr>
        <p:spPr>
          <a:xfrm>
            <a:off x="6596672" y="2486140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2340B64-9FBA-3537-A34C-D202D67107B0}"/>
              </a:ext>
            </a:extLst>
          </p:cNvPr>
          <p:cNvSpPr/>
          <p:nvPr/>
        </p:nvSpPr>
        <p:spPr>
          <a:xfrm>
            <a:off x="7430207" y="2486139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8D81967-6409-5284-C136-8D23033BBF36}"/>
              </a:ext>
            </a:extLst>
          </p:cNvPr>
          <p:cNvSpPr/>
          <p:nvPr/>
        </p:nvSpPr>
        <p:spPr>
          <a:xfrm>
            <a:off x="8263742" y="2486138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3119F83-04C3-BE6D-AE01-254E24C1C086}"/>
              </a:ext>
            </a:extLst>
          </p:cNvPr>
          <p:cNvSpPr/>
          <p:nvPr/>
        </p:nvSpPr>
        <p:spPr>
          <a:xfrm>
            <a:off x="9097277" y="2486137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C24294C-02DA-CCB7-802E-6988A0F580D8}"/>
              </a:ext>
            </a:extLst>
          </p:cNvPr>
          <p:cNvSpPr/>
          <p:nvPr/>
        </p:nvSpPr>
        <p:spPr>
          <a:xfrm>
            <a:off x="7430207" y="1718375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62D9037-B880-BD4E-D502-D45C3DFBA8D1}"/>
              </a:ext>
            </a:extLst>
          </p:cNvPr>
          <p:cNvSpPr/>
          <p:nvPr/>
        </p:nvSpPr>
        <p:spPr>
          <a:xfrm>
            <a:off x="8263742" y="17183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D2FE4A5-46B0-350C-8291-78F397C97D78}"/>
              </a:ext>
            </a:extLst>
          </p:cNvPr>
          <p:cNvSpPr/>
          <p:nvPr/>
        </p:nvSpPr>
        <p:spPr>
          <a:xfrm>
            <a:off x="9097277" y="1718373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E6F0F8E-6C8C-20AC-12C1-1C5E6C41A204}"/>
              </a:ext>
            </a:extLst>
          </p:cNvPr>
          <p:cNvSpPr/>
          <p:nvPr/>
        </p:nvSpPr>
        <p:spPr>
          <a:xfrm>
            <a:off x="6596672" y="2486142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1EC58FE-035E-6A0A-D5CD-3C78D11A2477}"/>
              </a:ext>
            </a:extLst>
          </p:cNvPr>
          <p:cNvSpPr/>
          <p:nvPr/>
        </p:nvSpPr>
        <p:spPr>
          <a:xfrm>
            <a:off x="7430207" y="248614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D3EE2A5-14F4-1F7B-3269-A32D02DCDE42}"/>
              </a:ext>
            </a:extLst>
          </p:cNvPr>
          <p:cNvSpPr/>
          <p:nvPr/>
        </p:nvSpPr>
        <p:spPr>
          <a:xfrm>
            <a:off x="8263742" y="24861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BBDAAE5-E953-3CCB-2B35-88184DB342EE}"/>
              </a:ext>
            </a:extLst>
          </p:cNvPr>
          <p:cNvSpPr/>
          <p:nvPr/>
        </p:nvSpPr>
        <p:spPr>
          <a:xfrm>
            <a:off x="9930812" y="1718372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6402F08-3AB8-04B7-1BEF-3A2AADC8323D}"/>
              </a:ext>
            </a:extLst>
          </p:cNvPr>
          <p:cNvSpPr/>
          <p:nvPr/>
        </p:nvSpPr>
        <p:spPr>
          <a:xfrm>
            <a:off x="10764347" y="171837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CBECC8D-32DA-7246-2272-B8FDD23D5426}"/>
              </a:ext>
            </a:extLst>
          </p:cNvPr>
          <p:cNvSpPr/>
          <p:nvPr/>
        </p:nvSpPr>
        <p:spPr>
          <a:xfrm>
            <a:off x="9930812" y="2486138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16EBC52-0042-5904-52C8-17B57B8EB2B1}"/>
              </a:ext>
            </a:extLst>
          </p:cNvPr>
          <p:cNvSpPr/>
          <p:nvPr/>
        </p:nvSpPr>
        <p:spPr>
          <a:xfrm>
            <a:off x="10764347" y="2486137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EF7BB56-BECA-8132-8C7E-862C986FF3C5}"/>
              </a:ext>
            </a:extLst>
          </p:cNvPr>
          <p:cNvSpPr/>
          <p:nvPr/>
        </p:nvSpPr>
        <p:spPr>
          <a:xfrm>
            <a:off x="9930812" y="17183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30BB76C-93A1-59A8-28F8-E3D6A85BF746}"/>
              </a:ext>
            </a:extLst>
          </p:cNvPr>
          <p:cNvSpPr/>
          <p:nvPr/>
        </p:nvSpPr>
        <p:spPr>
          <a:xfrm>
            <a:off x="10764347" y="1718373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F2EF6C2-FB78-AE24-9FAD-F70F26246813}"/>
              </a:ext>
            </a:extLst>
          </p:cNvPr>
          <p:cNvSpPr/>
          <p:nvPr/>
        </p:nvSpPr>
        <p:spPr>
          <a:xfrm>
            <a:off x="9930812" y="24861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Graphic 62" descr="Crown with solid fill">
            <a:extLst>
              <a:ext uri="{FF2B5EF4-FFF2-40B4-BE49-F238E27FC236}">
                <a16:creationId xmlns:a16="http://schemas.microsoft.com/office/drawing/2014/main" id="{25DBAEF2-AC32-14F7-B813-8EBD0A4235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55015" y="1672463"/>
            <a:ext cx="704263" cy="704263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394B92C3-4A14-EFA5-19F5-39F119A20CDF}"/>
              </a:ext>
            </a:extLst>
          </p:cNvPr>
          <p:cNvSpPr txBox="1"/>
          <p:nvPr/>
        </p:nvSpPr>
        <p:spPr>
          <a:xfrm>
            <a:off x="6556238" y="1224536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0</a:t>
            </a:r>
            <a:endParaRPr lang="en-US" sz="24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ED72D43-661D-A3F5-D1A0-7B60B8220CA8}"/>
              </a:ext>
            </a:extLst>
          </p:cNvPr>
          <p:cNvSpPr txBox="1"/>
          <p:nvPr/>
        </p:nvSpPr>
        <p:spPr>
          <a:xfrm>
            <a:off x="7430207" y="1230644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1</a:t>
            </a:r>
            <a:endParaRPr lang="en-US" sz="24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B584AC5-4E75-99C6-41BF-6804583103BE}"/>
              </a:ext>
            </a:extLst>
          </p:cNvPr>
          <p:cNvSpPr txBox="1"/>
          <p:nvPr/>
        </p:nvSpPr>
        <p:spPr>
          <a:xfrm>
            <a:off x="8263742" y="1230202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2</a:t>
            </a:r>
            <a:endParaRPr lang="en-US" sz="24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B3BDC38-AFA7-3DAD-4537-D247AAAB1F9B}"/>
              </a:ext>
            </a:extLst>
          </p:cNvPr>
          <p:cNvSpPr txBox="1"/>
          <p:nvPr/>
        </p:nvSpPr>
        <p:spPr>
          <a:xfrm>
            <a:off x="9097277" y="1230201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3</a:t>
            </a:r>
            <a:endParaRPr lang="en-US" sz="24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D08350-E1B7-262E-3D35-A9094968CE6F}"/>
              </a:ext>
            </a:extLst>
          </p:cNvPr>
          <p:cNvSpPr txBox="1"/>
          <p:nvPr/>
        </p:nvSpPr>
        <p:spPr>
          <a:xfrm>
            <a:off x="9930812" y="1210798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4</a:t>
            </a:r>
            <a:endParaRPr lang="en-US" sz="24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46CE106-43CA-19C1-4BB2-BB3757CDDFA3}"/>
              </a:ext>
            </a:extLst>
          </p:cNvPr>
          <p:cNvSpPr txBox="1"/>
          <p:nvPr/>
        </p:nvSpPr>
        <p:spPr>
          <a:xfrm>
            <a:off x="10764347" y="1237302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5</a:t>
            </a:r>
            <a:endParaRPr lang="en-US" sz="2400" b="1" dirty="0"/>
          </a:p>
        </p:txBody>
      </p:sp>
      <p:pic>
        <p:nvPicPr>
          <p:cNvPr id="61" name="Graphic 60" descr="Crown with solid fill">
            <a:extLst>
              <a:ext uri="{FF2B5EF4-FFF2-40B4-BE49-F238E27FC236}">
                <a16:creationId xmlns:a16="http://schemas.microsoft.com/office/drawing/2014/main" id="{0633529C-F60C-242C-8EAC-FB49561C10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87945" y="2458726"/>
            <a:ext cx="704263" cy="704263"/>
          </a:xfrm>
          <a:prstGeom prst="rect">
            <a:avLst/>
          </a:prstGeom>
        </p:spPr>
      </p:pic>
      <p:pic>
        <p:nvPicPr>
          <p:cNvPr id="62" name="Graphic 61" descr="Crown with solid fill">
            <a:extLst>
              <a:ext uri="{FF2B5EF4-FFF2-40B4-BE49-F238E27FC236}">
                <a16:creationId xmlns:a16="http://schemas.microsoft.com/office/drawing/2014/main" id="{C8F15326-F4EC-103D-30A4-DE8166447C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43812" y="3244306"/>
            <a:ext cx="704263" cy="704263"/>
          </a:xfrm>
          <a:prstGeom prst="rect">
            <a:avLst/>
          </a:prstGeom>
        </p:spPr>
      </p:pic>
      <p:pic>
        <p:nvPicPr>
          <p:cNvPr id="65" name="Graphic 64" descr="Crown with solid fill">
            <a:extLst>
              <a:ext uri="{FF2B5EF4-FFF2-40B4-BE49-F238E27FC236}">
                <a16:creationId xmlns:a16="http://schemas.microsoft.com/office/drawing/2014/main" id="{58BFC9DC-9735-233A-84BA-C014118B95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89183" y="3995223"/>
            <a:ext cx="704263" cy="704263"/>
          </a:xfrm>
          <a:prstGeom prst="rect">
            <a:avLst/>
          </a:prstGeom>
        </p:spPr>
      </p:pic>
      <p:pic>
        <p:nvPicPr>
          <p:cNvPr id="64" name="Graphic 63" descr="Crown with solid fill">
            <a:extLst>
              <a:ext uri="{FF2B5EF4-FFF2-40B4-BE49-F238E27FC236}">
                <a16:creationId xmlns:a16="http://schemas.microsoft.com/office/drawing/2014/main" id="{AE766E70-DBBD-BEB1-005C-48D70EBA24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21480" y="4787922"/>
            <a:ext cx="704263" cy="70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871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196A2-4256-CC6A-0B7F-CBC0267B4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5B77F-0686-1A00-7A25-42A892CA3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5951" y="374734"/>
            <a:ext cx="9144000" cy="535356"/>
          </a:xfrm>
        </p:spPr>
        <p:txBody>
          <a:bodyPr>
            <a:noAutofit/>
          </a:bodyPr>
          <a:lstStyle/>
          <a:p>
            <a:r>
              <a:rPr lang="vi-VN" sz="4000" dirty="0"/>
              <a:t>E-</a:t>
            </a:r>
            <a:r>
              <a:rPr lang="vi-VN" sz="4000" dirty="0" err="1"/>
              <a:t>learning</a:t>
            </a:r>
            <a:r>
              <a:rPr lang="vi-VN" sz="4000" dirty="0"/>
              <a:t> 01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3593F1-3197-0BFF-C449-86452394D8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296" y="1636387"/>
            <a:ext cx="5024252" cy="4737295"/>
          </a:xfrm>
        </p:spPr>
        <p:txBody>
          <a:bodyPr/>
          <a:lstStyle/>
          <a:p>
            <a:pPr algn="l"/>
            <a:r>
              <a:rPr lang="vi-VN" b="1" dirty="0"/>
              <a:t>Tính x theo công thức: </a:t>
            </a:r>
          </a:p>
          <a:p>
            <a:r>
              <a:rPr lang="vi-VN" dirty="0"/>
              <a:t>X = [ngày sinh của bạn]%6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vi-VN" dirty="0"/>
              <a:t>Đặt quân Hậu vào vị trí x của dòng đầu tiên sau đó thực hiện giải bài toán 6-Hậu hình bên bằng thuật toán quay lui (tìm vị trí đặt 5 quân Hậu còn lại).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vi-VN" dirty="0"/>
              <a:t>Trình bày trực quan các bước của lời giải.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4B5AC7-D26C-E3B1-DEFE-335EF911D5DB}"/>
              </a:ext>
            </a:extLst>
          </p:cNvPr>
          <p:cNvSpPr/>
          <p:nvPr/>
        </p:nvSpPr>
        <p:spPr>
          <a:xfrm>
            <a:off x="6513677" y="1638885"/>
            <a:ext cx="5085471" cy="4712677"/>
          </a:xfrm>
          <a:prstGeom prst="rect">
            <a:avLst/>
          </a:prstGeom>
          <a:noFill/>
          <a:ln w="31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9BB4F7-2C72-4FE1-16E9-614D9224137A}"/>
              </a:ext>
            </a:extLst>
          </p:cNvPr>
          <p:cNvSpPr/>
          <p:nvPr/>
        </p:nvSpPr>
        <p:spPr>
          <a:xfrm>
            <a:off x="6596672" y="327241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EF0855-6D89-CB92-4172-116FF836D355}"/>
              </a:ext>
            </a:extLst>
          </p:cNvPr>
          <p:cNvSpPr/>
          <p:nvPr/>
        </p:nvSpPr>
        <p:spPr>
          <a:xfrm>
            <a:off x="7430207" y="3272410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0FF2F3-D1B5-8DAA-5248-89ED55F1D107}"/>
              </a:ext>
            </a:extLst>
          </p:cNvPr>
          <p:cNvSpPr/>
          <p:nvPr/>
        </p:nvSpPr>
        <p:spPr>
          <a:xfrm>
            <a:off x="8263742" y="3272409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77567F-E96D-9C31-E5F9-E13B66AB9BAE}"/>
              </a:ext>
            </a:extLst>
          </p:cNvPr>
          <p:cNvSpPr/>
          <p:nvPr/>
        </p:nvSpPr>
        <p:spPr>
          <a:xfrm>
            <a:off x="9097277" y="3272408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F1199D-0D33-68D9-809F-D1554A4845DD}"/>
              </a:ext>
            </a:extLst>
          </p:cNvPr>
          <p:cNvSpPr/>
          <p:nvPr/>
        </p:nvSpPr>
        <p:spPr>
          <a:xfrm>
            <a:off x="6596672" y="4040177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C17585-D428-96AA-1601-33A56FD3A693}"/>
              </a:ext>
            </a:extLst>
          </p:cNvPr>
          <p:cNvSpPr/>
          <p:nvPr/>
        </p:nvSpPr>
        <p:spPr>
          <a:xfrm>
            <a:off x="7430207" y="4040176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32FED1-482F-AA4A-5C35-B35BDBA764EC}"/>
              </a:ext>
            </a:extLst>
          </p:cNvPr>
          <p:cNvSpPr/>
          <p:nvPr/>
        </p:nvSpPr>
        <p:spPr>
          <a:xfrm>
            <a:off x="8263742" y="4040175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DFDE3E-79F8-129A-9355-A1B668DE0455}"/>
              </a:ext>
            </a:extLst>
          </p:cNvPr>
          <p:cNvSpPr/>
          <p:nvPr/>
        </p:nvSpPr>
        <p:spPr>
          <a:xfrm>
            <a:off x="9097277" y="40401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B65BE1-E82B-3C57-11C4-029DFA7EC2D2}"/>
              </a:ext>
            </a:extLst>
          </p:cNvPr>
          <p:cNvSpPr/>
          <p:nvPr/>
        </p:nvSpPr>
        <p:spPr>
          <a:xfrm>
            <a:off x="6596672" y="4807943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A3A2B3-11E1-F9F1-E5C6-65DCAE7CF429}"/>
              </a:ext>
            </a:extLst>
          </p:cNvPr>
          <p:cNvSpPr/>
          <p:nvPr/>
        </p:nvSpPr>
        <p:spPr>
          <a:xfrm>
            <a:off x="7430207" y="4807942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3C7EAA-3E52-08C4-4DE2-C75458BBA7CA}"/>
              </a:ext>
            </a:extLst>
          </p:cNvPr>
          <p:cNvSpPr/>
          <p:nvPr/>
        </p:nvSpPr>
        <p:spPr>
          <a:xfrm>
            <a:off x="8263742" y="480794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9A5A85-D903-0FAB-3D29-14BB0BA9CE08}"/>
              </a:ext>
            </a:extLst>
          </p:cNvPr>
          <p:cNvSpPr/>
          <p:nvPr/>
        </p:nvSpPr>
        <p:spPr>
          <a:xfrm>
            <a:off x="9097277" y="48079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9CDF3B-78A6-566A-EC52-D146D4FA42FA}"/>
              </a:ext>
            </a:extLst>
          </p:cNvPr>
          <p:cNvSpPr/>
          <p:nvPr/>
        </p:nvSpPr>
        <p:spPr>
          <a:xfrm>
            <a:off x="6596672" y="5575709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5AE43D-071A-C9D8-8F9D-8EA9345B2288}"/>
              </a:ext>
            </a:extLst>
          </p:cNvPr>
          <p:cNvSpPr/>
          <p:nvPr/>
        </p:nvSpPr>
        <p:spPr>
          <a:xfrm>
            <a:off x="7430207" y="5575708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0A1F4B-0269-4BCB-6C59-FFC8A7BCD2DF}"/>
              </a:ext>
            </a:extLst>
          </p:cNvPr>
          <p:cNvSpPr/>
          <p:nvPr/>
        </p:nvSpPr>
        <p:spPr>
          <a:xfrm>
            <a:off x="8263742" y="557570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258EB4-AAA3-AAA0-162F-204926714AC3}"/>
              </a:ext>
            </a:extLst>
          </p:cNvPr>
          <p:cNvSpPr/>
          <p:nvPr/>
        </p:nvSpPr>
        <p:spPr>
          <a:xfrm>
            <a:off x="9097277" y="5575706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933BFD-914B-C525-8075-8AEBA24B0D2A}"/>
              </a:ext>
            </a:extLst>
          </p:cNvPr>
          <p:cNvSpPr/>
          <p:nvPr/>
        </p:nvSpPr>
        <p:spPr>
          <a:xfrm>
            <a:off x="7430207" y="3272412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E19A14-1144-4245-9A34-7D587C67CB93}"/>
              </a:ext>
            </a:extLst>
          </p:cNvPr>
          <p:cNvSpPr/>
          <p:nvPr/>
        </p:nvSpPr>
        <p:spPr>
          <a:xfrm>
            <a:off x="8263742" y="327241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3E10B7-86B1-77F5-C4DC-EEF7DCAAB864}"/>
              </a:ext>
            </a:extLst>
          </p:cNvPr>
          <p:cNvSpPr/>
          <p:nvPr/>
        </p:nvSpPr>
        <p:spPr>
          <a:xfrm>
            <a:off x="9097277" y="327241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70F966-DB6B-5E40-DBAE-D184DE18B211}"/>
              </a:ext>
            </a:extLst>
          </p:cNvPr>
          <p:cNvSpPr/>
          <p:nvPr/>
        </p:nvSpPr>
        <p:spPr>
          <a:xfrm>
            <a:off x="6596672" y="4040179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2B6A83-7197-76E5-A20C-C86226EA2D3D}"/>
              </a:ext>
            </a:extLst>
          </p:cNvPr>
          <p:cNvSpPr/>
          <p:nvPr/>
        </p:nvSpPr>
        <p:spPr>
          <a:xfrm>
            <a:off x="7430207" y="4040178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77AA0A6-B1EA-9FE3-DF9C-7FDCA7CBFC2F}"/>
              </a:ext>
            </a:extLst>
          </p:cNvPr>
          <p:cNvSpPr/>
          <p:nvPr/>
        </p:nvSpPr>
        <p:spPr>
          <a:xfrm>
            <a:off x="8263742" y="404017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129AE2B-10FF-0F8A-F8FD-1668E1EAE594}"/>
              </a:ext>
            </a:extLst>
          </p:cNvPr>
          <p:cNvSpPr/>
          <p:nvPr/>
        </p:nvSpPr>
        <p:spPr>
          <a:xfrm>
            <a:off x="8263742" y="4807943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80E510-ADFD-1194-FF6C-CA97DAB4BE36}"/>
              </a:ext>
            </a:extLst>
          </p:cNvPr>
          <p:cNvSpPr/>
          <p:nvPr/>
        </p:nvSpPr>
        <p:spPr>
          <a:xfrm>
            <a:off x="9930812" y="3272409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5C9D0E-F050-C879-64B3-B0C6A8C55ABE}"/>
              </a:ext>
            </a:extLst>
          </p:cNvPr>
          <p:cNvSpPr/>
          <p:nvPr/>
        </p:nvSpPr>
        <p:spPr>
          <a:xfrm>
            <a:off x="10764347" y="3272408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8D8B36C-3A51-C830-ADF8-25729964894A}"/>
              </a:ext>
            </a:extLst>
          </p:cNvPr>
          <p:cNvSpPr/>
          <p:nvPr/>
        </p:nvSpPr>
        <p:spPr>
          <a:xfrm>
            <a:off x="9930812" y="4040175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341DA34-94B5-5509-23E1-4A4EF49483E9}"/>
              </a:ext>
            </a:extLst>
          </p:cNvPr>
          <p:cNvSpPr/>
          <p:nvPr/>
        </p:nvSpPr>
        <p:spPr>
          <a:xfrm>
            <a:off x="10764347" y="40401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CEA15B2-5629-BEA9-6D35-8D4B322E22C1}"/>
              </a:ext>
            </a:extLst>
          </p:cNvPr>
          <p:cNvSpPr/>
          <p:nvPr/>
        </p:nvSpPr>
        <p:spPr>
          <a:xfrm>
            <a:off x="9930812" y="480794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5F919C-BE81-C7D7-49DA-0B2D2341971B}"/>
              </a:ext>
            </a:extLst>
          </p:cNvPr>
          <p:cNvSpPr/>
          <p:nvPr/>
        </p:nvSpPr>
        <p:spPr>
          <a:xfrm>
            <a:off x="10764347" y="48079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1F723CC-5971-D46B-577D-BEE51E3686EA}"/>
              </a:ext>
            </a:extLst>
          </p:cNvPr>
          <p:cNvSpPr/>
          <p:nvPr/>
        </p:nvSpPr>
        <p:spPr>
          <a:xfrm>
            <a:off x="9930812" y="557570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53E5EF5-4F80-AD93-F0F5-AD30F1C8D94F}"/>
              </a:ext>
            </a:extLst>
          </p:cNvPr>
          <p:cNvSpPr/>
          <p:nvPr/>
        </p:nvSpPr>
        <p:spPr>
          <a:xfrm>
            <a:off x="10764347" y="5575706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F5422EC-56F0-A672-6D84-A771E238D024}"/>
              </a:ext>
            </a:extLst>
          </p:cNvPr>
          <p:cNvSpPr/>
          <p:nvPr/>
        </p:nvSpPr>
        <p:spPr>
          <a:xfrm>
            <a:off x="9930812" y="327241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DB2D93-3DF9-BD61-EF00-1013332A1F45}"/>
              </a:ext>
            </a:extLst>
          </p:cNvPr>
          <p:cNvSpPr/>
          <p:nvPr/>
        </p:nvSpPr>
        <p:spPr>
          <a:xfrm>
            <a:off x="10764347" y="327241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EB9E1E7-95CC-F07B-01D1-2EB96E27D6C6}"/>
              </a:ext>
            </a:extLst>
          </p:cNvPr>
          <p:cNvSpPr/>
          <p:nvPr/>
        </p:nvSpPr>
        <p:spPr>
          <a:xfrm>
            <a:off x="9930812" y="404017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060B226-90CA-02EF-40F6-E54A741E3EEC}"/>
              </a:ext>
            </a:extLst>
          </p:cNvPr>
          <p:cNvSpPr/>
          <p:nvPr/>
        </p:nvSpPr>
        <p:spPr>
          <a:xfrm>
            <a:off x="9930812" y="4807943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28447D3-46CD-5062-20C6-69E94F71F9AF}"/>
              </a:ext>
            </a:extLst>
          </p:cNvPr>
          <p:cNvSpPr/>
          <p:nvPr/>
        </p:nvSpPr>
        <p:spPr>
          <a:xfrm>
            <a:off x="6596672" y="17183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7D4E9DF-B83B-B14A-59CC-BF8D90775CCF}"/>
              </a:ext>
            </a:extLst>
          </p:cNvPr>
          <p:cNvSpPr/>
          <p:nvPr/>
        </p:nvSpPr>
        <p:spPr>
          <a:xfrm>
            <a:off x="7430207" y="1718373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CBC6DEF-1111-E2F2-114C-0009667A60F1}"/>
              </a:ext>
            </a:extLst>
          </p:cNvPr>
          <p:cNvSpPr/>
          <p:nvPr/>
        </p:nvSpPr>
        <p:spPr>
          <a:xfrm>
            <a:off x="8263742" y="1718372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83B9135-2D1B-CF95-7457-5411024B6D2A}"/>
              </a:ext>
            </a:extLst>
          </p:cNvPr>
          <p:cNvSpPr/>
          <p:nvPr/>
        </p:nvSpPr>
        <p:spPr>
          <a:xfrm>
            <a:off x="9097277" y="171837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CB5FFA9-DFDE-C441-C0C7-BE8517AF9413}"/>
              </a:ext>
            </a:extLst>
          </p:cNvPr>
          <p:cNvSpPr/>
          <p:nvPr/>
        </p:nvSpPr>
        <p:spPr>
          <a:xfrm>
            <a:off x="6596672" y="2486140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543DEE7-F28D-2761-C845-EA5F86D6CC44}"/>
              </a:ext>
            </a:extLst>
          </p:cNvPr>
          <p:cNvSpPr/>
          <p:nvPr/>
        </p:nvSpPr>
        <p:spPr>
          <a:xfrm>
            <a:off x="7430207" y="2486139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7782A0F-25B2-46A9-4DEB-5AA198813B7D}"/>
              </a:ext>
            </a:extLst>
          </p:cNvPr>
          <p:cNvSpPr/>
          <p:nvPr/>
        </p:nvSpPr>
        <p:spPr>
          <a:xfrm>
            <a:off x="8263742" y="2486138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9132A90-16AF-B768-3468-034859482DCE}"/>
              </a:ext>
            </a:extLst>
          </p:cNvPr>
          <p:cNvSpPr/>
          <p:nvPr/>
        </p:nvSpPr>
        <p:spPr>
          <a:xfrm>
            <a:off x="9097277" y="2486137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C71B433-374E-2711-D9D7-FC001330051A}"/>
              </a:ext>
            </a:extLst>
          </p:cNvPr>
          <p:cNvSpPr/>
          <p:nvPr/>
        </p:nvSpPr>
        <p:spPr>
          <a:xfrm>
            <a:off x="7430207" y="1718375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8CB20CD-9C09-3506-F18F-BE087271463E}"/>
              </a:ext>
            </a:extLst>
          </p:cNvPr>
          <p:cNvSpPr/>
          <p:nvPr/>
        </p:nvSpPr>
        <p:spPr>
          <a:xfrm>
            <a:off x="8263742" y="17183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601A343-180A-2B11-79B7-EAA0C27442C4}"/>
              </a:ext>
            </a:extLst>
          </p:cNvPr>
          <p:cNvSpPr/>
          <p:nvPr/>
        </p:nvSpPr>
        <p:spPr>
          <a:xfrm>
            <a:off x="9097277" y="1718373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7615D95-DB7D-6C65-5ED6-39B1EBB335A2}"/>
              </a:ext>
            </a:extLst>
          </p:cNvPr>
          <p:cNvSpPr/>
          <p:nvPr/>
        </p:nvSpPr>
        <p:spPr>
          <a:xfrm>
            <a:off x="6596672" y="2486142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0745713-BDED-19A4-BE39-144B5504CE1D}"/>
              </a:ext>
            </a:extLst>
          </p:cNvPr>
          <p:cNvSpPr/>
          <p:nvPr/>
        </p:nvSpPr>
        <p:spPr>
          <a:xfrm>
            <a:off x="7430207" y="248614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F2F6DCE-E5ED-8754-9C63-DA51C3548F14}"/>
              </a:ext>
            </a:extLst>
          </p:cNvPr>
          <p:cNvSpPr/>
          <p:nvPr/>
        </p:nvSpPr>
        <p:spPr>
          <a:xfrm>
            <a:off x="8263742" y="24861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C9AB20D-3A33-07EE-15FA-7E9F224A17C5}"/>
              </a:ext>
            </a:extLst>
          </p:cNvPr>
          <p:cNvSpPr/>
          <p:nvPr/>
        </p:nvSpPr>
        <p:spPr>
          <a:xfrm>
            <a:off x="9930812" y="1718372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2DCCC75-E2F0-959F-251D-0F4CC03A332C}"/>
              </a:ext>
            </a:extLst>
          </p:cNvPr>
          <p:cNvSpPr/>
          <p:nvPr/>
        </p:nvSpPr>
        <p:spPr>
          <a:xfrm>
            <a:off x="10764347" y="171837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03507B0-A347-6957-253B-B1C1A7D1A610}"/>
              </a:ext>
            </a:extLst>
          </p:cNvPr>
          <p:cNvSpPr/>
          <p:nvPr/>
        </p:nvSpPr>
        <p:spPr>
          <a:xfrm>
            <a:off x="9930812" y="2486138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AF8118F-3FAD-15D1-7890-4B01C89EC00F}"/>
              </a:ext>
            </a:extLst>
          </p:cNvPr>
          <p:cNvSpPr/>
          <p:nvPr/>
        </p:nvSpPr>
        <p:spPr>
          <a:xfrm>
            <a:off x="10764347" y="2486137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C8FAF41-F9C2-E070-AB1C-100AC2862A5D}"/>
              </a:ext>
            </a:extLst>
          </p:cNvPr>
          <p:cNvSpPr/>
          <p:nvPr/>
        </p:nvSpPr>
        <p:spPr>
          <a:xfrm>
            <a:off x="9930812" y="17183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AA122A6-A0F6-1A4C-DDF2-19861A221744}"/>
              </a:ext>
            </a:extLst>
          </p:cNvPr>
          <p:cNvSpPr/>
          <p:nvPr/>
        </p:nvSpPr>
        <p:spPr>
          <a:xfrm>
            <a:off x="10764347" y="1718373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5B0116B-315F-3AD9-C4A5-ED7B0DB0BDF5}"/>
              </a:ext>
            </a:extLst>
          </p:cNvPr>
          <p:cNvSpPr/>
          <p:nvPr/>
        </p:nvSpPr>
        <p:spPr>
          <a:xfrm>
            <a:off x="9930812" y="24861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Graphic 62" descr="Crown with solid fill">
            <a:extLst>
              <a:ext uri="{FF2B5EF4-FFF2-40B4-BE49-F238E27FC236}">
                <a16:creationId xmlns:a16="http://schemas.microsoft.com/office/drawing/2014/main" id="{72947416-E563-97E5-F3DE-04BE13745A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55015" y="1672463"/>
            <a:ext cx="704263" cy="704263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5FC65DBB-49AF-84A6-92EE-5713DA0A4F91}"/>
              </a:ext>
            </a:extLst>
          </p:cNvPr>
          <p:cNvSpPr txBox="1"/>
          <p:nvPr/>
        </p:nvSpPr>
        <p:spPr>
          <a:xfrm>
            <a:off x="6556238" y="1224536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0</a:t>
            </a:r>
            <a:endParaRPr lang="en-US" sz="24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65F79BF-D15A-4B2E-8E8B-9CA43BDC19CA}"/>
              </a:ext>
            </a:extLst>
          </p:cNvPr>
          <p:cNvSpPr txBox="1"/>
          <p:nvPr/>
        </p:nvSpPr>
        <p:spPr>
          <a:xfrm>
            <a:off x="7430207" y="1230644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1</a:t>
            </a:r>
            <a:endParaRPr lang="en-US" sz="24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7F127DD-02AD-E45C-C664-6815A962A54B}"/>
              </a:ext>
            </a:extLst>
          </p:cNvPr>
          <p:cNvSpPr txBox="1"/>
          <p:nvPr/>
        </p:nvSpPr>
        <p:spPr>
          <a:xfrm>
            <a:off x="8263742" y="1230202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2</a:t>
            </a:r>
            <a:endParaRPr lang="en-US" sz="24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9542EF9-6491-2FA7-00F0-3E20504EE246}"/>
              </a:ext>
            </a:extLst>
          </p:cNvPr>
          <p:cNvSpPr txBox="1"/>
          <p:nvPr/>
        </p:nvSpPr>
        <p:spPr>
          <a:xfrm>
            <a:off x="9097277" y="1230201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3</a:t>
            </a:r>
            <a:endParaRPr lang="en-US" sz="24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68BA1A6-77A3-78E8-98CF-78C2BBADFC46}"/>
              </a:ext>
            </a:extLst>
          </p:cNvPr>
          <p:cNvSpPr txBox="1"/>
          <p:nvPr/>
        </p:nvSpPr>
        <p:spPr>
          <a:xfrm>
            <a:off x="9930812" y="1210798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4</a:t>
            </a:r>
            <a:endParaRPr lang="en-US" sz="24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2491840-EC32-B0D9-0151-28BA3E0C881E}"/>
              </a:ext>
            </a:extLst>
          </p:cNvPr>
          <p:cNvSpPr txBox="1"/>
          <p:nvPr/>
        </p:nvSpPr>
        <p:spPr>
          <a:xfrm>
            <a:off x="10764347" y="1237302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5</a:t>
            </a:r>
            <a:endParaRPr lang="en-US" sz="2400" b="1" dirty="0"/>
          </a:p>
        </p:txBody>
      </p:sp>
      <p:pic>
        <p:nvPicPr>
          <p:cNvPr id="61" name="Graphic 60" descr="Crown with solid fill">
            <a:extLst>
              <a:ext uri="{FF2B5EF4-FFF2-40B4-BE49-F238E27FC236}">
                <a16:creationId xmlns:a16="http://schemas.microsoft.com/office/drawing/2014/main" id="{FEBA4B25-D87A-18C5-D778-EDA71F6FB2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87945" y="2458726"/>
            <a:ext cx="704263" cy="704263"/>
          </a:xfrm>
          <a:prstGeom prst="rect">
            <a:avLst/>
          </a:prstGeom>
        </p:spPr>
      </p:pic>
      <p:pic>
        <p:nvPicPr>
          <p:cNvPr id="62" name="Graphic 61" descr="Crown with solid fill">
            <a:extLst>
              <a:ext uri="{FF2B5EF4-FFF2-40B4-BE49-F238E27FC236}">
                <a16:creationId xmlns:a16="http://schemas.microsoft.com/office/drawing/2014/main" id="{950C7950-FF0E-45CB-DE9C-FE54F00ADF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43812" y="3244306"/>
            <a:ext cx="704263" cy="704263"/>
          </a:xfrm>
          <a:prstGeom prst="rect">
            <a:avLst/>
          </a:prstGeom>
        </p:spPr>
      </p:pic>
      <p:pic>
        <p:nvPicPr>
          <p:cNvPr id="65" name="Graphic 64" descr="Crown with solid fill">
            <a:extLst>
              <a:ext uri="{FF2B5EF4-FFF2-40B4-BE49-F238E27FC236}">
                <a16:creationId xmlns:a16="http://schemas.microsoft.com/office/drawing/2014/main" id="{7F8B79F7-3BFB-2EB5-99FC-16A0E5237A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89183" y="3995223"/>
            <a:ext cx="704263" cy="704263"/>
          </a:xfrm>
          <a:prstGeom prst="rect">
            <a:avLst/>
          </a:prstGeom>
        </p:spPr>
      </p:pic>
      <p:pic>
        <p:nvPicPr>
          <p:cNvPr id="64" name="Graphic 63" descr="Crown with solid fill">
            <a:extLst>
              <a:ext uri="{FF2B5EF4-FFF2-40B4-BE49-F238E27FC236}">
                <a16:creationId xmlns:a16="http://schemas.microsoft.com/office/drawing/2014/main" id="{ABCE9FE0-B8DA-E163-32CA-59322559AC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21480" y="4773870"/>
            <a:ext cx="704263" cy="704263"/>
          </a:xfrm>
          <a:prstGeom prst="rect">
            <a:avLst/>
          </a:prstGeom>
        </p:spPr>
      </p:pic>
      <p:pic>
        <p:nvPicPr>
          <p:cNvPr id="73" name="Graphic 72" descr="Crown with solid fill">
            <a:extLst>
              <a:ext uri="{FF2B5EF4-FFF2-40B4-BE49-F238E27FC236}">
                <a16:creationId xmlns:a16="http://schemas.microsoft.com/office/drawing/2014/main" id="{82D7A8EA-6A82-9133-6F3A-536C6FC605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4409" y="5541638"/>
            <a:ext cx="704263" cy="70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010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9A168-F7BA-C649-AA1E-75E0B9561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A8162-9535-FB6F-E343-4945E9C6F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5951" y="374734"/>
            <a:ext cx="9144000" cy="535356"/>
          </a:xfrm>
        </p:spPr>
        <p:txBody>
          <a:bodyPr>
            <a:noAutofit/>
          </a:bodyPr>
          <a:lstStyle/>
          <a:p>
            <a:r>
              <a:rPr lang="vi-VN" sz="4000" dirty="0"/>
              <a:t>E-</a:t>
            </a:r>
            <a:r>
              <a:rPr lang="vi-VN" sz="4000" dirty="0" err="1"/>
              <a:t>learning</a:t>
            </a:r>
            <a:r>
              <a:rPr lang="vi-VN" sz="4000" dirty="0"/>
              <a:t> 01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59099B-9696-1CAF-79C9-C2B77FE6E8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296" y="1636387"/>
            <a:ext cx="5024252" cy="4737295"/>
          </a:xfrm>
        </p:spPr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backtrack (</a:t>
            </a:r>
            <a:r>
              <a:rPr lang="en-US" dirty="0" err="1"/>
              <a:t>xung</a:t>
            </a:r>
            <a:r>
              <a:rPr lang="en-US" dirty="0"/>
              <a:t> </a:t>
            </a:r>
            <a:r>
              <a:rPr lang="en-US" dirty="0" err="1"/>
              <a:t>đột</a:t>
            </a:r>
            <a:r>
              <a:rPr lang="en-US" dirty="0"/>
              <a:t> → quay </a:t>
            </a:r>
            <a:r>
              <a:rPr lang="en-US" dirty="0" err="1"/>
              <a:t>lui</a:t>
            </a:r>
            <a:r>
              <a:rPr lang="en-US" dirty="0"/>
              <a:t>)</a:t>
            </a:r>
          </a:p>
          <a:p>
            <a:r>
              <a:rPr lang="vi-VN" dirty="0"/>
              <a:t>Khi thử đặt hàng 4 cột 1 → xung đột đường chéo → backtrack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FB4CBD-17EA-2069-794D-40020264C9A5}"/>
              </a:ext>
            </a:extLst>
          </p:cNvPr>
          <p:cNvSpPr/>
          <p:nvPr/>
        </p:nvSpPr>
        <p:spPr>
          <a:xfrm>
            <a:off x="6513677" y="1638885"/>
            <a:ext cx="5085471" cy="4712677"/>
          </a:xfrm>
          <a:prstGeom prst="rect">
            <a:avLst/>
          </a:prstGeom>
          <a:noFill/>
          <a:ln w="31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1A9805-4259-10F6-3E8A-D9BECF553D2F}"/>
              </a:ext>
            </a:extLst>
          </p:cNvPr>
          <p:cNvSpPr/>
          <p:nvPr/>
        </p:nvSpPr>
        <p:spPr>
          <a:xfrm>
            <a:off x="6596672" y="327241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8757F4-3DF9-A178-11D9-053314D99EC9}"/>
              </a:ext>
            </a:extLst>
          </p:cNvPr>
          <p:cNvSpPr/>
          <p:nvPr/>
        </p:nvSpPr>
        <p:spPr>
          <a:xfrm>
            <a:off x="7430207" y="3272410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A8021C-FCE1-CAEE-6AE9-0B03D0F2865C}"/>
              </a:ext>
            </a:extLst>
          </p:cNvPr>
          <p:cNvSpPr/>
          <p:nvPr/>
        </p:nvSpPr>
        <p:spPr>
          <a:xfrm>
            <a:off x="8263742" y="3272409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E54CD0-D1A4-E480-CF28-61357042D1F8}"/>
              </a:ext>
            </a:extLst>
          </p:cNvPr>
          <p:cNvSpPr/>
          <p:nvPr/>
        </p:nvSpPr>
        <p:spPr>
          <a:xfrm>
            <a:off x="9097277" y="3272408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9FBD87-71D9-0458-1270-D11C6D609D6E}"/>
              </a:ext>
            </a:extLst>
          </p:cNvPr>
          <p:cNvSpPr/>
          <p:nvPr/>
        </p:nvSpPr>
        <p:spPr>
          <a:xfrm>
            <a:off x="6596672" y="4040177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39265F-75A9-DEAE-B074-BB0A3295CC63}"/>
              </a:ext>
            </a:extLst>
          </p:cNvPr>
          <p:cNvSpPr/>
          <p:nvPr/>
        </p:nvSpPr>
        <p:spPr>
          <a:xfrm>
            <a:off x="7430207" y="4040176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935EF8-43F0-349C-86B4-43ED5DC8D5E2}"/>
              </a:ext>
            </a:extLst>
          </p:cNvPr>
          <p:cNvSpPr/>
          <p:nvPr/>
        </p:nvSpPr>
        <p:spPr>
          <a:xfrm>
            <a:off x="8263742" y="4040175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98FB77-BF65-9AA6-7D17-F4A87BA3D905}"/>
              </a:ext>
            </a:extLst>
          </p:cNvPr>
          <p:cNvSpPr/>
          <p:nvPr/>
        </p:nvSpPr>
        <p:spPr>
          <a:xfrm>
            <a:off x="9097277" y="40401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59894B-F173-2EB0-8A3E-9E1124CB5714}"/>
              </a:ext>
            </a:extLst>
          </p:cNvPr>
          <p:cNvSpPr/>
          <p:nvPr/>
        </p:nvSpPr>
        <p:spPr>
          <a:xfrm>
            <a:off x="6596672" y="4807943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38442C-1E36-CC7C-6D55-09B63A5DCF44}"/>
              </a:ext>
            </a:extLst>
          </p:cNvPr>
          <p:cNvSpPr/>
          <p:nvPr/>
        </p:nvSpPr>
        <p:spPr>
          <a:xfrm>
            <a:off x="7430207" y="4807942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02E85A-0695-85BD-DCD8-76DF2BA06051}"/>
              </a:ext>
            </a:extLst>
          </p:cNvPr>
          <p:cNvSpPr/>
          <p:nvPr/>
        </p:nvSpPr>
        <p:spPr>
          <a:xfrm>
            <a:off x="8263742" y="480794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6B0C7F-DB8A-8E1F-50F6-C283806D4510}"/>
              </a:ext>
            </a:extLst>
          </p:cNvPr>
          <p:cNvSpPr/>
          <p:nvPr/>
        </p:nvSpPr>
        <p:spPr>
          <a:xfrm>
            <a:off x="9097277" y="48079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A35313-1FD4-F8AF-7A7E-A571416EA9FE}"/>
              </a:ext>
            </a:extLst>
          </p:cNvPr>
          <p:cNvSpPr/>
          <p:nvPr/>
        </p:nvSpPr>
        <p:spPr>
          <a:xfrm>
            <a:off x="6596672" y="5575709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A981B8-A209-6981-C6B6-3BF617B69F2F}"/>
              </a:ext>
            </a:extLst>
          </p:cNvPr>
          <p:cNvSpPr/>
          <p:nvPr/>
        </p:nvSpPr>
        <p:spPr>
          <a:xfrm>
            <a:off x="7430207" y="5575708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A6559B-AA3B-0450-0920-6E4D86D69D29}"/>
              </a:ext>
            </a:extLst>
          </p:cNvPr>
          <p:cNvSpPr/>
          <p:nvPr/>
        </p:nvSpPr>
        <p:spPr>
          <a:xfrm>
            <a:off x="8263742" y="557570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131DBA-F543-BC5C-A0AE-AAEC4EDECCD0}"/>
              </a:ext>
            </a:extLst>
          </p:cNvPr>
          <p:cNvSpPr/>
          <p:nvPr/>
        </p:nvSpPr>
        <p:spPr>
          <a:xfrm>
            <a:off x="9097277" y="5575706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FE9F59B-7C78-A6E5-F171-A4825E3E51F2}"/>
              </a:ext>
            </a:extLst>
          </p:cNvPr>
          <p:cNvSpPr/>
          <p:nvPr/>
        </p:nvSpPr>
        <p:spPr>
          <a:xfrm>
            <a:off x="7430207" y="3272412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0A7985-F47A-F2AB-F014-2FBD64A92838}"/>
              </a:ext>
            </a:extLst>
          </p:cNvPr>
          <p:cNvSpPr/>
          <p:nvPr/>
        </p:nvSpPr>
        <p:spPr>
          <a:xfrm>
            <a:off x="8263742" y="327241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2EB585-8914-9528-DA8F-DEEAC38F31F2}"/>
              </a:ext>
            </a:extLst>
          </p:cNvPr>
          <p:cNvSpPr/>
          <p:nvPr/>
        </p:nvSpPr>
        <p:spPr>
          <a:xfrm>
            <a:off x="9097277" y="327241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A15AFBF-E0B0-C600-177A-C3D62F8BD799}"/>
              </a:ext>
            </a:extLst>
          </p:cNvPr>
          <p:cNvSpPr/>
          <p:nvPr/>
        </p:nvSpPr>
        <p:spPr>
          <a:xfrm>
            <a:off x="6596672" y="4040179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EE832DF-7F51-126E-354F-F1C9DF7B0EE4}"/>
              </a:ext>
            </a:extLst>
          </p:cNvPr>
          <p:cNvSpPr/>
          <p:nvPr/>
        </p:nvSpPr>
        <p:spPr>
          <a:xfrm>
            <a:off x="7430207" y="4040178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603EAB-FAF4-2496-4F25-357845C65F40}"/>
              </a:ext>
            </a:extLst>
          </p:cNvPr>
          <p:cNvSpPr/>
          <p:nvPr/>
        </p:nvSpPr>
        <p:spPr>
          <a:xfrm>
            <a:off x="8263742" y="404017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86676E9-3A17-3BEF-8FCF-F62483030769}"/>
              </a:ext>
            </a:extLst>
          </p:cNvPr>
          <p:cNvSpPr/>
          <p:nvPr/>
        </p:nvSpPr>
        <p:spPr>
          <a:xfrm>
            <a:off x="8263742" y="4807943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ACFF11-C15F-B4A4-1E7C-2C4145DD8A09}"/>
              </a:ext>
            </a:extLst>
          </p:cNvPr>
          <p:cNvSpPr/>
          <p:nvPr/>
        </p:nvSpPr>
        <p:spPr>
          <a:xfrm>
            <a:off x="9930812" y="3272409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E1CB0BD-DA00-81FC-E55F-6D43970C1B7D}"/>
              </a:ext>
            </a:extLst>
          </p:cNvPr>
          <p:cNvSpPr/>
          <p:nvPr/>
        </p:nvSpPr>
        <p:spPr>
          <a:xfrm>
            <a:off x="10764347" y="3272408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BF2E57A-9C49-97DD-89A3-D173FB7760DC}"/>
              </a:ext>
            </a:extLst>
          </p:cNvPr>
          <p:cNvSpPr/>
          <p:nvPr/>
        </p:nvSpPr>
        <p:spPr>
          <a:xfrm>
            <a:off x="9930812" y="4040175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1AA92A1-F5F9-17E8-0307-32A13D96C6BA}"/>
              </a:ext>
            </a:extLst>
          </p:cNvPr>
          <p:cNvSpPr/>
          <p:nvPr/>
        </p:nvSpPr>
        <p:spPr>
          <a:xfrm>
            <a:off x="10764347" y="40401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98F0D03-F250-B3A6-1EBF-8BB9432D393C}"/>
              </a:ext>
            </a:extLst>
          </p:cNvPr>
          <p:cNvSpPr/>
          <p:nvPr/>
        </p:nvSpPr>
        <p:spPr>
          <a:xfrm>
            <a:off x="9930812" y="480794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88CF71-0ACE-468E-20BA-0DA18E5177F5}"/>
              </a:ext>
            </a:extLst>
          </p:cNvPr>
          <p:cNvSpPr/>
          <p:nvPr/>
        </p:nvSpPr>
        <p:spPr>
          <a:xfrm>
            <a:off x="10764347" y="48079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11FB0A3-A349-F6F5-04C7-6422140E9A20}"/>
              </a:ext>
            </a:extLst>
          </p:cNvPr>
          <p:cNvSpPr/>
          <p:nvPr/>
        </p:nvSpPr>
        <p:spPr>
          <a:xfrm>
            <a:off x="9930812" y="557570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6670EA0-D340-3057-1BA0-1C5AA97F7C1C}"/>
              </a:ext>
            </a:extLst>
          </p:cNvPr>
          <p:cNvSpPr/>
          <p:nvPr/>
        </p:nvSpPr>
        <p:spPr>
          <a:xfrm>
            <a:off x="10764347" y="5575706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CEE9163-525E-CFC7-B47E-58009FE877C6}"/>
              </a:ext>
            </a:extLst>
          </p:cNvPr>
          <p:cNvSpPr/>
          <p:nvPr/>
        </p:nvSpPr>
        <p:spPr>
          <a:xfrm>
            <a:off x="9930812" y="327241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5B8D565-DB0A-E87C-4174-8E52EF959C60}"/>
              </a:ext>
            </a:extLst>
          </p:cNvPr>
          <p:cNvSpPr/>
          <p:nvPr/>
        </p:nvSpPr>
        <p:spPr>
          <a:xfrm>
            <a:off x="10764347" y="327241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E34D4FA-CC3A-4EF1-422E-605A06ADCF87}"/>
              </a:ext>
            </a:extLst>
          </p:cNvPr>
          <p:cNvSpPr/>
          <p:nvPr/>
        </p:nvSpPr>
        <p:spPr>
          <a:xfrm>
            <a:off x="9930812" y="404017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F7FC50C-E170-C285-1C58-11A002A04836}"/>
              </a:ext>
            </a:extLst>
          </p:cNvPr>
          <p:cNvSpPr/>
          <p:nvPr/>
        </p:nvSpPr>
        <p:spPr>
          <a:xfrm>
            <a:off x="9930812" y="4807943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9204328-CD45-8473-8658-0F123A51B625}"/>
              </a:ext>
            </a:extLst>
          </p:cNvPr>
          <p:cNvSpPr/>
          <p:nvPr/>
        </p:nvSpPr>
        <p:spPr>
          <a:xfrm>
            <a:off x="6596672" y="17183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7BFB4F1-6001-4CEA-76E9-B5F844AB3869}"/>
              </a:ext>
            </a:extLst>
          </p:cNvPr>
          <p:cNvSpPr/>
          <p:nvPr/>
        </p:nvSpPr>
        <p:spPr>
          <a:xfrm>
            <a:off x="7430207" y="1718373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D272E12-4CAD-5DF6-A4DF-1C3D453FFE6B}"/>
              </a:ext>
            </a:extLst>
          </p:cNvPr>
          <p:cNvSpPr/>
          <p:nvPr/>
        </p:nvSpPr>
        <p:spPr>
          <a:xfrm>
            <a:off x="8263742" y="1718372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5B2E25A-DED9-F7FE-935C-82B7EB0759F5}"/>
              </a:ext>
            </a:extLst>
          </p:cNvPr>
          <p:cNvSpPr/>
          <p:nvPr/>
        </p:nvSpPr>
        <p:spPr>
          <a:xfrm>
            <a:off x="9097277" y="171837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F4D52EE-7C05-5B9F-C999-23D0666C7916}"/>
              </a:ext>
            </a:extLst>
          </p:cNvPr>
          <p:cNvSpPr/>
          <p:nvPr/>
        </p:nvSpPr>
        <p:spPr>
          <a:xfrm>
            <a:off x="6596672" y="2486140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EB9D9D8-2EEB-D6E8-8C78-8CC69D18CF4D}"/>
              </a:ext>
            </a:extLst>
          </p:cNvPr>
          <p:cNvSpPr/>
          <p:nvPr/>
        </p:nvSpPr>
        <p:spPr>
          <a:xfrm>
            <a:off x="7430207" y="2486139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843966D-3B54-4A36-2B42-D5AB8F8AEA33}"/>
              </a:ext>
            </a:extLst>
          </p:cNvPr>
          <p:cNvSpPr/>
          <p:nvPr/>
        </p:nvSpPr>
        <p:spPr>
          <a:xfrm>
            <a:off x="8263742" y="2486138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D71FFF2-6539-D41B-1CB0-49BE2E4A4050}"/>
              </a:ext>
            </a:extLst>
          </p:cNvPr>
          <p:cNvSpPr/>
          <p:nvPr/>
        </p:nvSpPr>
        <p:spPr>
          <a:xfrm>
            <a:off x="9097277" y="2486137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DFF7F0A-75F3-1C24-34C5-1D628B9EDC00}"/>
              </a:ext>
            </a:extLst>
          </p:cNvPr>
          <p:cNvSpPr/>
          <p:nvPr/>
        </p:nvSpPr>
        <p:spPr>
          <a:xfrm>
            <a:off x="7430207" y="1718375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E739AA9-BFD9-EEA5-2DD9-C8037580C074}"/>
              </a:ext>
            </a:extLst>
          </p:cNvPr>
          <p:cNvSpPr/>
          <p:nvPr/>
        </p:nvSpPr>
        <p:spPr>
          <a:xfrm>
            <a:off x="8263742" y="17183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437E1A2-5C48-E662-F0C7-B35F9801E35D}"/>
              </a:ext>
            </a:extLst>
          </p:cNvPr>
          <p:cNvSpPr/>
          <p:nvPr/>
        </p:nvSpPr>
        <p:spPr>
          <a:xfrm>
            <a:off x="9097277" y="1718373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F62096B-29FD-CDDE-4D6A-A355F509242A}"/>
              </a:ext>
            </a:extLst>
          </p:cNvPr>
          <p:cNvSpPr/>
          <p:nvPr/>
        </p:nvSpPr>
        <p:spPr>
          <a:xfrm>
            <a:off x="6596672" y="2486142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F8D4F49-1600-FFE2-C9BC-BE920C63FE6C}"/>
              </a:ext>
            </a:extLst>
          </p:cNvPr>
          <p:cNvSpPr/>
          <p:nvPr/>
        </p:nvSpPr>
        <p:spPr>
          <a:xfrm>
            <a:off x="7430207" y="248614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C05216F-8869-7500-2C2C-9D56DBFE0DBE}"/>
              </a:ext>
            </a:extLst>
          </p:cNvPr>
          <p:cNvSpPr/>
          <p:nvPr/>
        </p:nvSpPr>
        <p:spPr>
          <a:xfrm>
            <a:off x="8263742" y="24861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9A3D2AB-C749-C409-EAEA-42C5CDF115A0}"/>
              </a:ext>
            </a:extLst>
          </p:cNvPr>
          <p:cNvSpPr/>
          <p:nvPr/>
        </p:nvSpPr>
        <p:spPr>
          <a:xfrm>
            <a:off x="9930812" y="1718372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94C8ABB-52D7-2221-A96B-ADD8D95E39F2}"/>
              </a:ext>
            </a:extLst>
          </p:cNvPr>
          <p:cNvSpPr/>
          <p:nvPr/>
        </p:nvSpPr>
        <p:spPr>
          <a:xfrm>
            <a:off x="10764347" y="171837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71ADD89-01A0-D221-BB2A-0EF5A8F4118A}"/>
              </a:ext>
            </a:extLst>
          </p:cNvPr>
          <p:cNvSpPr/>
          <p:nvPr/>
        </p:nvSpPr>
        <p:spPr>
          <a:xfrm>
            <a:off x="9930812" y="2486138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950FD63-34CE-7C02-7D6A-67DDBD3BA478}"/>
              </a:ext>
            </a:extLst>
          </p:cNvPr>
          <p:cNvSpPr/>
          <p:nvPr/>
        </p:nvSpPr>
        <p:spPr>
          <a:xfrm>
            <a:off x="10764347" y="2486137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417E6C5-316F-6FF2-9D94-EF291DDE8FF4}"/>
              </a:ext>
            </a:extLst>
          </p:cNvPr>
          <p:cNvSpPr/>
          <p:nvPr/>
        </p:nvSpPr>
        <p:spPr>
          <a:xfrm>
            <a:off x="9930812" y="17183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96CAC59-8EF8-768D-B8D0-334595696DCC}"/>
              </a:ext>
            </a:extLst>
          </p:cNvPr>
          <p:cNvSpPr/>
          <p:nvPr/>
        </p:nvSpPr>
        <p:spPr>
          <a:xfrm>
            <a:off x="10764347" y="1718373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D7D47D1-51B4-B204-EC72-4E0E245C3663}"/>
              </a:ext>
            </a:extLst>
          </p:cNvPr>
          <p:cNvSpPr/>
          <p:nvPr/>
        </p:nvSpPr>
        <p:spPr>
          <a:xfrm>
            <a:off x="9930812" y="24861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Graphic 62" descr="Crown with solid fill">
            <a:extLst>
              <a:ext uri="{FF2B5EF4-FFF2-40B4-BE49-F238E27FC236}">
                <a16:creationId xmlns:a16="http://schemas.microsoft.com/office/drawing/2014/main" id="{D8281F30-B98E-045A-4052-5B54B5A84D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55015" y="1672463"/>
            <a:ext cx="704263" cy="704263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BD17C240-71ED-2E20-3B79-9D434EBA5D40}"/>
              </a:ext>
            </a:extLst>
          </p:cNvPr>
          <p:cNvSpPr txBox="1"/>
          <p:nvPr/>
        </p:nvSpPr>
        <p:spPr>
          <a:xfrm>
            <a:off x="6556238" y="1224536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0</a:t>
            </a:r>
            <a:endParaRPr lang="en-US" sz="24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C9CC298-5839-F544-3E6B-FA9D478639DB}"/>
              </a:ext>
            </a:extLst>
          </p:cNvPr>
          <p:cNvSpPr txBox="1"/>
          <p:nvPr/>
        </p:nvSpPr>
        <p:spPr>
          <a:xfrm>
            <a:off x="7430207" y="1230644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1</a:t>
            </a:r>
            <a:endParaRPr lang="en-US" sz="24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00079C2-CB5E-03B9-658F-C3553D47F890}"/>
              </a:ext>
            </a:extLst>
          </p:cNvPr>
          <p:cNvSpPr txBox="1"/>
          <p:nvPr/>
        </p:nvSpPr>
        <p:spPr>
          <a:xfrm>
            <a:off x="8263742" y="1230202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2</a:t>
            </a:r>
            <a:endParaRPr lang="en-US" sz="24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6342D51-D0FD-010C-704A-2812A842B1C3}"/>
              </a:ext>
            </a:extLst>
          </p:cNvPr>
          <p:cNvSpPr txBox="1"/>
          <p:nvPr/>
        </p:nvSpPr>
        <p:spPr>
          <a:xfrm>
            <a:off x="9097277" y="1230201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3</a:t>
            </a:r>
            <a:endParaRPr lang="en-US" sz="24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0804D24-81BD-FB84-4C53-8B3D6E006AF5}"/>
              </a:ext>
            </a:extLst>
          </p:cNvPr>
          <p:cNvSpPr txBox="1"/>
          <p:nvPr/>
        </p:nvSpPr>
        <p:spPr>
          <a:xfrm>
            <a:off x="9930812" y="1210798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4</a:t>
            </a:r>
            <a:endParaRPr lang="en-US" sz="24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6A6C5D2-A386-6073-1193-71B506C94343}"/>
              </a:ext>
            </a:extLst>
          </p:cNvPr>
          <p:cNvSpPr txBox="1"/>
          <p:nvPr/>
        </p:nvSpPr>
        <p:spPr>
          <a:xfrm>
            <a:off x="10764347" y="1237302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5</a:t>
            </a:r>
            <a:endParaRPr lang="en-US" sz="2400" b="1" dirty="0"/>
          </a:p>
        </p:txBody>
      </p:sp>
      <p:pic>
        <p:nvPicPr>
          <p:cNvPr id="61" name="Graphic 60" descr="Crown with solid fill">
            <a:extLst>
              <a:ext uri="{FF2B5EF4-FFF2-40B4-BE49-F238E27FC236}">
                <a16:creationId xmlns:a16="http://schemas.microsoft.com/office/drawing/2014/main" id="{78416981-A7C6-BA67-0BB0-692A2E786C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87945" y="2458726"/>
            <a:ext cx="704263" cy="704263"/>
          </a:xfrm>
          <a:prstGeom prst="rect">
            <a:avLst/>
          </a:prstGeom>
        </p:spPr>
      </p:pic>
      <p:pic>
        <p:nvPicPr>
          <p:cNvPr id="62" name="Graphic 61" descr="Crown with solid fill">
            <a:extLst>
              <a:ext uri="{FF2B5EF4-FFF2-40B4-BE49-F238E27FC236}">
                <a16:creationId xmlns:a16="http://schemas.microsoft.com/office/drawing/2014/main" id="{98CFF744-21BF-A9D2-B505-FC1A5028E6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43812" y="3244306"/>
            <a:ext cx="704263" cy="704263"/>
          </a:xfrm>
          <a:prstGeom prst="rect">
            <a:avLst/>
          </a:prstGeom>
        </p:spPr>
      </p:pic>
      <p:pic>
        <p:nvPicPr>
          <p:cNvPr id="65" name="Graphic 64" descr="Crown with solid fill">
            <a:extLst>
              <a:ext uri="{FF2B5EF4-FFF2-40B4-BE49-F238E27FC236}">
                <a16:creationId xmlns:a16="http://schemas.microsoft.com/office/drawing/2014/main" id="{B1FD9D5D-6001-04C5-9168-4BE490248B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89183" y="3995223"/>
            <a:ext cx="704263" cy="704263"/>
          </a:xfrm>
          <a:prstGeom prst="rect">
            <a:avLst/>
          </a:prstGeom>
        </p:spPr>
      </p:pic>
      <p:pic>
        <p:nvPicPr>
          <p:cNvPr id="64" name="Graphic 63" descr="Crown with solid fill">
            <a:extLst>
              <a:ext uri="{FF2B5EF4-FFF2-40B4-BE49-F238E27FC236}">
                <a16:creationId xmlns:a16="http://schemas.microsoft.com/office/drawing/2014/main" id="{0416E826-BFCC-60D7-50D5-E8CACCFAE1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30207" y="4780530"/>
            <a:ext cx="704263" cy="70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63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B7C09-D4A2-58A9-FDA6-E167D40C2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468F4-FCDF-32A9-E094-E1619A3FC5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5951" y="374734"/>
            <a:ext cx="9144000" cy="535356"/>
          </a:xfrm>
        </p:spPr>
        <p:txBody>
          <a:bodyPr>
            <a:noAutofit/>
          </a:bodyPr>
          <a:lstStyle/>
          <a:p>
            <a:r>
              <a:rPr lang="vi-VN" sz="4000" dirty="0"/>
              <a:t>E-</a:t>
            </a:r>
            <a:r>
              <a:rPr lang="vi-VN" sz="4000" dirty="0" err="1"/>
              <a:t>learning</a:t>
            </a:r>
            <a:r>
              <a:rPr lang="vi-VN" sz="4000" dirty="0"/>
              <a:t> 01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318EF0-081D-6CC6-D0B2-024FA54D4C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296" y="1636387"/>
            <a:ext cx="5024252" cy="4737295"/>
          </a:xfrm>
        </p:spPr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endParaRPr lang="en-US" dirty="0"/>
          </a:p>
          <a:p>
            <a:r>
              <a:rPr lang="en-US" dirty="0"/>
              <a:t>x = 22 % 6 = 4</a:t>
            </a:r>
          </a:p>
          <a:p>
            <a:r>
              <a:rPr lang="en-US" dirty="0"/>
              <a:t>[4, 2, 0, 5, 3, 1]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B3BC28-1092-440A-75B7-7C3957AD6351}"/>
              </a:ext>
            </a:extLst>
          </p:cNvPr>
          <p:cNvSpPr/>
          <p:nvPr/>
        </p:nvSpPr>
        <p:spPr>
          <a:xfrm>
            <a:off x="6513677" y="1638885"/>
            <a:ext cx="5085471" cy="4712677"/>
          </a:xfrm>
          <a:prstGeom prst="rect">
            <a:avLst/>
          </a:prstGeom>
          <a:noFill/>
          <a:ln w="31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965DEC-6292-4E5F-B521-494F77CE429C}"/>
              </a:ext>
            </a:extLst>
          </p:cNvPr>
          <p:cNvSpPr/>
          <p:nvPr/>
        </p:nvSpPr>
        <p:spPr>
          <a:xfrm>
            <a:off x="6596672" y="327241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80189E-556F-E30F-A9BF-6665170BCAEA}"/>
              </a:ext>
            </a:extLst>
          </p:cNvPr>
          <p:cNvSpPr/>
          <p:nvPr/>
        </p:nvSpPr>
        <p:spPr>
          <a:xfrm>
            <a:off x="7430207" y="3272410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0D9E88-E73E-B5A9-E32B-B5916AE390EE}"/>
              </a:ext>
            </a:extLst>
          </p:cNvPr>
          <p:cNvSpPr/>
          <p:nvPr/>
        </p:nvSpPr>
        <p:spPr>
          <a:xfrm>
            <a:off x="8263742" y="3272409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78685B-31A9-0960-F022-D2921CF404C5}"/>
              </a:ext>
            </a:extLst>
          </p:cNvPr>
          <p:cNvSpPr/>
          <p:nvPr/>
        </p:nvSpPr>
        <p:spPr>
          <a:xfrm>
            <a:off x="9097277" y="3272408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500767-9BBD-8EBE-7629-AB248D3434E5}"/>
              </a:ext>
            </a:extLst>
          </p:cNvPr>
          <p:cNvSpPr/>
          <p:nvPr/>
        </p:nvSpPr>
        <p:spPr>
          <a:xfrm>
            <a:off x="6596672" y="4040177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26DBD-9CF2-B819-FCCA-4D2A3714A684}"/>
              </a:ext>
            </a:extLst>
          </p:cNvPr>
          <p:cNvSpPr/>
          <p:nvPr/>
        </p:nvSpPr>
        <p:spPr>
          <a:xfrm>
            <a:off x="7430207" y="4040176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09FD99-40E3-48D9-AC4C-6D9F385281D9}"/>
              </a:ext>
            </a:extLst>
          </p:cNvPr>
          <p:cNvSpPr/>
          <p:nvPr/>
        </p:nvSpPr>
        <p:spPr>
          <a:xfrm>
            <a:off x="8263742" y="4040175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BDBC97-1896-6357-4D05-6119F2DB8C6B}"/>
              </a:ext>
            </a:extLst>
          </p:cNvPr>
          <p:cNvSpPr/>
          <p:nvPr/>
        </p:nvSpPr>
        <p:spPr>
          <a:xfrm>
            <a:off x="9097277" y="40401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29C709-13E2-A1FF-FDCE-A8424988E5DE}"/>
              </a:ext>
            </a:extLst>
          </p:cNvPr>
          <p:cNvSpPr/>
          <p:nvPr/>
        </p:nvSpPr>
        <p:spPr>
          <a:xfrm>
            <a:off x="6596672" y="4807943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3495BB-9752-E3A3-2D42-68B9D3C561A3}"/>
              </a:ext>
            </a:extLst>
          </p:cNvPr>
          <p:cNvSpPr/>
          <p:nvPr/>
        </p:nvSpPr>
        <p:spPr>
          <a:xfrm>
            <a:off x="7430207" y="4807942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D80B63-8914-84AB-67C5-1C321BE50472}"/>
              </a:ext>
            </a:extLst>
          </p:cNvPr>
          <p:cNvSpPr/>
          <p:nvPr/>
        </p:nvSpPr>
        <p:spPr>
          <a:xfrm>
            <a:off x="8263742" y="480794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6C108B-DC2D-15DE-220E-817AF5FE15BB}"/>
              </a:ext>
            </a:extLst>
          </p:cNvPr>
          <p:cNvSpPr/>
          <p:nvPr/>
        </p:nvSpPr>
        <p:spPr>
          <a:xfrm>
            <a:off x="9097277" y="48079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73ECF2-C3AC-98C2-0AF6-4677A01954C4}"/>
              </a:ext>
            </a:extLst>
          </p:cNvPr>
          <p:cNvSpPr/>
          <p:nvPr/>
        </p:nvSpPr>
        <p:spPr>
          <a:xfrm>
            <a:off x="6596672" y="5575709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0186EB-71BB-2E65-A475-C275A38FCFA1}"/>
              </a:ext>
            </a:extLst>
          </p:cNvPr>
          <p:cNvSpPr/>
          <p:nvPr/>
        </p:nvSpPr>
        <p:spPr>
          <a:xfrm>
            <a:off x="7430207" y="5575708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068E9F-67E3-FBC7-CC69-14DA88FDE6D9}"/>
              </a:ext>
            </a:extLst>
          </p:cNvPr>
          <p:cNvSpPr/>
          <p:nvPr/>
        </p:nvSpPr>
        <p:spPr>
          <a:xfrm>
            <a:off x="8263742" y="557570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148C19-E161-42CA-3071-465C3FBDA1DD}"/>
              </a:ext>
            </a:extLst>
          </p:cNvPr>
          <p:cNvSpPr/>
          <p:nvPr/>
        </p:nvSpPr>
        <p:spPr>
          <a:xfrm>
            <a:off x="9097277" y="5575706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71F6C5-5BB0-5730-B7EA-E08E950AB615}"/>
              </a:ext>
            </a:extLst>
          </p:cNvPr>
          <p:cNvSpPr/>
          <p:nvPr/>
        </p:nvSpPr>
        <p:spPr>
          <a:xfrm>
            <a:off x="7430207" y="3272412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2E71A5-2D11-DCCC-D118-7AF423197F7A}"/>
              </a:ext>
            </a:extLst>
          </p:cNvPr>
          <p:cNvSpPr/>
          <p:nvPr/>
        </p:nvSpPr>
        <p:spPr>
          <a:xfrm>
            <a:off x="8263742" y="327241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04D662-8DEE-A8EA-DB12-6B4D442D0602}"/>
              </a:ext>
            </a:extLst>
          </p:cNvPr>
          <p:cNvSpPr/>
          <p:nvPr/>
        </p:nvSpPr>
        <p:spPr>
          <a:xfrm>
            <a:off x="9097277" y="327241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12352A-885C-0B17-B31D-8161ED3FB73B}"/>
              </a:ext>
            </a:extLst>
          </p:cNvPr>
          <p:cNvSpPr/>
          <p:nvPr/>
        </p:nvSpPr>
        <p:spPr>
          <a:xfrm>
            <a:off x="6596672" y="4040179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763BBB-EF67-612A-FD81-E4374AD910A3}"/>
              </a:ext>
            </a:extLst>
          </p:cNvPr>
          <p:cNvSpPr/>
          <p:nvPr/>
        </p:nvSpPr>
        <p:spPr>
          <a:xfrm>
            <a:off x="7430207" y="4040178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EC71BC-150E-5E4A-48DC-12B1D8CDF602}"/>
              </a:ext>
            </a:extLst>
          </p:cNvPr>
          <p:cNvSpPr/>
          <p:nvPr/>
        </p:nvSpPr>
        <p:spPr>
          <a:xfrm>
            <a:off x="8263742" y="404017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AD74B84-B370-3778-DAE0-8CD6F1A7273A}"/>
              </a:ext>
            </a:extLst>
          </p:cNvPr>
          <p:cNvSpPr/>
          <p:nvPr/>
        </p:nvSpPr>
        <p:spPr>
          <a:xfrm>
            <a:off x="8263742" y="4807943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2470F16-0BE3-EB84-DB4D-09A81DE40685}"/>
              </a:ext>
            </a:extLst>
          </p:cNvPr>
          <p:cNvSpPr/>
          <p:nvPr/>
        </p:nvSpPr>
        <p:spPr>
          <a:xfrm>
            <a:off x="9930812" y="3272409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30188E9-967D-0C30-F63B-D30FFE340B41}"/>
              </a:ext>
            </a:extLst>
          </p:cNvPr>
          <p:cNvSpPr/>
          <p:nvPr/>
        </p:nvSpPr>
        <p:spPr>
          <a:xfrm>
            <a:off x="10764347" y="3272408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CF9E9E3-D680-7F9D-37F0-D1FF6EBE1E8E}"/>
              </a:ext>
            </a:extLst>
          </p:cNvPr>
          <p:cNvSpPr/>
          <p:nvPr/>
        </p:nvSpPr>
        <p:spPr>
          <a:xfrm>
            <a:off x="9930812" y="4040175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42C33EE-64C9-7A20-67CF-05CC2E11F997}"/>
              </a:ext>
            </a:extLst>
          </p:cNvPr>
          <p:cNvSpPr/>
          <p:nvPr/>
        </p:nvSpPr>
        <p:spPr>
          <a:xfrm>
            <a:off x="10764347" y="40401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2B1D84B-F052-546B-EE12-67BDEF6DA355}"/>
              </a:ext>
            </a:extLst>
          </p:cNvPr>
          <p:cNvSpPr/>
          <p:nvPr/>
        </p:nvSpPr>
        <p:spPr>
          <a:xfrm>
            <a:off x="9930812" y="480794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2527CD4-8F0A-F5D9-E9E7-28E1B4803823}"/>
              </a:ext>
            </a:extLst>
          </p:cNvPr>
          <p:cNvSpPr/>
          <p:nvPr/>
        </p:nvSpPr>
        <p:spPr>
          <a:xfrm>
            <a:off x="10764347" y="48079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E12D015-543A-00A9-8DFF-EC8867216026}"/>
              </a:ext>
            </a:extLst>
          </p:cNvPr>
          <p:cNvSpPr/>
          <p:nvPr/>
        </p:nvSpPr>
        <p:spPr>
          <a:xfrm>
            <a:off x="9930812" y="557570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250719F-66DF-800E-2D1D-D3DCCDE8AA0B}"/>
              </a:ext>
            </a:extLst>
          </p:cNvPr>
          <p:cNvSpPr/>
          <p:nvPr/>
        </p:nvSpPr>
        <p:spPr>
          <a:xfrm>
            <a:off x="10764347" y="5575706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57B891E-F2E0-25E9-6F58-724C73030E8A}"/>
              </a:ext>
            </a:extLst>
          </p:cNvPr>
          <p:cNvSpPr/>
          <p:nvPr/>
        </p:nvSpPr>
        <p:spPr>
          <a:xfrm>
            <a:off x="9930812" y="327241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9C9A49C-4BED-4A7F-C8CD-419E59874453}"/>
              </a:ext>
            </a:extLst>
          </p:cNvPr>
          <p:cNvSpPr/>
          <p:nvPr/>
        </p:nvSpPr>
        <p:spPr>
          <a:xfrm>
            <a:off x="10764347" y="327241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3F7F6CE-C21F-DB57-EAB8-E48B84512D39}"/>
              </a:ext>
            </a:extLst>
          </p:cNvPr>
          <p:cNvSpPr/>
          <p:nvPr/>
        </p:nvSpPr>
        <p:spPr>
          <a:xfrm>
            <a:off x="9930812" y="404017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285E41D-AEF0-464E-FAC2-5C94523E0BAB}"/>
              </a:ext>
            </a:extLst>
          </p:cNvPr>
          <p:cNvSpPr/>
          <p:nvPr/>
        </p:nvSpPr>
        <p:spPr>
          <a:xfrm>
            <a:off x="9930812" y="4807943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072B535-F20F-9B2E-D1CD-1D863CB7F66B}"/>
              </a:ext>
            </a:extLst>
          </p:cNvPr>
          <p:cNvSpPr/>
          <p:nvPr/>
        </p:nvSpPr>
        <p:spPr>
          <a:xfrm>
            <a:off x="6596672" y="17183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AAFDD1A-4D28-44B4-10AE-06A14E92B14E}"/>
              </a:ext>
            </a:extLst>
          </p:cNvPr>
          <p:cNvSpPr/>
          <p:nvPr/>
        </p:nvSpPr>
        <p:spPr>
          <a:xfrm>
            <a:off x="7430207" y="1718373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F15A0C2-578B-FBD4-7A17-0B0AF5AE1039}"/>
              </a:ext>
            </a:extLst>
          </p:cNvPr>
          <p:cNvSpPr/>
          <p:nvPr/>
        </p:nvSpPr>
        <p:spPr>
          <a:xfrm>
            <a:off x="8263742" y="1718372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EF4114F-C3B8-73FD-A905-42E4EB1F4D21}"/>
              </a:ext>
            </a:extLst>
          </p:cNvPr>
          <p:cNvSpPr/>
          <p:nvPr/>
        </p:nvSpPr>
        <p:spPr>
          <a:xfrm>
            <a:off x="9097277" y="171837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0A04449-0BC6-B196-B589-FC50E8494856}"/>
              </a:ext>
            </a:extLst>
          </p:cNvPr>
          <p:cNvSpPr/>
          <p:nvPr/>
        </p:nvSpPr>
        <p:spPr>
          <a:xfrm>
            <a:off x="6596672" y="2486140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DE96B2E-2078-7A76-331F-C0A203305AD6}"/>
              </a:ext>
            </a:extLst>
          </p:cNvPr>
          <p:cNvSpPr/>
          <p:nvPr/>
        </p:nvSpPr>
        <p:spPr>
          <a:xfrm>
            <a:off x="7430207" y="2486139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8CE208F-91FC-01E5-47B2-ACE7D790520C}"/>
              </a:ext>
            </a:extLst>
          </p:cNvPr>
          <p:cNvSpPr/>
          <p:nvPr/>
        </p:nvSpPr>
        <p:spPr>
          <a:xfrm>
            <a:off x="8263742" y="2486138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C52191C-6BA1-6268-FA0D-7A9A15511602}"/>
              </a:ext>
            </a:extLst>
          </p:cNvPr>
          <p:cNvSpPr/>
          <p:nvPr/>
        </p:nvSpPr>
        <p:spPr>
          <a:xfrm>
            <a:off x="9097277" y="2486137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BE3701D-112D-7654-98FD-DC94466E6165}"/>
              </a:ext>
            </a:extLst>
          </p:cNvPr>
          <p:cNvSpPr/>
          <p:nvPr/>
        </p:nvSpPr>
        <p:spPr>
          <a:xfrm>
            <a:off x="7430207" y="1718375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FDF7F56-CBD5-88E8-30FC-A11A230C54B0}"/>
              </a:ext>
            </a:extLst>
          </p:cNvPr>
          <p:cNvSpPr/>
          <p:nvPr/>
        </p:nvSpPr>
        <p:spPr>
          <a:xfrm>
            <a:off x="8263742" y="17183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E14A0A7-5073-5857-E39B-0229AF22A201}"/>
              </a:ext>
            </a:extLst>
          </p:cNvPr>
          <p:cNvSpPr/>
          <p:nvPr/>
        </p:nvSpPr>
        <p:spPr>
          <a:xfrm>
            <a:off x="9097277" y="1718373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61AAB8B-FE9D-2052-9C7E-0228F6D2F1AB}"/>
              </a:ext>
            </a:extLst>
          </p:cNvPr>
          <p:cNvSpPr/>
          <p:nvPr/>
        </p:nvSpPr>
        <p:spPr>
          <a:xfrm>
            <a:off x="6596672" y="2486142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1E818CA-A3B5-EBB6-4BE7-177F3D07ED34}"/>
              </a:ext>
            </a:extLst>
          </p:cNvPr>
          <p:cNvSpPr/>
          <p:nvPr/>
        </p:nvSpPr>
        <p:spPr>
          <a:xfrm>
            <a:off x="7430207" y="248614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9212E23-E17C-D80F-376D-BB1908254581}"/>
              </a:ext>
            </a:extLst>
          </p:cNvPr>
          <p:cNvSpPr/>
          <p:nvPr/>
        </p:nvSpPr>
        <p:spPr>
          <a:xfrm>
            <a:off x="8263742" y="24861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1D1D0AD-8189-1C09-22C1-B71E0DF77F26}"/>
              </a:ext>
            </a:extLst>
          </p:cNvPr>
          <p:cNvSpPr/>
          <p:nvPr/>
        </p:nvSpPr>
        <p:spPr>
          <a:xfrm>
            <a:off x="9930812" y="1718372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F5FBB2A-B446-BD47-23BF-43165E68D08B}"/>
              </a:ext>
            </a:extLst>
          </p:cNvPr>
          <p:cNvSpPr/>
          <p:nvPr/>
        </p:nvSpPr>
        <p:spPr>
          <a:xfrm>
            <a:off x="10764347" y="171837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80EBAA0-F575-A9E6-BC54-24056DF8C58E}"/>
              </a:ext>
            </a:extLst>
          </p:cNvPr>
          <p:cNvSpPr/>
          <p:nvPr/>
        </p:nvSpPr>
        <p:spPr>
          <a:xfrm>
            <a:off x="9930812" y="2486138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951B898-5A16-2E69-C6D1-7CFA94350B61}"/>
              </a:ext>
            </a:extLst>
          </p:cNvPr>
          <p:cNvSpPr/>
          <p:nvPr/>
        </p:nvSpPr>
        <p:spPr>
          <a:xfrm>
            <a:off x="10764347" y="2486137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ED372D6-3A03-3D4A-FABA-5F7DFF7C7317}"/>
              </a:ext>
            </a:extLst>
          </p:cNvPr>
          <p:cNvSpPr/>
          <p:nvPr/>
        </p:nvSpPr>
        <p:spPr>
          <a:xfrm>
            <a:off x="9930812" y="17183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1C34B0C-81BB-F5E8-A0FD-B16270347015}"/>
              </a:ext>
            </a:extLst>
          </p:cNvPr>
          <p:cNvSpPr/>
          <p:nvPr/>
        </p:nvSpPr>
        <p:spPr>
          <a:xfrm>
            <a:off x="10764347" y="1718373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AECB04C-11BD-E0CD-82B9-96CDBA62F7E3}"/>
              </a:ext>
            </a:extLst>
          </p:cNvPr>
          <p:cNvSpPr/>
          <p:nvPr/>
        </p:nvSpPr>
        <p:spPr>
          <a:xfrm>
            <a:off x="9930812" y="24861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Graphic 62" descr="Crown with solid fill">
            <a:extLst>
              <a:ext uri="{FF2B5EF4-FFF2-40B4-BE49-F238E27FC236}">
                <a16:creationId xmlns:a16="http://schemas.microsoft.com/office/drawing/2014/main" id="{B35DB388-768A-D691-6320-66B6E79F2E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55015" y="1672463"/>
            <a:ext cx="704263" cy="704263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BB67552B-2DCD-82C3-EBD7-01E745ED795B}"/>
              </a:ext>
            </a:extLst>
          </p:cNvPr>
          <p:cNvSpPr txBox="1"/>
          <p:nvPr/>
        </p:nvSpPr>
        <p:spPr>
          <a:xfrm>
            <a:off x="6556238" y="1224536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0</a:t>
            </a:r>
            <a:endParaRPr lang="en-US" sz="24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19CB342-7A0B-342A-99DB-2E73E778C1EE}"/>
              </a:ext>
            </a:extLst>
          </p:cNvPr>
          <p:cNvSpPr txBox="1"/>
          <p:nvPr/>
        </p:nvSpPr>
        <p:spPr>
          <a:xfrm>
            <a:off x="7430207" y="1230644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1</a:t>
            </a:r>
            <a:endParaRPr lang="en-US" sz="24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50056BC-AF3E-F05F-F659-2D675DB301E1}"/>
              </a:ext>
            </a:extLst>
          </p:cNvPr>
          <p:cNvSpPr txBox="1"/>
          <p:nvPr/>
        </p:nvSpPr>
        <p:spPr>
          <a:xfrm>
            <a:off x="8263742" y="1230202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2</a:t>
            </a:r>
            <a:endParaRPr lang="en-US" sz="24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15D0BD5-2BA9-DECF-B569-E3826692EC3A}"/>
              </a:ext>
            </a:extLst>
          </p:cNvPr>
          <p:cNvSpPr txBox="1"/>
          <p:nvPr/>
        </p:nvSpPr>
        <p:spPr>
          <a:xfrm>
            <a:off x="9097277" y="1230201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3</a:t>
            </a:r>
            <a:endParaRPr lang="en-US" sz="24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51654EC-0C9C-F1C6-C0ED-E61D6C4FDA00}"/>
              </a:ext>
            </a:extLst>
          </p:cNvPr>
          <p:cNvSpPr txBox="1"/>
          <p:nvPr/>
        </p:nvSpPr>
        <p:spPr>
          <a:xfrm>
            <a:off x="9930812" y="1210798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4</a:t>
            </a:r>
            <a:endParaRPr lang="en-US" sz="24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4BC7EB2-36BF-D7AF-5B66-0758FCC78176}"/>
              </a:ext>
            </a:extLst>
          </p:cNvPr>
          <p:cNvSpPr txBox="1"/>
          <p:nvPr/>
        </p:nvSpPr>
        <p:spPr>
          <a:xfrm>
            <a:off x="10764347" y="1237302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5</a:t>
            </a:r>
            <a:endParaRPr lang="en-US" sz="2400" b="1" dirty="0"/>
          </a:p>
        </p:txBody>
      </p:sp>
      <p:pic>
        <p:nvPicPr>
          <p:cNvPr id="61" name="Graphic 60" descr="Crown with solid fill">
            <a:extLst>
              <a:ext uri="{FF2B5EF4-FFF2-40B4-BE49-F238E27FC236}">
                <a16:creationId xmlns:a16="http://schemas.microsoft.com/office/drawing/2014/main" id="{3A8B45D2-75E7-2C42-6493-AEB176ED91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87945" y="2458726"/>
            <a:ext cx="704263" cy="704263"/>
          </a:xfrm>
          <a:prstGeom prst="rect">
            <a:avLst/>
          </a:prstGeom>
        </p:spPr>
      </p:pic>
      <p:pic>
        <p:nvPicPr>
          <p:cNvPr id="62" name="Graphic 61" descr="Crown with solid fill">
            <a:extLst>
              <a:ext uri="{FF2B5EF4-FFF2-40B4-BE49-F238E27FC236}">
                <a16:creationId xmlns:a16="http://schemas.microsoft.com/office/drawing/2014/main" id="{28512256-CA55-05A9-F558-331E6EDEFD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43812" y="3244306"/>
            <a:ext cx="704263" cy="704263"/>
          </a:xfrm>
          <a:prstGeom prst="rect">
            <a:avLst/>
          </a:prstGeom>
        </p:spPr>
      </p:pic>
      <p:pic>
        <p:nvPicPr>
          <p:cNvPr id="65" name="Graphic 64" descr="Crown with solid fill">
            <a:extLst>
              <a:ext uri="{FF2B5EF4-FFF2-40B4-BE49-F238E27FC236}">
                <a16:creationId xmlns:a16="http://schemas.microsoft.com/office/drawing/2014/main" id="{02FB3B34-2666-D224-C73C-856F2779FD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89183" y="3995223"/>
            <a:ext cx="704263" cy="704263"/>
          </a:xfrm>
          <a:prstGeom prst="rect">
            <a:avLst/>
          </a:prstGeom>
        </p:spPr>
      </p:pic>
      <p:pic>
        <p:nvPicPr>
          <p:cNvPr id="64" name="Graphic 63" descr="Crown with solid fill">
            <a:extLst>
              <a:ext uri="{FF2B5EF4-FFF2-40B4-BE49-F238E27FC236}">
                <a16:creationId xmlns:a16="http://schemas.microsoft.com/office/drawing/2014/main" id="{41F75515-77BB-F2B8-D69B-4B6FA1E1BF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30207" y="4780530"/>
            <a:ext cx="704263" cy="704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383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557</Words>
  <Application>Microsoft Office PowerPoint</Application>
  <PresentationFormat>Widescreen</PresentationFormat>
  <Paragraphs>98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Wingdings</vt:lpstr>
      <vt:lpstr>Office Theme</vt:lpstr>
      <vt:lpstr>E-learning 01</vt:lpstr>
      <vt:lpstr>E-learning 01</vt:lpstr>
      <vt:lpstr>E-learning 01</vt:lpstr>
      <vt:lpstr>E-learning 01</vt:lpstr>
      <vt:lpstr>E-learning 01</vt:lpstr>
      <vt:lpstr>E-learning 01</vt:lpstr>
      <vt:lpstr>E-learning 01</vt:lpstr>
      <vt:lpstr>E-learning 01</vt:lpstr>
      <vt:lpstr>E-learning 01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Bui Van Thuong</dc:creator>
  <cp:lastModifiedBy>Tèo Sushi</cp:lastModifiedBy>
  <cp:revision>2</cp:revision>
  <dcterms:created xsi:type="dcterms:W3CDTF">2026-03-21T10:49:56Z</dcterms:created>
  <dcterms:modified xsi:type="dcterms:W3CDTF">2026-03-29T14:46:35Z</dcterms:modified>
</cp:coreProperties>
</file>