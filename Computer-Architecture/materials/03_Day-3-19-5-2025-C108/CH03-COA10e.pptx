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1"/>
  </p:sldMasterIdLst>
  <p:notesMasterIdLst>
    <p:notesMasterId r:id="rId51"/>
  </p:notesMasterIdLst>
  <p:handoutMasterIdLst>
    <p:handoutMasterId r:id="rId52"/>
  </p:handoutMasterIdLst>
  <p:sldIdLst>
    <p:sldId id="330" r:id="rId2"/>
    <p:sldId id="331" r:id="rId3"/>
    <p:sldId id="319" r:id="rId4"/>
    <p:sldId id="320" r:id="rId5"/>
    <p:sldId id="321" r:id="rId6"/>
    <p:sldId id="322" r:id="rId7"/>
    <p:sldId id="297" r:id="rId8"/>
    <p:sldId id="261" r:id="rId9"/>
    <p:sldId id="294" r:id="rId10"/>
    <p:sldId id="323" r:id="rId11"/>
    <p:sldId id="324" r:id="rId12"/>
    <p:sldId id="296" r:id="rId13"/>
    <p:sldId id="332" r:id="rId14"/>
    <p:sldId id="333" r:id="rId15"/>
    <p:sldId id="298" r:id="rId16"/>
    <p:sldId id="325" r:id="rId17"/>
    <p:sldId id="299" r:id="rId18"/>
    <p:sldId id="306" r:id="rId19"/>
    <p:sldId id="307" r:id="rId20"/>
    <p:sldId id="308" r:id="rId21"/>
    <p:sldId id="309" r:id="rId22"/>
    <p:sldId id="301" r:id="rId23"/>
    <p:sldId id="303" r:id="rId24"/>
    <p:sldId id="304" r:id="rId25"/>
    <p:sldId id="263" r:id="rId26"/>
    <p:sldId id="311" r:id="rId27"/>
    <p:sldId id="265" r:id="rId28"/>
    <p:sldId id="269" r:id="rId29"/>
    <p:sldId id="270" r:id="rId30"/>
    <p:sldId id="271" r:id="rId31"/>
    <p:sldId id="305" r:id="rId32"/>
    <p:sldId id="278" r:id="rId33"/>
    <p:sldId id="279" r:id="rId34"/>
    <p:sldId id="280" r:id="rId35"/>
    <p:sldId id="281" r:id="rId36"/>
    <p:sldId id="282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314" r:id="rId46"/>
    <p:sldId id="292" r:id="rId47"/>
    <p:sldId id="327" r:id="rId48"/>
    <p:sldId id="328" r:id="rId49"/>
    <p:sldId id="317" r:id="rId5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21" autoAdjust="0"/>
    <p:restoredTop sz="96699" autoAdjust="0"/>
  </p:normalViewPr>
  <p:slideViewPr>
    <p:cSldViewPr>
      <p:cViewPr varScale="1">
        <p:scale>
          <a:sx n="126" d="100"/>
          <a:sy n="126" d="100"/>
        </p:scale>
        <p:origin x="129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0.xml"/><Relationship Id="rId13" Type="http://schemas.openxmlformats.org/officeDocument/2006/relationships/slide" Target="slides/slide40.xml"/><Relationship Id="rId3" Type="http://schemas.openxmlformats.org/officeDocument/2006/relationships/slide" Target="slides/slide9.xml"/><Relationship Id="rId7" Type="http://schemas.openxmlformats.org/officeDocument/2006/relationships/slide" Target="slides/slide29.xml"/><Relationship Id="rId12" Type="http://schemas.openxmlformats.org/officeDocument/2006/relationships/slide" Target="slides/slide37.xml"/><Relationship Id="rId17" Type="http://schemas.openxmlformats.org/officeDocument/2006/relationships/slide" Target="slides/slide49.xml"/><Relationship Id="rId2" Type="http://schemas.openxmlformats.org/officeDocument/2006/relationships/slide" Target="slides/slide8.xml"/><Relationship Id="rId16" Type="http://schemas.openxmlformats.org/officeDocument/2006/relationships/slide" Target="slides/slide43.xml"/><Relationship Id="rId1" Type="http://schemas.openxmlformats.org/officeDocument/2006/relationships/slide" Target="slides/slide1.xml"/><Relationship Id="rId6" Type="http://schemas.openxmlformats.org/officeDocument/2006/relationships/slide" Target="slides/slide28.xml"/><Relationship Id="rId11" Type="http://schemas.openxmlformats.org/officeDocument/2006/relationships/slide" Target="slides/slide36.xml"/><Relationship Id="rId5" Type="http://schemas.openxmlformats.org/officeDocument/2006/relationships/slide" Target="slides/slide27.xml"/><Relationship Id="rId15" Type="http://schemas.openxmlformats.org/officeDocument/2006/relationships/slide" Target="slides/slide42.xml"/><Relationship Id="rId10" Type="http://schemas.openxmlformats.org/officeDocument/2006/relationships/slide" Target="slides/slide35.xml"/><Relationship Id="rId4" Type="http://schemas.openxmlformats.org/officeDocument/2006/relationships/slide" Target="slides/slide25.xml"/><Relationship Id="rId9" Type="http://schemas.openxmlformats.org/officeDocument/2006/relationships/slide" Target="slides/slide34.xml"/><Relationship Id="rId14" Type="http://schemas.openxmlformats.org/officeDocument/2006/relationships/slide" Target="slides/slide41.xm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C30105-BBE0-F74F-A388-D0D0D0C8543C}" type="doc">
      <dgm:prSet loTypeId="urn:microsoft.com/office/officeart/2005/8/layout/vList2" loCatId="list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C013D74-4496-6145-974D-3AD7B3DF03D9}">
      <dgm:prSet/>
      <dgm:spPr/>
      <dgm:t>
        <a:bodyPr/>
        <a:lstStyle/>
        <a:p>
          <a:pPr rtl="0"/>
          <a:r>
            <a:rPr lang="en-US" b="1" dirty="0"/>
            <a:t>Software</a:t>
          </a:r>
        </a:p>
      </dgm:t>
    </dgm:pt>
    <dgm:pt modelId="{FD5101E8-59C9-984B-946A-F1CD6221CEF5}" type="parTrans" cxnId="{CC9F5922-37AD-B248-AF43-253EB23D1B0E}">
      <dgm:prSet/>
      <dgm:spPr/>
      <dgm:t>
        <a:bodyPr/>
        <a:lstStyle/>
        <a:p>
          <a:endParaRPr lang="en-US"/>
        </a:p>
      </dgm:t>
    </dgm:pt>
    <dgm:pt modelId="{EB825CBB-6EAB-174F-8D70-872CE0C06302}" type="sibTrans" cxnId="{CC9F5922-37AD-B248-AF43-253EB23D1B0E}">
      <dgm:prSet/>
      <dgm:spPr/>
      <dgm:t>
        <a:bodyPr/>
        <a:lstStyle/>
        <a:p>
          <a:endParaRPr lang="en-US"/>
        </a:p>
      </dgm:t>
    </dgm:pt>
    <dgm:pt modelId="{33B2E1D5-7076-B64B-A7DA-BF991DF39737}">
      <dgm:prSet/>
      <dgm:spPr/>
      <dgm:t>
        <a:bodyPr/>
        <a:lstStyle/>
        <a:p>
          <a:pPr rtl="0"/>
          <a:r>
            <a:rPr lang="en-US" dirty="0"/>
            <a:t>A sequence of codes or instructions</a:t>
          </a:r>
        </a:p>
      </dgm:t>
    </dgm:pt>
    <dgm:pt modelId="{0552F9CF-6805-9F44-A08C-A640CECAE02A}" type="parTrans" cxnId="{8D54DEB6-2CB9-C649-AED1-FDF20EC35323}">
      <dgm:prSet/>
      <dgm:spPr/>
      <dgm:t>
        <a:bodyPr/>
        <a:lstStyle/>
        <a:p>
          <a:endParaRPr lang="en-US"/>
        </a:p>
      </dgm:t>
    </dgm:pt>
    <dgm:pt modelId="{DAE790BE-2467-CB43-8CEB-39796D3F9248}" type="sibTrans" cxnId="{8D54DEB6-2CB9-C649-AED1-FDF20EC35323}">
      <dgm:prSet/>
      <dgm:spPr/>
      <dgm:t>
        <a:bodyPr/>
        <a:lstStyle/>
        <a:p>
          <a:endParaRPr lang="en-US"/>
        </a:p>
      </dgm:t>
    </dgm:pt>
    <dgm:pt modelId="{E49359DF-E4C7-3E4C-B7F3-501F92A360B3}">
      <dgm:prSet/>
      <dgm:spPr/>
      <dgm:t>
        <a:bodyPr/>
        <a:lstStyle/>
        <a:p>
          <a:pPr rtl="0"/>
          <a:r>
            <a:rPr lang="en-US" dirty="0"/>
            <a:t>Part of the hardware interprets each instruction and generates control signals</a:t>
          </a:r>
        </a:p>
      </dgm:t>
    </dgm:pt>
    <dgm:pt modelId="{E3F14906-8F33-FD44-BE44-8ECB73B43A97}" type="parTrans" cxnId="{D82BA876-664D-2849-8497-ABB849C5D360}">
      <dgm:prSet/>
      <dgm:spPr/>
      <dgm:t>
        <a:bodyPr/>
        <a:lstStyle/>
        <a:p>
          <a:endParaRPr lang="en-US"/>
        </a:p>
      </dgm:t>
    </dgm:pt>
    <dgm:pt modelId="{29509CF6-40D7-A941-81D4-46C13F33C8F5}" type="sibTrans" cxnId="{D82BA876-664D-2849-8497-ABB849C5D360}">
      <dgm:prSet/>
      <dgm:spPr/>
      <dgm:t>
        <a:bodyPr/>
        <a:lstStyle/>
        <a:p>
          <a:endParaRPr lang="en-US"/>
        </a:p>
      </dgm:t>
    </dgm:pt>
    <dgm:pt modelId="{F042A6B9-4955-0C42-B5FE-6657EE6789DC}">
      <dgm:prSet/>
      <dgm:spPr/>
      <dgm:t>
        <a:bodyPr/>
        <a:lstStyle/>
        <a:p>
          <a:pPr rtl="0"/>
          <a:r>
            <a:rPr lang="en-US" dirty="0"/>
            <a:t>Provide a new sequence of codes for each new program instead of rewiring the hardware</a:t>
          </a:r>
        </a:p>
      </dgm:t>
    </dgm:pt>
    <dgm:pt modelId="{939BE1BD-AC78-634C-A4F2-A2143CE02EBA}" type="parTrans" cxnId="{59262761-8F1F-2444-9B06-892560221F22}">
      <dgm:prSet/>
      <dgm:spPr/>
      <dgm:t>
        <a:bodyPr/>
        <a:lstStyle/>
        <a:p>
          <a:endParaRPr lang="en-US"/>
        </a:p>
      </dgm:t>
    </dgm:pt>
    <dgm:pt modelId="{612D2958-397F-544D-9802-F37A5D3AFCB3}" type="sibTrans" cxnId="{59262761-8F1F-2444-9B06-892560221F22}">
      <dgm:prSet/>
      <dgm:spPr/>
      <dgm:t>
        <a:bodyPr/>
        <a:lstStyle/>
        <a:p>
          <a:endParaRPr lang="en-US"/>
        </a:p>
      </dgm:t>
    </dgm:pt>
    <dgm:pt modelId="{E037D4F1-8C5F-BB41-A625-2334E757E45E}">
      <dgm:prSet/>
      <dgm:spPr/>
      <dgm:t>
        <a:bodyPr/>
        <a:lstStyle/>
        <a:p>
          <a:pPr rtl="0"/>
          <a:r>
            <a:rPr lang="en-US" b="1" dirty="0"/>
            <a:t>Major components:</a:t>
          </a:r>
        </a:p>
      </dgm:t>
    </dgm:pt>
    <dgm:pt modelId="{2518649E-74D5-1446-85AC-B3F416C1B89C}" type="parTrans" cxnId="{80C724BD-936C-E34B-91A0-B2EA8D8A0E6B}">
      <dgm:prSet/>
      <dgm:spPr/>
      <dgm:t>
        <a:bodyPr/>
        <a:lstStyle/>
        <a:p>
          <a:endParaRPr lang="en-US"/>
        </a:p>
      </dgm:t>
    </dgm:pt>
    <dgm:pt modelId="{89391C87-0FC1-954B-9C37-906B39F142A8}" type="sibTrans" cxnId="{80C724BD-936C-E34B-91A0-B2EA8D8A0E6B}">
      <dgm:prSet/>
      <dgm:spPr/>
      <dgm:t>
        <a:bodyPr/>
        <a:lstStyle/>
        <a:p>
          <a:endParaRPr lang="en-US"/>
        </a:p>
      </dgm:t>
    </dgm:pt>
    <dgm:pt modelId="{234E42D5-31BB-0A4C-9CD6-B6D224CD535C}">
      <dgm:prSet/>
      <dgm:spPr/>
      <dgm:t>
        <a:bodyPr/>
        <a:lstStyle/>
        <a:p>
          <a:pPr rtl="0"/>
          <a:r>
            <a:rPr lang="en-US" dirty="0"/>
            <a:t>Means of reporting results</a:t>
          </a:r>
        </a:p>
      </dgm:t>
    </dgm:pt>
    <dgm:pt modelId="{24FAF873-5FB9-624E-A49D-5B08A05DCBF5}">
      <dgm:prSet/>
      <dgm:spPr/>
      <dgm:t>
        <a:bodyPr/>
        <a:lstStyle/>
        <a:p>
          <a:pPr rtl="0"/>
          <a:r>
            <a:rPr lang="en-US" dirty="0"/>
            <a:t>Output module</a:t>
          </a:r>
        </a:p>
      </dgm:t>
    </dgm:pt>
    <dgm:pt modelId="{D002FA64-CDE6-0940-AC00-543365586A19}" type="sibTrans" cxnId="{4EBA38F4-3A1B-1742-BA72-AB710EA8C3C7}">
      <dgm:prSet/>
      <dgm:spPr/>
      <dgm:t>
        <a:bodyPr/>
        <a:lstStyle/>
        <a:p>
          <a:endParaRPr lang="en-US"/>
        </a:p>
      </dgm:t>
    </dgm:pt>
    <dgm:pt modelId="{B008B530-2D2D-4D43-966B-A433E3A4A2C8}" type="parTrans" cxnId="{4EBA38F4-3A1B-1742-BA72-AB710EA8C3C7}">
      <dgm:prSet/>
      <dgm:spPr/>
      <dgm:t>
        <a:bodyPr/>
        <a:lstStyle/>
        <a:p>
          <a:endParaRPr lang="en-US"/>
        </a:p>
      </dgm:t>
    </dgm:pt>
    <dgm:pt modelId="{4C804830-6C20-2741-AE9E-45F450C8F352}">
      <dgm:prSet/>
      <dgm:spPr/>
      <dgm:t>
        <a:bodyPr/>
        <a:lstStyle/>
        <a:p>
          <a:pPr rtl="0"/>
          <a:r>
            <a:rPr lang="en-US" dirty="0"/>
            <a:t>Contains basic components for accepting data and instructions and converting them into an internal form of signals usable by the system</a:t>
          </a:r>
        </a:p>
      </dgm:t>
    </dgm:pt>
    <dgm:pt modelId="{948C7C32-FC71-034A-A9D1-2D2E150E1953}">
      <dgm:prSet/>
      <dgm:spPr/>
      <dgm:t>
        <a:bodyPr/>
        <a:lstStyle/>
        <a:p>
          <a:pPr rtl="0"/>
          <a:r>
            <a:rPr lang="en-US" dirty="0"/>
            <a:t>Input module</a:t>
          </a:r>
        </a:p>
      </dgm:t>
    </dgm:pt>
    <dgm:pt modelId="{D6DC2FD5-CEDD-3D49-9DE0-8C0B4BA26801}" type="sibTrans" cxnId="{34022C4D-3E17-604D-AEAE-B0FEF57DFD0E}">
      <dgm:prSet/>
      <dgm:spPr/>
      <dgm:t>
        <a:bodyPr/>
        <a:lstStyle/>
        <a:p>
          <a:endParaRPr lang="en-US"/>
        </a:p>
      </dgm:t>
    </dgm:pt>
    <dgm:pt modelId="{F5DA14C9-CFF8-8C4C-9835-74F10C62CE79}" type="parTrans" cxnId="{34022C4D-3E17-604D-AEAE-B0FEF57DFD0E}">
      <dgm:prSet/>
      <dgm:spPr/>
      <dgm:t>
        <a:bodyPr/>
        <a:lstStyle/>
        <a:p>
          <a:endParaRPr lang="en-US"/>
        </a:p>
      </dgm:t>
    </dgm:pt>
    <dgm:pt modelId="{7553F031-D91F-B34C-9D28-1D3C7C5C7FF5}">
      <dgm:prSet/>
      <dgm:spPr/>
      <dgm:t>
        <a:bodyPr/>
        <a:lstStyle/>
        <a:p>
          <a:pPr rtl="0"/>
          <a:r>
            <a:rPr lang="en-US" dirty="0"/>
            <a:t>I/O Components</a:t>
          </a:r>
        </a:p>
      </dgm:t>
    </dgm:pt>
    <dgm:pt modelId="{F5C111B9-16D2-4F4E-8812-F869ABB36A3D}" type="sibTrans" cxnId="{916F1E77-62DF-1840-BE91-704D6A2132EB}">
      <dgm:prSet/>
      <dgm:spPr/>
      <dgm:t>
        <a:bodyPr/>
        <a:lstStyle/>
        <a:p>
          <a:endParaRPr lang="en-US"/>
        </a:p>
      </dgm:t>
    </dgm:pt>
    <dgm:pt modelId="{7B3DD069-B5EB-9740-94E2-D305A5602EE7}" type="parTrans" cxnId="{916F1E77-62DF-1840-BE91-704D6A2132EB}">
      <dgm:prSet/>
      <dgm:spPr/>
      <dgm:t>
        <a:bodyPr/>
        <a:lstStyle/>
        <a:p>
          <a:endParaRPr lang="en-US"/>
        </a:p>
      </dgm:t>
    </dgm:pt>
    <dgm:pt modelId="{2486CEE9-6B01-C845-9D12-D4366D3B3FC6}" type="sibTrans" cxnId="{6C187B61-9F7C-3342-8AA2-116AA48197D2}">
      <dgm:prSet/>
      <dgm:spPr/>
      <dgm:t>
        <a:bodyPr/>
        <a:lstStyle/>
        <a:p>
          <a:endParaRPr lang="en-US"/>
        </a:p>
      </dgm:t>
    </dgm:pt>
    <dgm:pt modelId="{CA858E07-9B8E-C648-A6B1-9EDBB304E22B}" type="parTrans" cxnId="{6C187B61-9F7C-3342-8AA2-116AA48197D2}">
      <dgm:prSet/>
      <dgm:spPr/>
      <dgm:t>
        <a:bodyPr/>
        <a:lstStyle/>
        <a:p>
          <a:endParaRPr lang="en-US"/>
        </a:p>
      </dgm:t>
    </dgm:pt>
    <dgm:pt modelId="{766F468D-E105-6441-AFDA-C35BA0DDAE2B}" type="sibTrans" cxnId="{CE8CFF92-3E5C-0E4C-8F40-8946C262CA7F}">
      <dgm:prSet/>
      <dgm:spPr/>
      <dgm:t>
        <a:bodyPr/>
        <a:lstStyle/>
        <a:p>
          <a:endParaRPr lang="en-US"/>
        </a:p>
      </dgm:t>
    </dgm:pt>
    <dgm:pt modelId="{BCAE0029-0DEE-2246-A8F3-1BA27774EF73}" type="parTrans" cxnId="{CE8CFF92-3E5C-0E4C-8F40-8946C262CA7F}">
      <dgm:prSet/>
      <dgm:spPr/>
      <dgm:t>
        <a:bodyPr/>
        <a:lstStyle/>
        <a:p>
          <a:endParaRPr lang="en-US"/>
        </a:p>
      </dgm:t>
    </dgm:pt>
    <dgm:pt modelId="{B261E502-5543-7B4D-9ACE-70EA3B42B175}">
      <dgm:prSet/>
      <dgm:spPr/>
      <dgm:t>
        <a:bodyPr/>
        <a:lstStyle/>
        <a:p>
          <a:pPr rtl="0"/>
          <a:r>
            <a:rPr lang="en-US" dirty="0"/>
            <a:t>Module of general-purpose arithmetic and logic functions</a:t>
          </a:r>
        </a:p>
      </dgm:t>
    </dgm:pt>
    <dgm:pt modelId="{C19AC66C-2A37-8644-927E-F197C32A21CF}">
      <dgm:prSet/>
      <dgm:spPr/>
      <dgm:t>
        <a:bodyPr/>
        <a:lstStyle/>
        <a:p>
          <a:pPr rtl="0"/>
          <a:r>
            <a:rPr lang="en-US" dirty="0"/>
            <a:t>Instruction interpreter</a:t>
          </a:r>
        </a:p>
      </dgm:t>
    </dgm:pt>
    <dgm:pt modelId="{CE0386A9-076E-F94F-A620-AD660D7C9972}">
      <dgm:prSet/>
      <dgm:spPr/>
      <dgm:t>
        <a:bodyPr/>
        <a:lstStyle/>
        <a:p>
          <a:pPr rtl="0"/>
          <a:r>
            <a:rPr lang="en-US" dirty="0"/>
            <a:t>CPU	</a:t>
          </a:r>
        </a:p>
      </dgm:t>
    </dgm:pt>
    <dgm:pt modelId="{EBA51D91-D31F-1740-B59A-1DC7B6D4F2A0}" type="sibTrans" cxnId="{7CDDD54B-8B29-E84C-B118-CFEC7AC133CB}">
      <dgm:prSet/>
      <dgm:spPr/>
      <dgm:t>
        <a:bodyPr/>
        <a:lstStyle/>
        <a:p>
          <a:endParaRPr lang="en-US"/>
        </a:p>
      </dgm:t>
    </dgm:pt>
    <dgm:pt modelId="{8ED039CD-8D5F-6947-B753-AB16F627CB91}" type="parTrans" cxnId="{7CDDD54B-8B29-E84C-B118-CFEC7AC133CB}">
      <dgm:prSet/>
      <dgm:spPr/>
      <dgm:t>
        <a:bodyPr/>
        <a:lstStyle/>
        <a:p>
          <a:endParaRPr lang="en-US"/>
        </a:p>
      </dgm:t>
    </dgm:pt>
    <dgm:pt modelId="{91C4B158-54E2-E34F-84AB-BFBD35FCCA63}" type="sibTrans" cxnId="{CEB98A90-4183-3449-8248-A46BEE5B578B}">
      <dgm:prSet/>
      <dgm:spPr/>
      <dgm:t>
        <a:bodyPr/>
        <a:lstStyle/>
        <a:p>
          <a:endParaRPr lang="en-US"/>
        </a:p>
      </dgm:t>
    </dgm:pt>
    <dgm:pt modelId="{AFECB01D-41D5-6A41-AF16-839155C4AA53}" type="parTrans" cxnId="{CEB98A90-4183-3449-8248-A46BEE5B578B}">
      <dgm:prSet/>
      <dgm:spPr/>
      <dgm:t>
        <a:bodyPr/>
        <a:lstStyle/>
        <a:p>
          <a:endParaRPr lang="en-US"/>
        </a:p>
      </dgm:t>
    </dgm:pt>
    <dgm:pt modelId="{6FDCA9DF-F661-5E46-B8AA-407165CD3F27}" type="sibTrans" cxnId="{E24ECB5F-D390-F14C-AF65-BB63F1ADA24A}">
      <dgm:prSet/>
      <dgm:spPr/>
      <dgm:t>
        <a:bodyPr/>
        <a:lstStyle/>
        <a:p>
          <a:endParaRPr lang="en-US"/>
        </a:p>
      </dgm:t>
    </dgm:pt>
    <dgm:pt modelId="{475F3117-F8E4-F648-8030-30A218B5E838}" type="parTrans" cxnId="{E24ECB5F-D390-F14C-AF65-BB63F1ADA24A}">
      <dgm:prSet/>
      <dgm:spPr/>
      <dgm:t>
        <a:bodyPr/>
        <a:lstStyle/>
        <a:p>
          <a:endParaRPr lang="en-US"/>
        </a:p>
      </dgm:t>
    </dgm:pt>
    <dgm:pt modelId="{96DA18E2-7555-CC4E-8486-7B36FB2B9A75}" type="pres">
      <dgm:prSet presAssocID="{84C30105-BBE0-F74F-A388-D0D0D0C8543C}" presName="linear" presStyleCnt="0">
        <dgm:presLayoutVars>
          <dgm:animLvl val="lvl"/>
          <dgm:resizeHandles val="exact"/>
        </dgm:presLayoutVars>
      </dgm:prSet>
      <dgm:spPr/>
    </dgm:pt>
    <dgm:pt modelId="{F992244F-0972-284B-BD79-4BDF0FE0F3E9}" type="pres">
      <dgm:prSet presAssocID="{7C013D74-4496-6145-974D-3AD7B3DF03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3B14588-5A20-EA4F-979E-F796522A9FDC}" type="pres">
      <dgm:prSet presAssocID="{7C013D74-4496-6145-974D-3AD7B3DF03D9}" presName="childText" presStyleLbl="revTx" presStyleIdx="0" presStyleCnt="2">
        <dgm:presLayoutVars>
          <dgm:bulletEnabled val="1"/>
        </dgm:presLayoutVars>
      </dgm:prSet>
      <dgm:spPr/>
    </dgm:pt>
    <dgm:pt modelId="{759BB5A2-667B-D94C-B06E-5A570D0844D7}" type="pres">
      <dgm:prSet presAssocID="{E037D4F1-8C5F-BB41-A625-2334E757E45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1A7FB0B-C6BF-A948-80B4-3819DEC8407E}" type="pres">
      <dgm:prSet presAssocID="{E037D4F1-8C5F-BB41-A625-2334E757E45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283D809-3DA6-BB41-8ED5-99A31F687EE2}" type="presOf" srcId="{E49359DF-E4C7-3E4C-B7F3-501F92A360B3}" destId="{13B14588-5A20-EA4F-979E-F796522A9FDC}" srcOrd="0" destOrd="1" presId="urn:microsoft.com/office/officeart/2005/8/layout/vList2"/>
    <dgm:cxn modelId="{5FE3A80C-2F59-AF46-A8A4-2364E2A3B74B}" type="presOf" srcId="{CE0386A9-076E-F94F-A620-AD660D7C9972}" destId="{71A7FB0B-C6BF-A948-80B4-3819DEC8407E}" srcOrd="0" destOrd="0" presId="urn:microsoft.com/office/officeart/2005/8/layout/vList2"/>
    <dgm:cxn modelId="{CC9F5922-37AD-B248-AF43-253EB23D1B0E}" srcId="{84C30105-BBE0-F74F-A388-D0D0D0C8543C}" destId="{7C013D74-4496-6145-974D-3AD7B3DF03D9}" srcOrd="0" destOrd="0" parTransId="{FD5101E8-59C9-984B-946A-F1CD6221CEF5}" sibTransId="{EB825CBB-6EAB-174F-8D70-872CE0C06302}"/>
    <dgm:cxn modelId="{783D5B28-61C6-004B-BC81-D167B98E8E75}" type="presOf" srcId="{B261E502-5543-7B4D-9ACE-70EA3B42B175}" destId="{71A7FB0B-C6BF-A948-80B4-3819DEC8407E}" srcOrd="0" destOrd="2" presId="urn:microsoft.com/office/officeart/2005/8/layout/vList2"/>
    <dgm:cxn modelId="{8F75E936-22E9-8343-965F-FEC47404A232}" type="presOf" srcId="{7553F031-D91F-B34C-9D28-1D3C7C5C7FF5}" destId="{71A7FB0B-C6BF-A948-80B4-3819DEC8407E}" srcOrd="0" destOrd="3" presId="urn:microsoft.com/office/officeart/2005/8/layout/vList2"/>
    <dgm:cxn modelId="{E24ECB5F-D390-F14C-AF65-BB63F1ADA24A}" srcId="{CE0386A9-076E-F94F-A620-AD660D7C9972}" destId="{C19AC66C-2A37-8644-927E-F197C32A21CF}" srcOrd="0" destOrd="0" parTransId="{475F3117-F8E4-F648-8030-30A218B5E838}" sibTransId="{6FDCA9DF-F661-5E46-B8AA-407165CD3F27}"/>
    <dgm:cxn modelId="{59262761-8F1F-2444-9B06-892560221F22}" srcId="{7C013D74-4496-6145-974D-3AD7B3DF03D9}" destId="{F042A6B9-4955-0C42-B5FE-6657EE6789DC}" srcOrd="2" destOrd="0" parTransId="{939BE1BD-AC78-634C-A4F2-A2143CE02EBA}" sibTransId="{612D2958-397F-544D-9802-F37A5D3AFCB3}"/>
    <dgm:cxn modelId="{6C187B61-9F7C-3342-8AA2-116AA48197D2}" srcId="{7553F031-D91F-B34C-9D28-1D3C7C5C7FF5}" destId="{24FAF873-5FB9-624E-A49D-5B08A05DCBF5}" srcOrd="1" destOrd="0" parTransId="{CA858E07-9B8E-C648-A6B1-9EDBB304E22B}" sibTransId="{2486CEE9-6B01-C845-9D12-D4366D3B3FC6}"/>
    <dgm:cxn modelId="{BC138266-5E73-AF45-9017-AF324E24FBE5}" type="presOf" srcId="{234E42D5-31BB-0A4C-9CD6-B6D224CD535C}" destId="{71A7FB0B-C6BF-A948-80B4-3819DEC8407E}" srcOrd="0" destOrd="7" presId="urn:microsoft.com/office/officeart/2005/8/layout/vList2"/>
    <dgm:cxn modelId="{38443469-1F4E-9443-84A4-E8DF807D2C27}" type="presOf" srcId="{7C013D74-4496-6145-974D-3AD7B3DF03D9}" destId="{F992244F-0972-284B-BD79-4BDF0FE0F3E9}" srcOrd="0" destOrd="0" presId="urn:microsoft.com/office/officeart/2005/8/layout/vList2"/>
    <dgm:cxn modelId="{7CDDD54B-8B29-E84C-B118-CFEC7AC133CB}" srcId="{E037D4F1-8C5F-BB41-A625-2334E757E45E}" destId="{CE0386A9-076E-F94F-A620-AD660D7C9972}" srcOrd="0" destOrd="0" parTransId="{8ED039CD-8D5F-6947-B753-AB16F627CB91}" sibTransId="{EBA51D91-D31F-1740-B59A-1DC7B6D4F2A0}"/>
    <dgm:cxn modelId="{34022C4D-3E17-604D-AEAE-B0FEF57DFD0E}" srcId="{948C7C32-FC71-034A-A9D1-2D2E150E1953}" destId="{4C804830-6C20-2741-AE9E-45F450C8F352}" srcOrd="0" destOrd="0" parTransId="{F5DA14C9-CFF8-8C4C-9835-74F10C62CE79}" sibTransId="{D6DC2FD5-CEDD-3D49-9DE0-8C0B4BA26801}"/>
    <dgm:cxn modelId="{D82BA876-664D-2849-8497-ABB849C5D360}" srcId="{7C013D74-4496-6145-974D-3AD7B3DF03D9}" destId="{E49359DF-E4C7-3E4C-B7F3-501F92A360B3}" srcOrd="1" destOrd="0" parTransId="{E3F14906-8F33-FD44-BE44-8ECB73B43A97}" sibTransId="{29509CF6-40D7-A941-81D4-46C13F33C8F5}"/>
    <dgm:cxn modelId="{916F1E77-62DF-1840-BE91-704D6A2132EB}" srcId="{E037D4F1-8C5F-BB41-A625-2334E757E45E}" destId="{7553F031-D91F-B34C-9D28-1D3C7C5C7FF5}" srcOrd="1" destOrd="0" parTransId="{7B3DD069-B5EB-9740-94E2-D305A5602EE7}" sibTransId="{F5C111B9-16D2-4F4E-8812-F869ABB36A3D}"/>
    <dgm:cxn modelId="{58E97D5A-B821-7047-9C0C-DE9ADFC401F7}" type="presOf" srcId="{4C804830-6C20-2741-AE9E-45F450C8F352}" destId="{71A7FB0B-C6BF-A948-80B4-3819DEC8407E}" srcOrd="0" destOrd="5" presId="urn:microsoft.com/office/officeart/2005/8/layout/vList2"/>
    <dgm:cxn modelId="{D247B67D-A3E6-6048-89E9-61835D628673}" type="presOf" srcId="{C19AC66C-2A37-8644-927E-F197C32A21CF}" destId="{71A7FB0B-C6BF-A948-80B4-3819DEC8407E}" srcOrd="0" destOrd="1" presId="urn:microsoft.com/office/officeart/2005/8/layout/vList2"/>
    <dgm:cxn modelId="{CEB98A90-4183-3449-8248-A46BEE5B578B}" srcId="{CE0386A9-076E-F94F-A620-AD660D7C9972}" destId="{B261E502-5543-7B4D-9ACE-70EA3B42B175}" srcOrd="1" destOrd="0" parTransId="{AFECB01D-41D5-6A41-AF16-839155C4AA53}" sibTransId="{91C4B158-54E2-E34F-84AB-BFBD35FCCA63}"/>
    <dgm:cxn modelId="{F1A8D392-DADE-9042-A5FB-1BEBAEA85D9B}" type="presOf" srcId="{F042A6B9-4955-0C42-B5FE-6657EE6789DC}" destId="{13B14588-5A20-EA4F-979E-F796522A9FDC}" srcOrd="0" destOrd="2" presId="urn:microsoft.com/office/officeart/2005/8/layout/vList2"/>
    <dgm:cxn modelId="{CE8CFF92-3E5C-0E4C-8F40-8946C262CA7F}" srcId="{7553F031-D91F-B34C-9D28-1D3C7C5C7FF5}" destId="{948C7C32-FC71-034A-A9D1-2D2E150E1953}" srcOrd="0" destOrd="0" parTransId="{BCAE0029-0DEE-2246-A8F3-1BA27774EF73}" sibTransId="{766F468D-E105-6441-AFDA-C35BA0DDAE2B}"/>
    <dgm:cxn modelId="{1D6C5B9B-C8DF-BC49-941A-DEF872B2DDF3}" type="presOf" srcId="{24FAF873-5FB9-624E-A49D-5B08A05DCBF5}" destId="{71A7FB0B-C6BF-A948-80B4-3819DEC8407E}" srcOrd="0" destOrd="6" presId="urn:microsoft.com/office/officeart/2005/8/layout/vList2"/>
    <dgm:cxn modelId="{C821A0AC-3D6C-FE4D-8F10-156B715B05FE}" type="presOf" srcId="{33B2E1D5-7076-B64B-A7DA-BF991DF39737}" destId="{13B14588-5A20-EA4F-979E-F796522A9FDC}" srcOrd="0" destOrd="0" presId="urn:microsoft.com/office/officeart/2005/8/layout/vList2"/>
    <dgm:cxn modelId="{82E774B1-F131-FF4C-9E15-C13E091010B3}" type="presOf" srcId="{948C7C32-FC71-034A-A9D1-2D2E150E1953}" destId="{71A7FB0B-C6BF-A948-80B4-3819DEC8407E}" srcOrd="0" destOrd="4" presId="urn:microsoft.com/office/officeart/2005/8/layout/vList2"/>
    <dgm:cxn modelId="{8D54DEB6-2CB9-C649-AED1-FDF20EC35323}" srcId="{7C013D74-4496-6145-974D-3AD7B3DF03D9}" destId="{33B2E1D5-7076-B64B-A7DA-BF991DF39737}" srcOrd="0" destOrd="0" parTransId="{0552F9CF-6805-9F44-A08C-A640CECAE02A}" sibTransId="{DAE790BE-2467-CB43-8CEB-39796D3F9248}"/>
    <dgm:cxn modelId="{80C724BD-936C-E34B-91A0-B2EA8D8A0E6B}" srcId="{84C30105-BBE0-F74F-A388-D0D0D0C8543C}" destId="{E037D4F1-8C5F-BB41-A625-2334E757E45E}" srcOrd="1" destOrd="0" parTransId="{2518649E-74D5-1446-85AC-B3F416C1B89C}" sibTransId="{89391C87-0FC1-954B-9C37-906B39F142A8}"/>
    <dgm:cxn modelId="{A4BC23E1-D803-5544-894F-7EE14A68A0DC}" type="presOf" srcId="{E037D4F1-8C5F-BB41-A625-2334E757E45E}" destId="{759BB5A2-667B-D94C-B06E-5A570D0844D7}" srcOrd="0" destOrd="0" presId="urn:microsoft.com/office/officeart/2005/8/layout/vList2"/>
    <dgm:cxn modelId="{B02096F1-22E2-A04F-97D3-F403F7B2E563}" type="presOf" srcId="{84C30105-BBE0-F74F-A388-D0D0D0C8543C}" destId="{96DA18E2-7555-CC4E-8486-7B36FB2B9A75}" srcOrd="0" destOrd="0" presId="urn:microsoft.com/office/officeart/2005/8/layout/vList2"/>
    <dgm:cxn modelId="{4EBA38F4-3A1B-1742-BA72-AB710EA8C3C7}" srcId="{24FAF873-5FB9-624E-A49D-5B08A05DCBF5}" destId="{234E42D5-31BB-0A4C-9CD6-B6D224CD535C}" srcOrd="0" destOrd="0" parTransId="{B008B530-2D2D-4D43-966B-A433E3A4A2C8}" sibTransId="{D002FA64-CDE6-0940-AC00-543365586A19}"/>
    <dgm:cxn modelId="{563B6356-A600-5F40-835E-D8A6FC381B5D}" type="presParOf" srcId="{96DA18E2-7555-CC4E-8486-7B36FB2B9A75}" destId="{F992244F-0972-284B-BD79-4BDF0FE0F3E9}" srcOrd="0" destOrd="0" presId="urn:microsoft.com/office/officeart/2005/8/layout/vList2"/>
    <dgm:cxn modelId="{648A4D60-2011-4240-B16A-C9B74C8BA4EC}" type="presParOf" srcId="{96DA18E2-7555-CC4E-8486-7B36FB2B9A75}" destId="{13B14588-5A20-EA4F-979E-F796522A9FDC}" srcOrd="1" destOrd="0" presId="urn:microsoft.com/office/officeart/2005/8/layout/vList2"/>
    <dgm:cxn modelId="{C72D2A48-0B8F-294B-A986-D73E74755355}" type="presParOf" srcId="{96DA18E2-7555-CC4E-8486-7B36FB2B9A75}" destId="{759BB5A2-667B-D94C-B06E-5A570D0844D7}" srcOrd="2" destOrd="0" presId="urn:microsoft.com/office/officeart/2005/8/layout/vList2"/>
    <dgm:cxn modelId="{9B9FBB90-17D3-3843-A9EF-BE6B4B769FB0}" type="presParOf" srcId="{96DA18E2-7555-CC4E-8486-7B36FB2B9A75}" destId="{71A7FB0B-C6BF-A948-80B4-3819DEC8407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840D2F-108C-BC46-9136-A088744CBC36}" type="doc">
      <dgm:prSet loTypeId="urn:microsoft.com/office/officeart/2005/8/layout/matrix2" loCatId="matrix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E7EB61-D7F6-C840-8532-5709134193A0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address register (MAR)</a:t>
          </a:r>
        </a:p>
      </dgm:t>
    </dgm:pt>
    <dgm:pt modelId="{AD05651A-E423-254C-862F-C2CE059BD72F}" type="parTrans" cxnId="{1BA46E83-B587-F746-8DBE-F28E7926015A}">
      <dgm:prSet/>
      <dgm:spPr/>
      <dgm:t>
        <a:bodyPr/>
        <a:lstStyle/>
        <a:p>
          <a:endParaRPr lang="en-US"/>
        </a:p>
      </dgm:t>
    </dgm:pt>
    <dgm:pt modelId="{17500D31-3549-3A48-A4C8-1A261B96710E}" type="sibTrans" cxnId="{1BA46E83-B587-F746-8DBE-F28E7926015A}">
      <dgm:prSet/>
      <dgm:spPr/>
      <dgm:t>
        <a:bodyPr/>
        <a:lstStyle/>
        <a:p>
          <a:endParaRPr lang="en-US"/>
        </a:p>
      </dgm:t>
    </dgm:pt>
    <dgm:pt modelId="{20D7C7D4-7476-224E-BEF4-65D3801CD560}">
      <dgm:prSet/>
      <dgm:spPr/>
      <dgm:t>
        <a:bodyPr/>
        <a:lstStyle/>
        <a:p>
          <a:pPr rtl="0"/>
          <a:r>
            <a:rPr lang="en-US" dirty="0"/>
            <a:t>Specifies the address in memory for the next read or write</a:t>
          </a:r>
        </a:p>
      </dgm:t>
    </dgm:pt>
    <dgm:pt modelId="{811C896D-8F6B-F443-A62A-8079B0F97D8B}" type="parTrans" cxnId="{6C4E2CF7-E249-DA4E-99BF-3AB0F0ABE0D1}">
      <dgm:prSet/>
      <dgm:spPr/>
      <dgm:t>
        <a:bodyPr/>
        <a:lstStyle/>
        <a:p>
          <a:endParaRPr lang="en-US"/>
        </a:p>
      </dgm:t>
    </dgm:pt>
    <dgm:pt modelId="{07C6F96A-E4D9-0D42-91C1-DFDCD4116135}" type="sibTrans" cxnId="{6C4E2CF7-E249-DA4E-99BF-3AB0F0ABE0D1}">
      <dgm:prSet/>
      <dgm:spPr/>
      <dgm:t>
        <a:bodyPr/>
        <a:lstStyle/>
        <a:p>
          <a:endParaRPr lang="en-US"/>
        </a:p>
      </dgm:t>
    </dgm:pt>
    <dgm:pt modelId="{0E37F963-EE92-4246-B788-16020436B729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buffer register (MBR)</a:t>
          </a:r>
        </a:p>
      </dgm:t>
    </dgm:pt>
    <dgm:pt modelId="{0CE25338-8A95-A546-9CCC-2076E5CF6239}" type="parTrans" cxnId="{C0F0DC73-F5D8-DA43-9829-B2466A27BF4F}">
      <dgm:prSet/>
      <dgm:spPr/>
      <dgm:t>
        <a:bodyPr/>
        <a:lstStyle/>
        <a:p>
          <a:endParaRPr lang="en-US"/>
        </a:p>
      </dgm:t>
    </dgm:pt>
    <dgm:pt modelId="{AAC500A2-5549-E648-9DF3-07EB1581D002}" type="sibTrans" cxnId="{C0F0DC73-F5D8-DA43-9829-B2466A27BF4F}">
      <dgm:prSet/>
      <dgm:spPr/>
      <dgm:t>
        <a:bodyPr/>
        <a:lstStyle/>
        <a:p>
          <a:endParaRPr lang="en-US"/>
        </a:p>
      </dgm:t>
    </dgm:pt>
    <dgm:pt modelId="{C46232C3-2E75-7A44-B8CC-0D45C38E01B5}">
      <dgm:prSet/>
      <dgm:spPr/>
      <dgm:t>
        <a:bodyPr/>
        <a:lstStyle/>
        <a:p>
          <a:pPr rtl="0"/>
          <a:r>
            <a:rPr lang="en-US" dirty="0"/>
            <a:t>Contains the data to be written into memory or receives the data read from memory</a:t>
          </a:r>
        </a:p>
      </dgm:t>
    </dgm:pt>
    <dgm:pt modelId="{4F0A9AA9-AD55-A143-87CB-EEF973E532A5}" type="parTrans" cxnId="{01CE3C01-29EC-9F47-B22D-5C735ABFC199}">
      <dgm:prSet/>
      <dgm:spPr/>
      <dgm:t>
        <a:bodyPr/>
        <a:lstStyle/>
        <a:p>
          <a:endParaRPr lang="en-US"/>
        </a:p>
      </dgm:t>
    </dgm:pt>
    <dgm:pt modelId="{196C21FE-BCE6-0340-9239-86BE1646F419}" type="sibTrans" cxnId="{01CE3C01-29EC-9F47-B22D-5C735ABFC199}">
      <dgm:prSet/>
      <dgm:spPr/>
      <dgm:t>
        <a:bodyPr/>
        <a:lstStyle/>
        <a:p>
          <a:endParaRPr lang="en-US"/>
        </a:p>
      </dgm:t>
    </dgm:pt>
    <dgm:pt modelId="{02FE1597-E6CB-9744-8CE6-813F239F1D7A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address register (I/OAR)</a:t>
          </a:r>
        </a:p>
      </dgm:t>
    </dgm:pt>
    <dgm:pt modelId="{0AE8AC7D-9FE8-A64A-91AD-B8B1F23E5E3B}" type="parTrans" cxnId="{4D3A0AF5-55FE-D646-BAC9-8584087D0661}">
      <dgm:prSet/>
      <dgm:spPr/>
      <dgm:t>
        <a:bodyPr/>
        <a:lstStyle/>
        <a:p>
          <a:endParaRPr lang="en-US"/>
        </a:p>
      </dgm:t>
    </dgm:pt>
    <dgm:pt modelId="{0BF199A0-20F9-BC44-87A4-0B4ED382F88E}" type="sibTrans" cxnId="{4D3A0AF5-55FE-D646-BAC9-8584087D0661}">
      <dgm:prSet/>
      <dgm:spPr/>
      <dgm:t>
        <a:bodyPr/>
        <a:lstStyle/>
        <a:p>
          <a:endParaRPr lang="en-US"/>
        </a:p>
      </dgm:t>
    </dgm:pt>
    <dgm:pt modelId="{A0FD3052-A13E-3C47-8020-62E600288DA5}">
      <dgm:prSet/>
      <dgm:spPr/>
      <dgm:t>
        <a:bodyPr/>
        <a:lstStyle/>
        <a:p>
          <a:pPr rtl="0"/>
          <a:r>
            <a:rPr lang="en-US" dirty="0"/>
            <a:t>Specifies a particular I/O device</a:t>
          </a:r>
        </a:p>
      </dgm:t>
    </dgm:pt>
    <dgm:pt modelId="{037970BC-3497-C74D-8F10-97896165FE81}" type="parTrans" cxnId="{89013C84-3490-2D49-B767-86FBDA5F00E7}">
      <dgm:prSet/>
      <dgm:spPr/>
      <dgm:t>
        <a:bodyPr/>
        <a:lstStyle/>
        <a:p>
          <a:endParaRPr lang="en-US"/>
        </a:p>
      </dgm:t>
    </dgm:pt>
    <dgm:pt modelId="{00E53473-866F-9E47-9A26-A761914EC06D}" type="sibTrans" cxnId="{89013C84-3490-2D49-B767-86FBDA5F00E7}">
      <dgm:prSet/>
      <dgm:spPr/>
      <dgm:t>
        <a:bodyPr/>
        <a:lstStyle/>
        <a:p>
          <a:endParaRPr lang="en-US"/>
        </a:p>
      </dgm:t>
    </dgm:pt>
    <dgm:pt modelId="{3EDBA169-2675-8448-8FDE-2A0797DF0E78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buffer register (I/OBR)</a:t>
          </a:r>
        </a:p>
      </dgm:t>
    </dgm:pt>
    <dgm:pt modelId="{90D1529B-CE0F-934A-87F9-F595F41764E1}" type="parTrans" cxnId="{8CBC06CE-D290-7641-B6B4-18F78547B9CC}">
      <dgm:prSet/>
      <dgm:spPr/>
      <dgm:t>
        <a:bodyPr/>
        <a:lstStyle/>
        <a:p>
          <a:endParaRPr lang="en-US"/>
        </a:p>
      </dgm:t>
    </dgm:pt>
    <dgm:pt modelId="{B510E243-E6DD-864D-B423-F1534B3568AE}" type="sibTrans" cxnId="{8CBC06CE-D290-7641-B6B4-18F78547B9CC}">
      <dgm:prSet/>
      <dgm:spPr/>
      <dgm:t>
        <a:bodyPr/>
        <a:lstStyle/>
        <a:p>
          <a:endParaRPr lang="en-US"/>
        </a:p>
      </dgm:t>
    </dgm:pt>
    <dgm:pt modelId="{52E1B92E-E8AD-2343-BFE2-9311B192D1BB}">
      <dgm:prSet/>
      <dgm:spPr/>
      <dgm:t>
        <a:bodyPr/>
        <a:lstStyle/>
        <a:p>
          <a:pPr rtl="0"/>
          <a:r>
            <a:rPr lang="en-US" dirty="0"/>
            <a:t>Used for the exchange of data between an I/O module and the CPU</a:t>
          </a:r>
        </a:p>
      </dgm:t>
    </dgm:pt>
    <dgm:pt modelId="{E3BF5ABE-1A33-A94D-B118-8468B31E935A}" type="parTrans" cxnId="{76B5B735-8949-834A-927D-071133CF5068}">
      <dgm:prSet/>
      <dgm:spPr/>
      <dgm:t>
        <a:bodyPr/>
        <a:lstStyle/>
        <a:p>
          <a:endParaRPr lang="en-US"/>
        </a:p>
      </dgm:t>
    </dgm:pt>
    <dgm:pt modelId="{8CBB4295-DE98-C748-A7B7-31B44331A6FA}" type="sibTrans" cxnId="{76B5B735-8949-834A-927D-071133CF5068}">
      <dgm:prSet/>
      <dgm:spPr/>
      <dgm:t>
        <a:bodyPr/>
        <a:lstStyle/>
        <a:p>
          <a:endParaRPr lang="en-US"/>
        </a:p>
      </dgm:t>
    </dgm:pt>
    <dgm:pt modelId="{118DA46B-51F4-D447-8E2D-F244524AE95D}" type="pres">
      <dgm:prSet presAssocID="{FD840D2F-108C-BC46-9136-A088744CBC36}" presName="matrix" presStyleCnt="0">
        <dgm:presLayoutVars>
          <dgm:chMax val="1"/>
          <dgm:dir/>
          <dgm:resizeHandles val="exact"/>
        </dgm:presLayoutVars>
      </dgm:prSet>
      <dgm:spPr/>
    </dgm:pt>
    <dgm:pt modelId="{A933435A-1843-9E4D-86D0-607B7423AE6C}" type="pres">
      <dgm:prSet presAssocID="{FD840D2F-108C-BC46-9136-A088744CBC36}" presName="axisShape" presStyleLbl="bgShp" presStyleIdx="0" presStyleCn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4"/>
          </a:solidFill>
        </a:ln>
      </dgm:spPr>
    </dgm:pt>
    <dgm:pt modelId="{3B4E5ECE-AE35-9C49-8316-64B43915F2B2}" type="pres">
      <dgm:prSet presAssocID="{FD840D2F-108C-BC46-9136-A088744CBC36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7999900-43C2-D54D-B582-06A49E5B2881}" type="pres">
      <dgm:prSet presAssocID="{FD840D2F-108C-BC46-9136-A088744CBC36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E6EC989-1B64-3F42-878F-156D7B406D89}" type="pres">
      <dgm:prSet presAssocID="{FD840D2F-108C-BC46-9136-A088744CBC36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46D4236-03AD-7E41-8503-EF196816C95A}" type="pres">
      <dgm:prSet presAssocID="{FD840D2F-108C-BC46-9136-A088744CBC36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CE3C01-29EC-9F47-B22D-5C735ABFC199}" srcId="{0E37F963-EE92-4246-B788-16020436B729}" destId="{C46232C3-2E75-7A44-B8CC-0D45C38E01B5}" srcOrd="0" destOrd="0" parTransId="{4F0A9AA9-AD55-A143-87CB-EEF973E532A5}" sibTransId="{196C21FE-BCE6-0340-9239-86BE1646F419}"/>
    <dgm:cxn modelId="{716BF008-5AB7-DB49-8050-0C2DE00AEA1C}" type="presOf" srcId="{52E1B92E-E8AD-2343-BFE2-9311B192D1BB}" destId="{646D4236-03AD-7E41-8503-EF196816C95A}" srcOrd="0" destOrd="1" presId="urn:microsoft.com/office/officeart/2005/8/layout/matrix2"/>
    <dgm:cxn modelId="{76B5B735-8949-834A-927D-071133CF5068}" srcId="{3EDBA169-2675-8448-8FDE-2A0797DF0E78}" destId="{52E1B92E-E8AD-2343-BFE2-9311B192D1BB}" srcOrd="0" destOrd="0" parTransId="{E3BF5ABE-1A33-A94D-B118-8468B31E935A}" sibTransId="{8CBB4295-DE98-C748-A7B7-31B44331A6FA}"/>
    <dgm:cxn modelId="{B169403D-E2B0-7043-AC2F-3A8214095A31}" type="presOf" srcId="{20D7C7D4-7476-224E-BEF4-65D3801CD560}" destId="{3B4E5ECE-AE35-9C49-8316-64B43915F2B2}" srcOrd="0" destOrd="1" presId="urn:microsoft.com/office/officeart/2005/8/layout/matrix2"/>
    <dgm:cxn modelId="{F6356553-45D8-C84C-A9A6-64A3BEF4E65E}" type="presOf" srcId="{02FE1597-E6CB-9744-8CE6-813F239F1D7A}" destId="{FE6EC989-1B64-3F42-878F-156D7B406D89}" srcOrd="0" destOrd="0" presId="urn:microsoft.com/office/officeart/2005/8/layout/matrix2"/>
    <dgm:cxn modelId="{C0F0DC73-F5D8-DA43-9829-B2466A27BF4F}" srcId="{FD840D2F-108C-BC46-9136-A088744CBC36}" destId="{0E37F963-EE92-4246-B788-16020436B729}" srcOrd="1" destOrd="0" parTransId="{0CE25338-8A95-A546-9CCC-2076E5CF6239}" sibTransId="{AAC500A2-5549-E648-9DF3-07EB1581D002}"/>
    <dgm:cxn modelId="{1BA46E83-B587-F746-8DBE-F28E7926015A}" srcId="{FD840D2F-108C-BC46-9136-A088744CBC36}" destId="{A2E7EB61-D7F6-C840-8532-5709134193A0}" srcOrd="0" destOrd="0" parTransId="{AD05651A-E423-254C-862F-C2CE059BD72F}" sibTransId="{17500D31-3549-3A48-A4C8-1A261B96710E}"/>
    <dgm:cxn modelId="{89013C84-3490-2D49-B767-86FBDA5F00E7}" srcId="{02FE1597-E6CB-9744-8CE6-813F239F1D7A}" destId="{A0FD3052-A13E-3C47-8020-62E600288DA5}" srcOrd="0" destOrd="0" parTransId="{037970BC-3497-C74D-8F10-97896165FE81}" sibTransId="{00E53473-866F-9E47-9A26-A761914EC06D}"/>
    <dgm:cxn modelId="{C5D2B0A5-EC3B-A643-BD99-D6F428098516}" type="presOf" srcId="{FD840D2F-108C-BC46-9136-A088744CBC36}" destId="{118DA46B-51F4-D447-8E2D-F244524AE95D}" srcOrd="0" destOrd="0" presId="urn:microsoft.com/office/officeart/2005/8/layout/matrix2"/>
    <dgm:cxn modelId="{E3DE94B5-4550-CD45-89B4-32E5BF66FA63}" type="presOf" srcId="{0E37F963-EE92-4246-B788-16020436B729}" destId="{97999900-43C2-D54D-B582-06A49E5B2881}" srcOrd="0" destOrd="0" presId="urn:microsoft.com/office/officeart/2005/8/layout/matrix2"/>
    <dgm:cxn modelId="{EDEAAABB-CD21-A642-A244-85E71AF76935}" type="presOf" srcId="{3EDBA169-2675-8448-8FDE-2A0797DF0E78}" destId="{646D4236-03AD-7E41-8503-EF196816C95A}" srcOrd="0" destOrd="0" presId="urn:microsoft.com/office/officeart/2005/8/layout/matrix2"/>
    <dgm:cxn modelId="{832F57C5-8348-2B48-B90C-189CEA60DDA2}" type="presOf" srcId="{A0FD3052-A13E-3C47-8020-62E600288DA5}" destId="{FE6EC989-1B64-3F42-878F-156D7B406D89}" srcOrd="0" destOrd="1" presId="urn:microsoft.com/office/officeart/2005/8/layout/matrix2"/>
    <dgm:cxn modelId="{8CBC06CE-D290-7641-B6B4-18F78547B9CC}" srcId="{FD840D2F-108C-BC46-9136-A088744CBC36}" destId="{3EDBA169-2675-8448-8FDE-2A0797DF0E78}" srcOrd="3" destOrd="0" parTransId="{90D1529B-CE0F-934A-87F9-F595F41764E1}" sibTransId="{B510E243-E6DD-864D-B423-F1534B3568AE}"/>
    <dgm:cxn modelId="{FF01C1D4-0C22-464A-8DA5-CD9E1D509825}" type="presOf" srcId="{A2E7EB61-D7F6-C840-8532-5709134193A0}" destId="{3B4E5ECE-AE35-9C49-8316-64B43915F2B2}" srcOrd="0" destOrd="0" presId="urn:microsoft.com/office/officeart/2005/8/layout/matrix2"/>
    <dgm:cxn modelId="{4D3A0AF5-55FE-D646-BAC9-8584087D0661}" srcId="{FD840D2F-108C-BC46-9136-A088744CBC36}" destId="{02FE1597-E6CB-9744-8CE6-813F239F1D7A}" srcOrd="2" destOrd="0" parTransId="{0AE8AC7D-9FE8-A64A-91AD-B8B1F23E5E3B}" sibTransId="{0BF199A0-20F9-BC44-87A4-0B4ED382F88E}"/>
    <dgm:cxn modelId="{266D65F6-9D35-5F45-9911-CF48A9C8B26D}" type="presOf" srcId="{C46232C3-2E75-7A44-B8CC-0D45C38E01B5}" destId="{97999900-43C2-D54D-B582-06A49E5B2881}" srcOrd="0" destOrd="1" presId="urn:microsoft.com/office/officeart/2005/8/layout/matrix2"/>
    <dgm:cxn modelId="{6C4E2CF7-E249-DA4E-99BF-3AB0F0ABE0D1}" srcId="{A2E7EB61-D7F6-C840-8532-5709134193A0}" destId="{20D7C7D4-7476-224E-BEF4-65D3801CD560}" srcOrd="0" destOrd="0" parTransId="{811C896D-8F6B-F443-A62A-8079B0F97D8B}" sibTransId="{07C6F96A-E4D9-0D42-91C1-DFDCD4116135}"/>
    <dgm:cxn modelId="{E5C3837C-F719-8845-B655-9D785BC0FA1B}" type="presParOf" srcId="{118DA46B-51F4-D447-8E2D-F244524AE95D}" destId="{A933435A-1843-9E4D-86D0-607B7423AE6C}" srcOrd="0" destOrd="0" presId="urn:microsoft.com/office/officeart/2005/8/layout/matrix2"/>
    <dgm:cxn modelId="{0A5F3D70-A8D4-4D46-A255-C1D01B992E9A}" type="presParOf" srcId="{118DA46B-51F4-D447-8E2D-F244524AE95D}" destId="{3B4E5ECE-AE35-9C49-8316-64B43915F2B2}" srcOrd="1" destOrd="0" presId="urn:microsoft.com/office/officeart/2005/8/layout/matrix2"/>
    <dgm:cxn modelId="{6008EB93-4FB8-AB40-A7A8-053D7D1D5980}" type="presParOf" srcId="{118DA46B-51F4-D447-8E2D-F244524AE95D}" destId="{97999900-43C2-D54D-B582-06A49E5B2881}" srcOrd="2" destOrd="0" presId="urn:microsoft.com/office/officeart/2005/8/layout/matrix2"/>
    <dgm:cxn modelId="{9831D03D-8A0F-0146-AFAA-298512DAE755}" type="presParOf" srcId="{118DA46B-51F4-D447-8E2D-F244524AE95D}" destId="{FE6EC989-1B64-3F42-878F-156D7B406D89}" srcOrd="3" destOrd="0" presId="urn:microsoft.com/office/officeart/2005/8/layout/matrix2"/>
    <dgm:cxn modelId="{F770245A-13D9-A643-859F-274FC4C8C66B}" type="presParOf" srcId="{118DA46B-51F4-D447-8E2D-F244524AE95D}" destId="{646D4236-03AD-7E41-8503-EF196816C95A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91299F-D68C-9C4C-8BF1-0C6C2FB8035E}" type="doc">
      <dgm:prSet loTypeId="urn:microsoft.com/office/officeart/2005/8/layout/cycle4#2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CC95F7-454C-2046-A231-E04268ABBD1D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Processor-memory</a:t>
          </a:r>
        </a:p>
      </dgm:t>
    </dgm:pt>
    <dgm:pt modelId="{C2E1FA3B-86A7-A048-B00E-2B932655B605}" type="parTrans" cxnId="{542E33C4-52BB-0A49-AA11-19C513F64A6B}">
      <dgm:prSet/>
      <dgm:spPr/>
      <dgm:t>
        <a:bodyPr/>
        <a:lstStyle/>
        <a:p>
          <a:endParaRPr lang="en-US"/>
        </a:p>
      </dgm:t>
    </dgm:pt>
    <dgm:pt modelId="{489961BB-0415-1F45-99AA-4CB69D109E4E}" type="sibTrans" cxnId="{542E33C4-52BB-0A49-AA11-19C513F64A6B}">
      <dgm:prSet/>
      <dgm:spPr/>
      <dgm:t>
        <a:bodyPr/>
        <a:lstStyle/>
        <a:p>
          <a:endParaRPr lang="en-US"/>
        </a:p>
      </dgm:t>
    </dgm:pt>
    <dgm:pt modelId="{EEE5115B-CAE8-F943-B4E4-FAB5123A0074}">
      <dgm:prSet/>
      <dgm:spPr/>
      <dgm:t>
        <a:bodyPr/>
        <a:lstStyle/>
        <a:p>
          <a:pPr rtl="0"/>
          <a:r>
            <a:rPr lang="en-US" dirty="0"/>
            <a:t>Data transferred from processor to memory or from memory to processor</a:t>
          </a:r>
        </a:p>
      </dgm:t>
    </dgm:pt>
    <dgm:pt modelId="{50C51EF7-6C94-2046-ADE5-B05CFA8A0530}" type="parTrans" cxnId="{14FDE135-B5B1-8240-AEDD-0AE23E9DA95B}">
      <dgm:prSet/>
      <dgm:spPr/>
      <dgm:t>
        <a:bodyPr/>
        <a:lstStyle/>
        <a:p>
          <a:endParaRPr lang="en-US"/>
        </a:p>
      </dgm:t>
    </dgm:pt>
    <dgm:pt modelId="{EB062087-83E8-AB41-8E7A-61547385DD55}" type="sibTrans" cxnId="{14FDE135-B5B1-8240-AEDD-0AE23E9DA95B}">
      <dgm:prSet/>
      <dgm:spPr/>
      <dgm:t>
        <a:bodyPr/>
        <a:lstStyle/>
        <a:p>
          <a:endParaRPr lang="en-US"/>
        </a:p>
      </dgm:t>
    </dgm:pt>
    <dgm:pt modelId="{0D06A67A-239C-4541-B776-902577A3BA9C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Processor-I/O</a:t>
          </a:r>
        </a:p>
      </dgm:t>
    </dgm:pt>
    <dgm:pt modelId="{E8D1500D-6A73-B14F-926C-5FE54BE4FC8A}" type="parTrans" cxnId="{0A8EBB19-9CA3-5D46-AFCD-AC613E474FC1}">
      <dgm:prSet/>
      <dgm:spPr/>
      <dgm:t>
        <a:bodyPr/>
        <a:lstStyle/>
        <a:p>
          <a:endParaRPr lang="en-US"/>
        </a:p>
      </dgm:t>
    </dgm:pt>
    <dgm:pt modelId="{1344C26F-76F2-EE40-A2B1-098B333ECB1C}" type="sibTrans" cxnId="{0A8EBB19-9CA3-5D46-AFCD-AC613E474FC1}">
      <dgm:prSet/>
      <dgm:spPr/>
      <dgm:t>
        <a:bodyPr/>
        <a:lstStyle/>
        <a:p>
          <a:endParaRPr lang="en-US"/>
        </a:p>
      </dgm:t>
    </dgm:pt>
    <dgm:pt modelId="{56D2CB20-CC23-684C-8655-4FCB8BAFA7DF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Data transferred to or from a peripheral device by transferring between the processor and an I/O module</a:t>
          </a:r>
        </a:p>
      </dgm:t>
    </dgm:pt>
    <dgm:pt modelId="{D1EC88C1-1B69-C946-9C46-710D2096DC36}" type="parTrans" cxnId="{8723855A-E2BC-C94B-8522-BE11665067CA}">
      <dgm:prSet/>
      <dgm:spPr/>
      <dgm:t>
        <a:bodyPr/>
        <a:lstStyle/>
        <a:p>
          <a:endParaRPr lang="en-US"/>
        </a:p>
      </dgm:t>
    </dgm:pt>
    <dgm:pt modelId="{68D8C48D-7182-1F4E-B0A7-8DB708B516A4}" type="sibTrans" cxnId="{8723855A-E2BC-C94B-8522-BE11665067CA}">
      <dgm:prSet/>
      <dgm:spPr/>
      <dgm:t>
        <a:bodyPr/>
        <a:lstStyle/>
        <a:p>
          <a:endParaRPr lang="en-US"/>
        </a:p>
      </dgm:t>
    </dgm:pt>
    <dgm:pt modelId="{371D24A7-74FB-C64E-AE86-03FDE598AB8E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processing</a:t>
          </a:r>
        </a:p>
      </dgm:t>
    </dgm:pt>
    <dgm:pt modelId="{53A34056-48B4-CF4F-BFD9-1BB52C6A56BD}" type="parTrans" cxnId="{0F7B225B-C084-404B-AD8B-4E32ABB6236C}">
      <dgm:prSet/>
      <dgm:spPr/>
      <dgm:t>
        <a:bodyPr/>
        <a:lstStyle/>
        <a:p>
          <a:endParaRPr lang="en-US"/>
        </a:p>
      </dgm:t>
    </dgm:pt>
    <dgm:pt modelId="{25F33ABD-9E90-ED4E-919C-CB50F038A287}" type="sibTrans" cxnId="{0F7B225B-C084-404B-AD8B-4E32ABB6236C}">
      <dgm:prSet/>
      <dgm:spPr/>
      <dgm:t>
        <a:bodyPr/>
        <a:lstStyle/>
        <a:p>
          <a:endParaRPr lang="en-US"/>
        </a:p>
      </dgm:t>
    </dgm:pt>
    <dgm:pt modelId="{44BDB83A-6BE0-DD4E-B589-C1A1B2EDE82A}">
      <dgm:prSet/>
      <dgm:spPr/>
      <dgm:t>
        <a:bodyPr/>
        <a:lstStyle/>
        <a:p>
          <a:pPr rtl="0"/>
          <a:r>
            <a:rPr lang="en-US" dirty="0"/>
            <a:t>The processor may perform some arithmetic or logic operation on data</a:t>
          </a:r>
        </a:p>
      </dgm:t>
    </dgm:pt>
    <dgm:pt modelId="{80F8BCA0-82FA-784F-941F-E18ADA72A515}" type="parTrans" cxnId="{A2FAD9AF-764F-5143-B9C3-2EF8C4D284C5}">
      <dgm:prSet/>
      <dgm:spPr/>
      <dgm:t>
        <a:bodyPr/>
        <a:lstStyle/>
        <a:p>
          <a:endParaRPr lang="en-US"/>
        </a:p>
      </dgm:t>
    </dgm:pt>
    <dgm:pt modelId="{1DD51B85-640F-1643-80A3-FABC197F162E}" type="sibTrans" cxnId="{A2FAD9AF-764F-5143-B9C3-2EF8C4D284C5}">
      <dgm:prSet/>
      <dgm:spPr/>
      <dgm:t>
        <a:bodyPr/>
        <a:lstStyle/>
        <a:p>
          <a:endParaRPr lang="en-US"/>
        </a:p>
      </dgm:t>
    </dgm:pt>
    <dgm:pt modelId="{56085E4A-5C29-A540-9D55-CE6E6A2B5B2E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</a:t>
          </a:r>
        </a:p>
      </dgm:t>
    </dgm:pt>
    <dgm:pt modelId="{A637F62E-2D5C-E54E-8B78-FEAD86CB3753}" type="parTrans" cxnId="{F313EC13-9057-0E4D-9D7F-5D02C16A1D99}">
      <dgm:prSet/>
      <dgm:spPr/>
      <dgm:t>
        <a:bodyPr/>
        <a:lstStyle/>
        <a:p>
          <a:endParaRPr lang="en-US"/>
        </a:p>
      </dgm:t>
    </dgm:pt>
    <dgm:pt modelId="{D962EBAF-0CCA-254F-97AB-4B5A6327D6E3}" type="sibTrans" cxnId="{F313EC13-9057-0E4D-9D7F-5D02C16A1D99}">
      <dgm:prSet/>
      <dgm:spPr/>
      <dgm:t>
        <a:bodyPr/>
        <a:lstStyle/>
        <a:p>
          <a:endParaRPr lang="en-US"/>
        </a:p>
      </dgm:t>
    </dgm:pt>
    <dgm:pt modelId="{95800EDA-E360-9B46-86CD-A41851E5E674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An instruction may specify that the sequence of execution be altered</a:t>
          </a:r>
        </a:p>
      </dgm:t>
    </dgm:pt>
    <dgm:pt modelId="{72731113-6F18-964E-8503-BCF66C911230}" type="parTrans" cxnId="{C6046B50-61C0-1044-B1C1-B45E94873634}">
      <dgm:prSet/>
      <dgm:spPr/>
      <dgm:t>
        <a:bodyPr/>
        <a:lstStyle/>
        <a:p>
          <a:endParaRPr lang="en-US"/>
        </a:p>
      </dgm:t>
    </dgm:pt>
    <dgm:pt modelId="{866AF356-E9F9-0744-A7E2-B0A0AA159C9C}" type="sibTrans" cxnId="{C6046B50-61C0-1044-B1C1-B45E94873634}">
      <dgm:prSet/>
      <dgm:spPr/>
      <dgm:t>
        <a:bodyPr/>
        <a:lstStyle/>
        <a:p>
          <a:endParaRPr lang="en-US"/>
        </a:p>
      </dgm:t>
    </dgm:pt>
    <dgm:pt modelId="{B6D267FD-09DA-104F-871C-15256C7ADB06}" type="pres">
      <dgm:prSet presAssocID="{1C91299F-D68C-9C4C-8BF1-0C6C2FB8035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93853970-7B39-A749-B247-29573B129C76}" type="pres">
      <dgm:prSet presAssocID="{1C91299F-D68C-9C4C-8BF1-0C6C2FB8035E}" presName="children" presStyleCnt="0"/>
      <dgm:spPr/>
    </dgm:pt>
    <dgm:pt modelId="{D0A02F44-6D2D-E146-BE0D-6F1132160A42}" type="pres">
      <dgm:prSet presAssocID="{1C91299F-D68C-9C4C-8BF1-0C6C2FB8035E}" presName="child1group" presStyleCnt="0"/>
      <dgm:spPr/>
    </dgm:pt>
    <dgm:pt modelId="{9F8AAC68-863D-194A-94BC-958615861BE8}" type="pres">
      <dgm:prSet presAssocID="{1C91299F-D68C-9C4C-8BF1-0C6C2FB8035E}" presName="child1" presStyleLbl="bgAcc1" presStyleIdx="0" presStyleCnt="4"/>
      <dgm:spPr/>
    </dgm:pt>
    <dgm:pt modelId="{05AADD49-61D9-8140-AE00-C44A70E0E84F}" type="pres">
      <dgm:prSet presAssocID="{1C91299F-D68C-9C4C-8BF1-0C6C2FB8035E}" presName="child1Text" presStyleLbl="bgAcc1" presStyleIdx="0" presStyleCnt="4">
        <dgm:presLayoutVars>
          <dgm:bulletEnabled val="1"/>
        </dgm:presLayoutVars>
      </dgm:prSet>
      <dgm:spPr/>
    </dgm:pt>
    <dgm:pt modelId="{62F450E4-2274-264B-BC72-058FC73AD90A}" type="pres">
      <dgm:prSet presAssocID="{1C91299F-D68C-9C4C-8BF1-0C6C2FB8035E}" presName="child2group" presStyleCnt="0"/>
      <dgm:spPr/>
    </dgm:pt>
    <dgm:pt modelId="{FA7231E4-FE93-2E44-B26F-43C0B0662DE3}" type="pres">
      <dgm:prSet presAssocID="{1C91299F-D68C-9C4C-8BF1-0C6C2FB8035E}" presName="child2" presStyleLbl="bgAcc1" presStyleIdx="1" presStyleCnt="4"/>
      <dgm:spPr/>
    </dgm:pt>
    <dgm:pt modelId="{BD2ACE57-62A0-C64E-BB52-93C7869D86BC}" type="pres">
      <dgm:prSet presAssocID="{1C91299F-D68C-9C4C-8BF1-0C6C2FB8035E}" presName="child2Text" presStyleLbl="bgAcc1" presStyleIdx="1" presStyleCnt="4">
        <dgm:presLayoutVars>
          <dgm:bulletEnabled val="1"/>
        </dgm:presLayoutVars>
      </dgm:prSet>
      <dgm:spPr/>
    </dgm:pt>
    <dgm:pt modelId="{55FC0761-B9D6-4B46-BF3A-053217CC174B}" type="pres">
      <dgm:prSet presAssocID="{1C91299F-D68C-9C4C-8BF1-0C6C2FB8035E}" presName="child3group" presStyleCnt="0"/>
      <dgm:spPr/>
    </dgm:pt>
    <dgm:pt modelId="{D4B4A3D9-04BB-FF44-A8A8-6AB4DC697EE2}" type="pres">
      <dgm:prSet presAssocID="{1C91299F-D68C-9C4C-8BF1-0C6C2FB8035E}" presName="child3" presStyleLbl="bgAcc1" presStyleIdx="2" presStyleCnt="4" custLinFactNeighborX="9209" custLinFactNeighborY="2052"/>
      <dgm:spPr/>
    </dgm:pt>
    <dgm:pt modelId="{E542AEEC-33F8-D74A-9237-79BE96E8F29F}" type="pres">
      <dgm:prSet presAssocID="{1C91299F-D68C-9C4C-8BF1-0C6C2FB8035E}" presName="child3Text" presStyleLbl="bgAcc1" presStyleIdx="2" presStyleCnt="4">
        <dgm:presLayoutVars>
          <dgm:bulletEnabled val="1"/>
        </dgm:presLayoutVars>
      </dgm:prSet>
      <dgm:spPr/>
    </dgm:pt>
    <dgm:pt modelId="{6B38CA4B-4999-B548-B216-AD0083C90448}" type="pres">
      <dgm:prSet presAssocID="{1C91299F-D68C-9C4C-8BF1-0C6C2FB8035E}" presName="child4group" presStyleCnt="0"/>
      <dgm:spPr/>
    </dgm:pt>
    <dgm:pt modelId="{2776F45E-5FC5-CA43-9A50-D05A48CD1AFA}" type="pres">
      <dgm:prSet presAssocID="{1C91299F-D68C-9C4C-8BF1-0C6C2FB8035E}" presName="child4" presStyleLbl="bgAcc1" presStyleIdx="3" presStyleCnt="4"/>
      <dgm:spPr/>
    </dgm:pt>
    <dgm:pt modelId="{D6C3FA06-5991-2B4C-B5E5-5702BC1D6275}" type="pres">
      <dgm:prSet presAssocID="{1C91299F-D68C-9C4C-8BF1-0C6C2FB8035E}" presName="child4Text" presStyleLbl="bgAcc1" presStyleIdx="3" presStyleCnt="4">
        <dgm:presLayoutVars>
          <dgm:bulletEnabled val="1"/>
        </dgm:presLayoutVars>
      </dgm:prSet>
      <dgm:spPr/>
    </dgm:pt>
    <dgm:pt modelId="{B415FCCA-89C1-9341-AC53-0F0BCC825EF9}" type="pres">
      <dgm:prSet presAssocID="{1C91299F-D68C-9C4C-8BF1-0C6C2FB8035E}" presName="childPlaceholder" presStyleCnt="0"/>
      <dgm:spPr/>
    </dgm:pt>
    <dgm:pt modelId="{1DFE690F-4A75-9A42-807D-CD4EAFA70E3B}" type="pres">
      <dgm:prSet presAssocID="{1C91299F-D68C-9C4C-8BF1-0C6C2FB8035E}" presName="circle" presStyleCnt="0"/>
      <dgm:spPr/>
    </dgm:pt>
    <dgm:pt modelId="{31728101-0A4A-C148-9CC0-7B417D851487}" type="pres">
      <dgm:prSet presAssocID="{1C91299F-D68C-9C4C-8BF1-0C6C2FB8035E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FB9FD6F2-BE77-E846-84E9-9675E89A206D}" type="pres">
      <dgm:prSet presAssocID="{1C91299F-D68C-9C4C-8BF1-0C6C2FB8035E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255D29E-98A3-2841-959C-001A2E7769D2}" type="pres">
      <dgm:prSet presAssocID="{1C91299F-D68C-9C4C-8BF1-0C6C2FB8035E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AB84E314-BABC-734B-A008-40716B08F420}" type="pres">
      <dgm:prSet presAssocID="{1C91299F-D68C-9C4C-8BF1-0C6C2FB8035E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64B9AD24-1873-5F4F-8C9E-25478E85FA2F}" type="pres">
      <dgm:prSet presAssocID="{1C91299F-D68C-9C4C-8BF1-0C6C2FB8035E}" presName="quadrantPlaceholder" presStyleCnt="0"/>
      <dgm:spPr/>
    </dgm:pt>
    <dgm:pt modelId="{860CA274-597B-3442-8D13-FB3B68E98947}" type="pres">
      <dgm:prSet presAssocID="{1C91299F-D68C-9C4C-8BF1-0C6C2FB8035E}" presName="center1" presStyleLbl="fgShp" presStyleIdx="0" presStyleCnt="2"/>
      <dgm:spPr>
        <a:solidFill>
          <a:schemeClr val="accent4"/>
        </a:solidFill>
      </dgm:spPr>
    </dgm:pt>
    <dgm:pt modelId="{49BA8253-F2D2-2C49-AA5B-CEAA3BE354E5}" type="pres">
      <dgm:prSet presAssocID="{1C91299F-D68C-9C4C-8BF1-0C6C2FB8035E}" presName="center2" presStyleLbl="fgShp" presStyleIdx="1" presStyleCnt="2"/>
      <dgm:spPr>
        <a:solidFill>
          <a:schemeClr val="accent4"/>
        </a:solidFill>
      </dgm:spPr>
    </dgm:pt>
  </dgm:ptLst>
  <dgm:cxnLst>
    <dgm:cxn modelId="{7A752305-7C80-1540-B2FB-727220A5B12C}" type="presOf" srcId="{1C91299F-D68C-9C4C-8BF1-0C6C2FB8035E}" destId="{B6D267FD-09DA-104F-871C-15256C7ADB06}" srcOrd="0" destOrd="0" presId="urn:microsoft.com/office/officeart/2005/8/layout/cycle4#2"/>
    <dgm:cxn modelId="{8C407C0D-A9D8-5D44-8231-9DD120B1B0D3}" type="presOf" srcId="{0D06A67A-239C-4541-B776-902577A3BA9C}" destId="{FB9FD6F2-BE77-E846-84E9-9675E89A206D}" srcOrd="0" destOrd="0" presId="urn:microsoft.com/office/officeart/2005/8/layout/cycle4#2"/>
    <dgm:cxn modelId="{BFE4660F-2DB8-B74F-8891-6433CE762F5F}" type="presOf" srcId="{EEE5115B-CAE8-F943-B4E4-FAB5123A0074}" destId="{9F8AAC68-863D-194A-94BC-958615861BE8}" srcOrd="0" destOrd="0" presId="urn:microsoft.com/office/officeart/2005/8/layout/cycle4#2"/>
    <dgm:cxn modelId="{F313EC13-9057-0E4D-9D7F-5D02C16A1D99}" srcId="{1C91299F-D68C-9C4C-8BF1-0C6C2FB8035E}" destId="{56085E4A-5C29-A540-9D55-CE6E6A2B5B2E}" srcOrd="3" destOrd="0" parTransId="{A637F62E-2D5C-E54E-8B78-FEAD86CB3753}" sibTransId="{D962EBAF-0CCA-254F-97AB-4B5A6327D6E3}"/>
    <dgm:cxn modelId="{93F16417-D8E9-1940-B69E-8EF2DD406196}" type="presOf" srcId="{371D24A7-74FB-C64E-AE86-03FDE598AB8E}" destId="{2255D29E-98A3-2841-959C-001A2E7769D2}" srcOrd="0" destOrd="0" presId="urn:microsoft.com/office/officeart/2005/8/layout/cycle4#2"/>
    <dgm:cxn modelId="{0A8EBB19-9CA3-5D46-AFCD-AC613E474FC1}" srcId="{1C91299F-D68C-9C4C-8BF1-0C6C2FB8035E}" destId="{0D06A67A-239C-4541-B776-902577A3BA9C}" srcOrd="1" destOrd="0" parTransId="{E8D1500D-6A73-B14F-926C-5FE54BE4FC8A}" sibTransId="{1344C26F-76F2-EE40-A2B1-098B333ECB1C}"/>
    <dgm:cxn modelId="{14FDE135-B5B1-8240-AEDD-0AE23E9DA95B}" srcId="{A9CC95F7-454C-2046-A231-E04268ABBD1D}" destId="{EEE5115B-CAE8-F943-B4E4-FAB5123A0074}" srcOrd="0" destOrd="0" parTransId="{50C51EF7-6C94-2046-ADE5-B05CFA8A0530}" sibTransId="{EB062087-83E8-AB41-8E7A-61547385DD55}"/>
    <dgm:cxn modelId="{0F7B225B-C084-404B-AD8B-4E32ABB6236C}" srcId="{1C91299F-D68C-9C4C-8BF1-0C6C2FB8035E}" destId="{371D24A7-74FB-C64E-AE86-03FDE598AB8E}" srcOrd="2" destOrd="0" parTransId="{53A34056-48B4-CF4F-BFD9-1BB52C6A56BD}" sibTransId="{25F33ABD-9E90-ED4E-919C-CB50F038A287}"/>
    <dgm:cxn modelId="{63914F5F-66B2-1846-844E-799A0D829B25}" type="presOf" srcId="{56D2CB20-CC23-684C-8655-4FCB8BAFA7DF}" destId="{FA7231E4-FE93-2E44-B26F-43C0B0662DE3}" srcOrd="0" destOrd="0" presId="urn:microsoft.com/office/officeart/2005/8/layout/cycle4#2"/>
    <dgm:cxn modelId="{DA1C0643-D727-504B-BAC7-92AB1BFCC012}" type="presOf" srcId="{44BDB83A-6BE0-DD4E-B589-C1A1B2EDE82A}" destId="{E542AEEC-33F8-D74A-9237-79BE96E8F29F}" srcOrd="1" destOrd="0" presId="urn:microsoft.com/office/officeart/2005/8/layout/cycle4#2"/>
    <dgm:cxn modelId="{C6046B50-61C0-1044-B1C1-B45E94873634}" srcId="{56085E4A-5C29-A540-9D55-CE6E6A2B5B2E}" destId="{95800EDA-E360-9B46-86CD-A41851E5E674}" srcOrd="0" destOrd="0" parTransId="{72731113-6F18-964E-8503-BCF66C911230}" sibTransId="{866AF356-E9F9-0744-A7E2-B0A0AA159C9C}"/>
    <dgm:cxn modelId="{698FE556-5753-D842-882A-5B10CD47477D}" type="presOf" srcId="{95800EDA-E360-9B46-86CD-A41851E5E674}" destId="{2776F45E-5FC5-CA43-9A50-D05A48CD1AFA}" srcOrd="0" destOrd="0" presId="urn:microsoft.com/office/officeart/2005/8/layout/cycle4#2"/>
    <dgm:cxn modelId="{8723855A-E2BC-C94B-8522-BE11665067CA}" srcId="{0D06A67A-239C-4541-B776-902577A3BA9C}" destId="{56D2CB20-CC23-684C-8655-4FCB8BAFA7DF}" srcOrd="0" destOrd="0" parTransId="{D1EC88C1-1B69-C946-9C46-710D2096DC36}" sibTransId="{68D8C48D-7182-1F4E-B0A7-8DB708B516A4}"/>
    <dgm:cxn modelId="{B73B7B97-AFED-5144-9C3A-16AA136C6B7E}" type="presOf" srcId="{44BDB83A-6BE0-DD4E-B589-C1A1B2EDE82A}" destId="{D4B4A3D9-04BB-FF44-A8A8-6AB4DC697EE2}" srcOrd="0" destOrd="0" presId="urn:microsoft.com/office/officeart/2005/8/layout/cycle4#2"/>
    <dgm:cxn modelId="{20BDF09A-E0B2-4543-B281-CB966D66564E}" type="presOf" srcId="{95800EDA-E360-9B46-86CD-A41851E5E674}" destId="{D6C3FA06-5991-2B4C-B5E5-5702BC1D6275}" srcOrd="1" destOrd="0" presId="urn:microsoft.com/office/officeart/2005/8/layout/cycle4#2"/>
    <dgm:cxn modelId="{31B9ED9B-7E55-4640-9FE3-F35FF6AA3F06}" type="presOf" srcId="{56085E4A-5C29-A540-9D55-CE6E6A2B5B2E}" destId="{AB84E314-BABC-734B-A008-40716B08F420}" srcOrd="0" destOrd="0" presId="urn:microsoft.com/office/officeart/2005/8/layout/cycle4#2"/>
    <dgm:cxn modelId="{EFA092A0-7623-D548-B96D-1FFA3F09A22A}" type="presOf" srcId="{A9CC95F7-454C-2046-A231-E04268ABBD1D}" destId="{31728101-0A4A-C148-9CC0-7B417D851487}" srcOrd="0" destOrd="0" presId="urn:microsoft.com/office/officeart/2005/8/layout/cycle4#2"/>
    <dgm:cxn modelId="{A2FAD9AF-764F-5143-B9C3-2EF8C4D284C5}" srcId="{371D24A7-74FB-C64E-AE86-03FDE598AB8E}" destId="{44BDB83A-6BE0-DD4E-B589-C1A1B2EDE82A}" srcOrd="0" destOrd="0" parTransId="{80F8BCA0-82FA-784F-941F-E18ADA72A515}" sibTransId="{1DD51B85-640F-1643-80A3-FABC197F162E}"/>
    <dgm:cxn modelId="{4A106DB6-1D01-0946-AFF9-38C9D01BE88C}" type="presOf" srcId="{EEE5115B-CAE8-F943-B4E4-FAB5123A0074}" destId="{05AADD49-61D9-8140-AE00-C44A70E0E84F}" srcOrd="1" destOrd="0" presId="urn:microsoft.com/office/officeart/2005/8/layout/cycle4#2"/>
    <dgm:cxn modelId="{501121C3-D5BC-1B46-8445-2992FCAD6F21}" type="presOf" srcId="{56D2CB20-CC23-684C-8655-4FCB8BAFA7DF}" destId="{BD2ACE57-62A0-C64E-BB52-93C7869D86BC}" srcOrd="1" destOrd="0" presId="urn:microsoft.com/office/officeart/2005/8/layout/cycle4#2"/>
    <dgm:cxn modelId="{542E33C4-52BB-0A49-AA11-19C513F64A6B}" srcId="{1C91299F-D68C-9C4C-8BF1-0C6C2FB8035E}" destId="{A9CC95F7-454C-2046-A231-E04268ABBD1D}" srcOrd="0" destOrd="0" parTransId="{C2E1FA3B-86A7-A048-B00E-2B932655B605}" sibTransId="{489961BB-0415-1F45-99AA-4CB69D109E4E}"/>
    <dgm:cxn modelId="{7E3A6DC6-77E7-2440-B499-99834709B54B}" type="presParOf" srcId="{B6D267FD-09DA-104F-871C-15256C7ADB06}" destId="{93853970-7B39-A749-B247-29573B129C76}" srcOrd="0" destOrd="0" presId="urn:microsoft.com/office/officeart/2005/8/layout/cycle4#2"/>
    <dgm:cxn modelId="{B7AA9606-93C3-E147-8880-EB6D3609674E}" type="presParOf" srcId="{93853970-7B39-A749-B247-29573B129C76}" destId="{D0A02F44-6D2D-E146-BE0D-6F1132160A42}" srcOrd="0" destOrd="0" presId="urn:microsoft.com/office/officeart/2005/8/layout/cycle4#2"/>
    <dgm:cxn modelId="{B14593DA-62A3-F947-9E3D-6ACCFF641C8B}" type="presParOf" srcId="{D0A02F44-6D2D-E146-BE0D-6F1132160A42}" destId="{9F8AAC68-863D-194A-94BC-958615861BE8}" srcOrd="0" destOrd="0" presId="urn:microsoft.com/office/officeart/2005/8/layout/cycle4#2"/>
    <dgm:cxn modelId="{69247437-B2E1-864E-8723-F68430045C8A}" type="presParOf" srcId="{D0A02F44-6D2D-E146-BE0D-6F1132160A42}" destId="{05AADD49-61D9-8140-AE00-C44A70E0E84F}" srcOrd="1" destOrd="0" presId="urn:microsoft.com/office/officeart/2005/8/layout/cycle4#2"/>
    <dgm:cxn modelId="{0382EC10-B2BD-0C4C-95B7-6BE9AD7191CE}" type="presParOf" srcId="{93853970-7B39-A749-B247-29573B129C76}" destId="{62F450E4-2274-264B-BC72-058FC73AD90A}" srcOrd="1" destOrd="0" presId="urn:microsoft.com/office/officeart/2005/8/layout/cycle4#2"/>
    <dgm:cxn modelId="{5D84A803-F0BA-5E4A-A99B-B5404A7ADDE8}" type="presParOf" srcId="{62F450E4-2274-264B-BC72-058FC73AD90A}" destId="{FA7231E4-FE93-2E44-B26F-43C0B0662DE3}" srcOrd="0" destOrd="0" presId="urn:microsoft.com/office/officeart/2005/8/layout/cycle4#2"/>
    <dgm:cxn modelId="{E0651100-2B89-DF48-B4DC-844BE4FAD89E}" type="presParOf" srcId="{62F450E4-2274-264B-BC72-058FC73AD90A}" destId="{BD2ACE57-62A0-C64E-BB52-93C7869D86BC}" srcOrd="1" destOrd="0" presId="urn:microsoft.com/office/officeart/2005/8/layout/cycle4#2"/>
    <dgm:cxn modelId="{9BDFB4DA-BCDD-A94D-A8F8-93BFCB4411EA}" type="presParOf" srcId="{93853970-7B39-A749-B247-29573B129C76}" destId="{55FC0761-B9D6-4B46-BF3A-053217CC174B}" srcOrd="2" destOrd="0" presId="urn:microsoft.com/office/officeart/2005/8/layout/cycle4#2"/>
    <dgm:cxn modelId="{FD2EA69E-66B0-4E45-8691-C8AF95A840D7}" type="presParOf" srcId="{55FC0761-B9D6-4B46-BF3A-053217CC174B}" destId="{D4B4A3D9-04BB-FF44-A8A8-6AB4DC697EE2}" srcOrd="0" destOrd="0" presId="urn:microsoft.com/office/officeart/2005/8/layout/cycle4#2"/>
    <dgm:cxn modelId="{9313B752-6E89-0540-BA5B-2C0D7D9F644E}" type="presParOf" srcId="{55FC0761-B9D6-4B46-BF3A-053217CC174B}" destId="{E542AEEC-33F8-D74A-9237-79BE96E8F29F}" srcOrd="1" destOrd="0" presId="urn:microsoft.com/office/officeart/2005/8/layout/cycle4#2"/>
    <dgm:cxn modelId="{61CA8A5D-3B1E-194F-BE93-01C4C9D216B0}" type="presParOf" srcId="{93853970-7B39-A749-B247-29573B129C76}" destId="{6B38CA4B-4999-B548-B216-AD0083C90448}" srcOrd="3" destOrd="0" presId="urn:microsoft.com/office/officeart/2005/8/layout/cycle4#2"/>
    <dgm:cxn modelId="{88CFFE6F-C36E-224D-9ACC-4E5BA098D6FB}" type="presParOf" srcId="{6B38CA4B-4999-B548-B216-AD0083C90448}" destId="{2776F45E-5FC5-CA43-9A50-D05A48CD1AFA}" srcOrd="0" destOrd="0" presId="urn:microsoft.com/office/officeart/2005/8/layout/cycle4#2"/>
    <dgm:cxn modelId="{28A2609F-2899-EA4C-B00E-15BE69EAECBA}" type="presParOf" srcId="{6B38CA4B-4999-B548-B216-AD0083C90448}" destId="{D6C3FA06-5991-2B4C-B5E5-5702BC1D6275}" srcOrd="1" destOrd="0" presId="urn:microsoft.com/office/officeart/2005/8/layout/cycle4#2"/>
    <dgm:cxn modelId="{472D821B-10C0-7849-B5CD-7409CCEEC401}" type="presParOf" srcId="{93853970-7B39-A749-B247-29573B129C76}" destId="{B415FCCA-89C1-9341-AC53-0F0BCC825EF9}" srcOrd="4" destOrd="0" presId="urn:microsoft.com/office/officeart/2005/8/layout/cycle4#2"/>
    <dgm:cxn modelId="{B41E98BE-2839-ED47-ADB1-2B471CC3D271}" type="presParOf" srcId="{B6D267FD-09DA-104F-871C-15256C7ADB06}" destId="{1DFE690F-4A75-9A42-807D-CD4EAFA70E3B}" srcOrd="1" destOrd="0" presId="urn:microsoft.com/office/officeart/2005/8/layout/cycle4#2"/>
    <dgm:cxn modelId="{5A174453-2D33-6C40-BE9D-BDDF37A844EA}" type="presParOf" srcId="{1DFE690F-4A75-9A42-807D-CD4EAFA70E3B}" destId="{31728101-0A4A-C148-9CC0-7B417D851487}" srcOrd="0" destOrd="0" presId="urn:microsoft.com/office/officeart/2005/8/layout/cycle4#2"/>
    <dgm:cxn modelId="{E455D0BB-999A-E347-951C-F20A59E979E6}" type="presParOf" srcId="{1DFE690F-4A75-9A42-807D-CD4EAFA70E3B}" destId="{FB9FD6F2-BE77-E846-84E9-9675E89A206D}" srcOrd="1" destOrd="0" presId="urn:microsoft.com/office/officeart/2005/8/layout/cycle4#2"/>
    <dgm:cxn modelId="{E7741AB5-AF72-4148-98C6-275779DA5AF4}" type="presParOf" srcId="{1DFE690F-4A75-9A42-807D-CD4EAFA70E3B}" destId="{2255D29E-98A3-2841-959C-001A2E7769D2}" srcOrd="2" destOrd="0" presId="urn:microsoft.com/office/officeart/2005/8/layout/cycle4#2"/>
    <dgm:cxn modelId="{A4383747-58A8-A74B-8503-012016CEF2C8}" type="presParOf" srcId="{1DFE690F-4A75-9A42-807D-CD4EAFA70E3B}" destId="{AB84E314-BABC-734B-A008-40716B08F420}" srcOrd="3" destOrd="0" presId="urn:microsoft.com/office/officeart/2005/8/layout/cycle4#2"/>
    <dgm:cxn modelId="{A5CAA3B4-AA7D-FC48-9D60-150D40C46A40}" type="presParOf" srcId="{1DFE690F-4A75-9A42-807D-CD4EAFA70E3B}" destId="{64B9AD24-1873-5F4F-8C9E-25478E85FA2F}" srcOrd="4" destOrd="0" presId="urn:microsoft.com/office/officeart/2005/8/layout/cycle4#2"/>
    <dgm:cxn modelId="{B56FEBBF-84B8-E848-B121-77178A52560A}" type="presParOf" srcId="{B6D267FD-09DA-104F-871C-15256C7ADB06}" destId="{860CA274-597B-3442-8D13-FB3B68E98947}" srcOrd="2" destOrd="0" presId="urn:microsoft.com/office/officeart/2005/8/layout/cycle4#2"/>
    <dgm:cxn modelId="{BDD6090F-9E61-1A46-B73E-10D24856EEE5}" type="presParOf" srcId="{B6D267FD-09DA-104F-871C-15256C7ADB06}" destId="{49BA8253-F2D2-2C49-AA5B-CEAA3BE354E5}" srcOrd="3" destOrd="0" presId="urn:microsoft.com/office/officeart/2005/8/layout/cycle4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72E376-93AA-7B4D-9885-28AF32E8FCD0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553587-2D3D-FC4F-8137-B6F55B24A175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/>
            <a:t>Memory to processor</a:t>
          </a:r>
        </a:p>
      </dgm:t>
    </dgm:pt>
    <dgm:pt modelId="{AAD6EF3C-7740-3E4C-A83E-96AAE81658CF}" type="parTrans" cxnId="{48C3BE14-FEFF-EF4C-B5C3-740FCA21D859}">
      <dgm:prSet/>
      <dgm:spPr/>
      <dgm:t>
        <a:bodyPr/>
        <a:lstStyle/>
        <a:p>
          <a:endParaRPr lang="en-US"/>
        </a:p>
      </dgm:t>
    </dgm:pt>
    <dgm:pt modelId="{F44BECFC-EFD4-6144-BFA1-E5B06586B633}" type="sibTrans" cxnId="{48C3BE14-FEFF-EF4C-B5C3-740FCA21D859}">
      <dgm:prSet/>
      <dgm:spPr/>
      <dgm:t>
        <a:bodyPr/>
        <a:lstStyle/>
        <a:p>
          <a:endParaRPr lang="en-US"/>
        </a:p>
      </dgm:t>
    </dgm:pt>
    <dgm:pt modelId="{1286E93E-3D4E-5F40-A299-38A73B219078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an instruction or a unit of data from memory</a:t>
          </a:r>
        </a:p>
      </dgm:t>
    </dgm:pt>
    <dgm:pt modelId="{9FE1951F-60F6-EC4C-8351-64E56839097B}" type="parTrans" cxnId="{612D204D-D926-D042-B13D-40DBA5645E6C}">
      <dgm:prSet/>
      <dgm:spPr/>
      <dgm:t>
        <a:bodyPr/>
        <a:lstStyle/>
        <a:p>
          <a:endParaRPr lang="en-US"/>
        </a:p>
      </dgm:t>
    </dgm:pt>
    <dgm:pt modelId="{7C4BBB3D-2E9F-BD46-83A4-82A0B58D05BF}" type="sibTrans" cxnId="{612D204D-D926-D042-B13D-40DBA5645E6C}">
      <dgm:prSet/>
      <dgm:spPr/>
      <dgm:t>
        <a:bodyPr/>
        <a:lstStyle/>
        <a:p>
          <a:endParaRPr lang="en-US"/>
        </a:p>
      </dgm:t>
    </dgm:pt>
    <dgm:pt modelId="{0C55DB15-68B7-6846-9986-2C88DD67F02C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Processor to memory</a:t>
          </a:r>
        </a:p>
      </dgm:t>
    </dgm:pt>
    <dgm:pt modelId="{E374D18C-FC37-7E46-8DF0-A696CFB37577}" type="parTrans" cxnId="{0D583322-4DE0-CC4E-B487-AC695E4BFC69}">
      <dgm:prSet/>
      <dgm:spPr/>
      <dgm:t>
        <a:bodyPr/>
        <a:lstStyle/>
        <a:p>
          <a:endParaRPr lang="en-US"/>
        </a:p>
      </dgm:t>
    </dgm:pt>
    <dgm:pt modelId="{9B873074-9EDC-1343-A88A-19E42D2B3F39}" type="sibTrans" cxnId="{0D583322-4DE0-CC4E-B487-AC695E4BFC69}">
      <dgm:prSet/>
      <dgm:spPr/>
      <dgm:t>
        <a:bodyPr/>
        <a:lstStyle/>
        <a:p>
          <a:endParaRPr lang="en-US"/>
        </a:p>
      </dgm:t>
    </dgm:pt>
    <dgm:pt modelId="{7274456E-D11E-6E42-89C9-E7036B04E061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writes a unit of data to memory</a:t>
          </a:r>
        </a:p>
      </dgm:t>
    </dgm:pt>
    <dgm:pt modelId="{501B6CF1-4DE8-3F49-AB1D-2F9B7194EB7E}" type="parTrans" cxnId="{DFED623F-B037-6444-B390-3F382C5107D2}">
      <dgm:prSet/>
      <dgm:spPr/>
      <dgm:t>
        <a:bodyPr/>
        <a:lstStyle/>
        <a:p>
          <a:endParaRPr lang="en-US"/>
        </a:p>
      </dgm:t>
    </dgm:pt>
    <dgm:pt modelId="{3307B062-95DF-224B-B5BB-2B07AB821E42}" type="sibTrans" cxnId="{DFED623F-B037-6444-B390-3F382C5107D2}">
      <dgm:prSet/>
      <dgm:spPr/>
      <dgm:t>
        <a:bodyPr/>
        <a:lstStyle/>
        <a:p>
          <a:endParaRPr lang="en-US"/>
        </a:p>
      </dgm:t>
    </dgm:pt>
    <dgm:pt modelId="{64B1C973-0182-0343-888C-8B1FBF55A968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/>
            <a:t>I/O to processor</a:t>
          </a:r>
        </a:p>
      </dgm:t>
    </dgm:pt>
    <dgm:pt modelId="{29B41521-B914-FE40-BFC4-CAEE5D6536A5}" type="parTrans" cxnId="{5EF088D2-139E-D64C-AF0A-EFC14442FA86}">
      <dgm:prSet/>
      <dgm:spPr/>
      <dgm:t>
        <a:bodyPr/>
        <a:lstStyle/>
        <a:p>
          <a:endParaRPr lang="en-US"/>
        </a:p>
      </dgm:t>
    </dgm:pt>
    <dgm:pt modelId="{3CCCF409-E713-C24A-9553-8A0A256B7D5F}" type="sibTrans" cxnId="{5EF088D2-139E-D64C-AF0A-EFC14442FA86}">
      <dgm:prSet/>
      <dgm:spPr/>
      <dgm:t>
        <a:bodyPr/>
        <a:lstStyle/>
        <a:p>
          <a:endParaRPr lang="en-US"/>
        </a:p>
      </dgm:t>
    </dgm:pt>
    <dgm:pt modelId="{FCC1073E-90D1-2244-BA4B-C9BDAE7018E3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data from an I/O device via an I/O module</a:t>
          </a:r>
        </a:p>
      </dgm:t>
    </dgm:pt>
    <dgm:pt modelId="{9CDE52FE-4CE8-6E4E-8D5D-AD2BB891D809}" type="parTrans" cxnId="{26E63FDE-F8CA-F744-9202-7EAB6142A93F}">
      <dgm:prSet/>
      <dgm:spPr/>
      <dgm:t>
        <a:bodyPr/>
        <a:lstStyle/>
        <a:p>
          <a:endParaRPr lang="en-US"/>
        </a:p>
      </dgm:t>
    </dgm:pt>
    <dgm:pt modelId="{1AF2ABE1-57F2-6E4F-9FA8-1184FBD758E0}" type="sibTrans" cxnId="{26E63FDE-F8CA-F744-9202-7EAB6142A93F}">
      <dgm:prSet/>
      <dgm:spPr/>
      <dgm:t>
        <a:bodyPr/>
        <a:lstStyle/>
        <a:p>
          <a:endParaRPr lang="en-US"/>
        </a:p>
      </dgm:t>
    </dgm:pt>
    <dgm:pt modelId="{D2A707C6-0E91-8144-BDBE-B55204826D27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Processor to I/O</a:t>
          </a:r>
        </a:p>
      </dgm:t>
    </dgm:pt>
    <dgm:pt modelId="{F2E9205F-8629-7249-BCF1-197AF3DD5861}" type="parTrans" cxnId="{E78FCCE1-04E2-024E-9737-77B681D614D0}">
      <dgm:prSet/>
      <dgm:spPr/>
      <dgm:t>
        <a:bodyPr/>
        <a:lstStyle/>
        <a:p>
          <a:endParaRPr lang="en-US"/>
        </a:p>
      </dgm:t>
    </dgm:pt>
    <dgm:pt modelId="{82697742-FE9D-0645-B374-E12FBC7CB575}" type="sibTrans" cxnId="{E78FCCE1-04E2-024E-9737-77B681D614D0}">
      <dgm:prSet/>
      <dgm:spPr/>
      <dgm:t>
        <a:bodyPr/>
        <a:lstStyle/>
        <a:p>
          <a:endParaRPr lang="en-US"/>
        </a:p>
      </dgm:t>
    </dgm:pt>
    <dgm:pt modelId="{AB810B26-0B0A-0E46-AEA9-22C9541B3480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sends data to the I/O device</a:t>
          </a:r>
        </a:p>
      </dgm:t>
    </dgm:pt>
    <dgm:pt modelId="{C6F50772-FD02-2F41-AC4A-C94C4D20B33B}" type="parTrans" cxnId="{C2E4A999-F670-7844-AB7B-5D560AC7F999}">
      <dgm:prSet/>
      <dgm:spPr/>
      <dgm:t>
        <a:bodyPr/>
        <a:lstStyle/>
        <a:p>
          <a:endParaRPr lang="en-US"/>
        </a:p>
      </dgm:t>
    </dgm:pt>
    <dgm:pt modelId="{F979FD07-152C-E642-B13E-D867E2DE64FE}" type="sibTrans" cxnId="{C2E4A999-F670-7844-AB7B-5D560AC7F999}">
      <dgm:prSet/>
      <dgm:spPr/>
      <dgm:t>
        <a:bodyPr/>
        <a:lstStyle/>
        <a:p>
          <a:endParaRPr lang="en-US"/>
        </a:p>
      </dgm:t>
    </dgm:pt>
    <dgm:pt modelId="{CF04471B-2672-AC42-B681-E03987162B5B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/>
            <a:t>I/O to or from memory</a:t>
          </a:r>
        </a:p>
      </dgm:t>
    </dgm:pt>
    <dgm:pt modelId="{EF65FC60-47DB-9B46-88F0-A9E6650944D0}" type="parTrans" cxnId="{FAA575A3-5FB5-D84C-9157-CA9DEBAD93A2}">
      <dgm:prSet/>
      <dgm:spPr/>
      <dgm:t>
        <a:bodyPr/>
        <a:lstStyle/>
        <a:p>
          <a:endParaRPr lang="en-US"/>
        </a:p>
      </dgm:t>
    </dgm:pt>
    <dgm:pt modelId="{69F0FA8E-F017-6440-81D5-65A27BC7301E}" type="sibTrans" cxnId="{FAA575A3-5FB5-D84C-9157-CA9DEBAD93A2}">
      <dgm:prSet/>
      <dgm:spPr/>
      <dgm:t>
        <a:bodyPr/>
        <a:lstStyle/>
        <a:p>
          <a:endParaRPr lang="en-US"/>
        </a:p>
      </dgm:t>
    </dgm:pt>
    <dgm:pt modelId="{8E2A642D-4705-AF49-BAD9-9130601CC302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I/O module is allowed to exchange data directly with memory without going through the processor </a:t>
          </a:r>
          <a:r>
            <a:rPr lang="en-GB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using direct memory access</a:t>
          </a:r>
          <a:endParaRPr lang="en-GB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1BC13E-6945-CA4C-9A70-4B416793648F}" type="parTrans" cxnId="{D79828F9-EC04-5C41-91BE-8534BE9D90DC}">
      <dgm:prSet/>
      <dgm:spPr/>
      <dgm:t>
        <a:bodyPr/>
        <a:lstStyle/>
        <a:p>
          <a:endParaRPr lang="en-US"/>
        </a:p>
      </dgm:t>
    </dgm:pt>
    <dgm:pt modelId="{F069093E-8665-E844-8AAB-E7FBF4EB7830}" type="sibTrans" cxnId="{D79828F9-EC04-5C41-91BE-8534BE9D90DC}">
      <dgm:prSet/>
      <dgm:spPr/>
      <dgm:t>
        <a:bodyPr/>
        <a:lstStyle/>
        <a:p>
          <a:endParaRPr lang="en-US"/>
        </a:p>
      </dgm:t>
    </dgm:pt>
    <dgm:pt modelId="{E71AEFF5-B35F-3E4F-9A69-85A29FBB056F}" type="pres">
      <dgm:prSet presAssocID="{BA72E376-93AA-7B4D-9885-28AF32E8FCD0}" presName="theList" presStyleCnt="0">
        <dgm:presLayoutVars>
          <dgm:dir/>
          <dgm:animLvl val="lvl"/>
          <dgm:resizeHandles val="exact"/>
        </dgm:presLayoutVars>
      </dgm:prSet>
      <dgm:spPr/>
    </dgm:pt>
    <dgm:pt modelId="{D8BE2D59-81BB-2743-800B-6E98E3E455F2}" type="pres">
      <dgm:prSet presAssocID="{17553587-2D3D-FC4F-8137-B6F55B24A175}" presName="compNode" presStyleCnt="0"/>
      <dgm:spPr/>
    </dgm:pt>
    <dgm:pt modelId="{9061850C-66F8-294A-83B1-1E6583C99DE7}" type="pres">
      <dgm:prSet presAssocID="{17553587-2D3D-FC4F-8137-B6F55B24A175}" presName="aNode" presStyleLbl="bgShp" presStyleIdx="0" presStyleCnt="5"/>
      <dgm:spPr/>
    </dgm:pt>
    <dgm:pt modelId="{8D70B0D6-0FC4-4B4B-B3A6-877C0FF37A51}" type="pres">
      <dgm:prSet presAssocID="{17553587-2D3D-FC4F-8137-B6F55B24A175}" presName="textNode" presStyleLbl="bgShp" presStyleIdx="0" presStyleCnt="5"/>
      <dgm:spPr/>
    </dgm:pt>
    <dgm:pt modelId="{5A5C8930-B167-E541-BA27-83AD1BCBE719}" type="pres">
      <dgm:prSet presAssocID="{17553587-2D3D-FC4F-8137-B6F55B24A175}" presName="compChildNode" presStyleCnt="0"/>
      <dgm:spPr/>
    </dgm:pt>
    <dgm:pt modelId="{230831EC-FC11-D940-9F5D-AC53B79AA041}" type="pres">
      <dgm:prSet presAssocID="{17553587-2D3D-FC4F-8137-B6F55B24A175}" presName="theInnerList" presStyleCnt="0"/>
      <dgm:spPr/>
    </dgm:pt>
    <dgm:pt modelId="{7A289841-0DFA-DC40-B41C-1ABB1BB9507C}" type="pres">
      <dgm:prSet presAssocID="{1286E93E-3D4E-5F40-A299-38A73B219078}" presName="childNode" presStyleLbl="node1" presStyleIdx="0" presStyleCnt="5">
        <dgm:presLayoutVars>
          <dgm:bulletEnabled val="1"/>
        </dgm:presLayoutVars>
      </dgm:prSet>
      <dgm:spPr/>
    </dgm:pt>
    <dgm:pt modelId="{093001CC-44ED-3049-AEA9-7C2F91806448}" type="pres">
      <dgm:prSet presAssocID="{17553587-2D3D-FC4F-8137-B6F55B24A175}" presName="aSpace" presStyleCnt="0"/>
      <dgm:spPr/>
    </dgm:pt>
    <dgm:pt modelId="{A22C07BD-C9AB-774D-9D9A-D68C2D6502ED}" type="pres">
      <dgm:prSet presAssocID="{0C55DB15-68B7-6846-9986-2C88DD67F02C}" presName="compNode" presStyleCnt="0"/>
      <dgm:spPr/>
    </dgm:pt>
    <dgm:pt modelId="{B2BA994D-30F9-6C41-A55D-ED7B7441E20B}" type="pres">
      <dgm:prSet presAssocID="{0C55DB15-68B7-6846-9986-2C88DD67F02C}" presName="aNode" presStyleLbl="bgShp" presStyleIdx="1" presStyleCnt="5"/>
      <dgm:spPr/>
    </dgm:pt>
    <dgm:pt modelId="{7ABC80D2-827C-C244-8E22-58D79F96E4BC}" type="pres">
      <dgm:prSet presAssocID="{0C55DB15-68B7-6846-9986-2C88DD67F02C}" presName="textNode" presStyleLbl="bgShp" presStyleIdx="1" presStyleCnt="5"/>
      <dgm:spPr/>
    </dgm:pt>
    <dgm:pt modelId="{63276522-4A8E-0E4B-8044-86029389C521}" type="pres">
      <dgm:prSet presAssocID="{0C55DB15-68B7-6846-9986-2C88DD67F02C}" presName="compChildNode" presStyleCnt="0"/>
      <dgm:spPr/>
    </dgm:pt>
    <dgm:pt modelId="{5A5430A4-48C0-C346-BCB3-3D1B8DE88CCA}" type="pres">
      <dgm:prSet presAssocID="{0C55DB15-68B7-6846-9986-2C88DD67F02C}" presName="theInnerList" presStyleCnt="0"/>
      <dgm:spPr/>
    </dgm:pt>
    <dgm:pt modelId="{FFF01117-2D73-4C4A-8AA2-26B5E57EA22A}" type="pres">
      <dgm:prSet presAssocID="{7274456E-D11E-6E42-89C9-E7036B04E061}" presName="childNode" presStyleLbl="node1" presStyleIdx="1" presStyleCnt="5">
        <dgm:presLayoutVars>
          <dgm:bulletEnabled val="1"/>
        </dgm:presLayoutVars>
      </dgm:prSet>
      <dgm:spPr/>
    </dgm:pt>
    <dgm:pt modelId="{B30A2049-8A66-6A49-A2FE-89110EA51DC0}" type="pres">
      <dgm:prSet presAssocID="{0C55DB15-68B7-6846-9986-2C88DD67F02C}" presName="aSpace" presStyleCnt="0"/>
      <dgm:spPr/>
    </dgm:pt>
    <dgm:pt modelId="{EB67BA81-261E-4B49-AF00-7888DCA50827}" type="pres">
      <dgm:prSet presAssocID="{64B1C973-0182-0343-888C-8B1FBF55A968}" presName="compNode" presStyleCnt="0"/>
      <dgm:spPr/>
    </dgm:pt>
    <dgm:pt modelId="{723A76A5-AF66-704D-89E4-E12C687128C3}" type="pres">
      <dgm:prSet presAssocID="{64B1C973-0182-0343-888C-8B1FBF55A968}" presName="aNode" presStyleLbl="bgShp" presStyleIdx="2" presStyleCnt="5"/>
      <dgm:spPr/>
    </dgm:pt>
    <dgm:pt modelId="{9FA69D95-BE40-EC4E-979A-EAF928AA7B0B}" type="pres">
      <dgm:prSet presAssocID="{64B1C973-0182-0343-888C-8B1FBF55A968}" presName="textNode" presStyleLbl="bgShp" presStyleIdx="2" presStyleCnt="5"/>
      <dgm:spPr/>
    </dgm:pt>
    <dgm:pt modelId="{2AB1DDFC-56E8-6841-B976-0EDC74C7BD16}" type="pres">
      <dgm:prSet presAssocID="{64B1C973-0182-0343-888C-8B1FBF55A968}" presName="compChildNode" presStyleCnt="0"/>
      <dgm:spPr/>
    </dgm:pt>
    <dgm:pt modelId="{41866185-9B66-7946-AD24-7601EF9BE8A9}" type="pres">
      <dgm:prSet presAssocID="{64B1C973-0182-0343-888C-8B1FBF55A968}" presName="theInnerList" presStyleCnt="0"/>
      <dgm:spPr/>
    </dgm:pt>
    <dgm:pt modelId="{F3794D44-2421-604F-9FD1-6C436C8561DE}" type="pres">
      <dgm:prSet presAssocID="{FCC1073E-90D1-2244-BA4B-C9BDAE7018E3}" presName="childNode" presStyleLbl="node1" presStyleIdx="2" presStyleCnt="5">
        <dgm:presLayoutVars>
          <dgm:bulletEnabled val="1"/>
        </dgm:presLayoutVars>
      </dgm:prSet>
      <dgm:spPr/>
    </dgm:pt>
    <dgm:pt modelId="{FECBA00A-747B-7E4B-A756-DCD93C92DACA}" type="pres">
      <dgm:prSet presAssocID="{64B1C973-0182-0343-888C-8B1FBF55A968}" presName="aSpace" presStyleCnt="0"/>
      <dgm:spPr/>
    </dgm:pt>
    <dgm:pt modelId="{8A48EC06-0FCB-DE49-BDFA-2F2D46071650}" type="pres">
      <dgm:prSet presAssocID="{D2A707C6-0E91-8144-BDBE-B55204826D27}" presName="compNode" presStyleCnt="0"/>
      <dgm:spPr/>
    </dgm:pt>
    <dgm:pt modelId="{9E9C8D55-3148-6340-864D-ABBC62D922A9}" type="pres">
      <dgm:prSet presAssocID="{D2A707C6-0E91-8144-BDBE-B55204826D27}" presName="aNode" presStyleLbl="bgShp" presStyleIdx="3" presStyleCnt="5"/>
      <dgm:spPr/>
    </dgm:pt>
    <dgm:pt modelId="{4F4B6C10-CD58-DB43-A37F-24A6FD08ED0F}" type="pres">
      <dgm:prSet presAssocID="{D2A707C6-0E91-8144-BDBE-B55204826D27}" presName="textNode" presStyleLbl="bgShp" presStyleIdx="3" presStyleCnt="5"/>
      <dgm:spPr/>
    </dgm:pt>
    <dgm:pt modelId="{B04BAA6F-E280-5649-978E-D47BCA692F53}" type="pres">
      <dgm:prSet presAssocID="{D2A707C6-0E91-8144-BDBE-B55204826D27}" presName="compChildNode" presStyleCnt="0"/>
      <dgm:spPr/>
    </dgm:pt>
    <dgm:pt modelId="{2ED2AF36-6784-604C-9556-C676F2D305B4}" type="pres">
      <dgm:prSet presAssocID="{D2A707C6-0E91-8144-BDBE-B55204826D27}" presName="theInnerList" presStyleCnt="0"/>
      <dgm:spPr/>
    </dgm:pt>
    <dgm:pt modelId="{548D6EDE-B8B3-C746-B02A-81D3EAD378CC}" type="pres">
      <dgm:prSet presAssocID="{AB810B26-0B0A-0E46-AEA9-22C9541B3480}" presName="childNode" presStyleLbl="node1" presStyleIdx="3" presStyleCnt="5">
        <dgm:presLayoutVars>
          <dgm:bulletEnabled val="1"/>
        </dgm:presLayoutVars>
      </dgm:prSet>
      <dgm:spPr/>
    </dgm:pt>
    <dgm:pt modelId="{FA043391-5FFD-404E-B9CD-9900D2978B88}" type="pres">
      <dgm:prSet presAssocID="{D2A707C6-0E91-8144-BDBE-B55204826D27}" presName="aSpace" presStyleCnt="0"/>
      <dgm:spPr/>
    </dgm:pt>
    <dgm:pt modelId="{0585A31A-DFAA-4047-A1A4-D8D59E3C3A72}" type="pres">
      <dgm:prSet presAssocID="{CF04471B-2672-AC42-B681-E03987162B5B}" presName="compNode" presStyleCnt="0"/>
      <dgm:spPr/>
    </dgm:pt>
    <dgm:pt modelId="{D2904A41-28E5-B841-BDD0-D02AAA21D5D0}" type="pres">
      <dgm:prSet presAssocID="{CF04471B-2672-AC42-B681-E03987162B5B}" presName="aNode" presStyleLbl="bgShp" presStyleIdx="4" presStyleCnt="5"/>
      <dgm:spPr/>
    </dgm:pt>
    <dgm:pt modelId="{08CEF94A-E93E-574E-989A-04C40BF07E2B}" type="pres">
      <dgm:prSet presAssocID="{CF04471B-2672-AC42-B681-E03987162B5B}" presName="textNode" presStyleLbl="bgShp" presStyleIdx="4" presStyleCnt="5"/>
      <dgm:spPr/>
    </dgm:pt>
    <dgm:pt modelId="{A76A7FA8-FD2C-F54F-9DBD-B7DB3036D0FF}" type="pres">
      <dgm:prSet presAssocID="{CF04471B-2672-AC42-B681-E03987162B5B}" presName="compChildNode" presStyleCnt="0"/>
      <dgm:spPr/>
    </dgm:pt>
    <dgm:pt modelId="{E06C6E87-597C-914F-BC9A-73B303952AB9}" type="pres">
      <dgm:prSet presAssocID="{CF04471B-2672-AC42-B681-E03987162B5B}" presName="theInnerList" presStyleCnt="0"/>
      <dgm:spPr/>
    </dgm:pt>
    <dgm:pt modelId="{CB75F928-42A8-694A-BAC0-2BC29682B0C3}" type="pres">
      <dgm:prSet presAssocID="{8E2A642D-4705-AF49-BAD9-9130601CC302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CB7E6000-CBDA-2A4A-8A88-F35298C16512}" type="presOf" srcId="{64B1C973-0182-0343-888C-8B1FBF55A968}" destId="{9FA69D95-BE40-EC4E-979A-EAF928AA7B0B}" srcOrd="1" destOrd="0" presId="urn:microsoft.com/office/officeart/2005/8/layout/lProcess2"/>
    <dgm:cxn modelId="{CDBBA705-9656-0B47-8E8C-30BB27FE6F7F}" type="presOf" srcId="{8E2A642D-4705-AF49-BAD9-9130601CC302}" destId="{CB75F928-42A8-694A-BAC0-2BC29682B0C3}" srcOrd="0" destOrd="0" presId="urn:microsoft.com/office/officeart/2005/8/layout/lProcess2"/>
    <dgm:cxn modelId="{48C3BE14-FEFF-EF4C-B5C3-740FCA21D859}" srcId="{BA72E376-93AA-7B4D-9885-28AF32E8FCD0}" destId="{17553587-2D3D-FC4F-8137-B6F55B24A175}" srcOrd="0" destOrd="0" parTransId="{AAD6EF3C-7740-3E4C-A83E-96AAE81658CF}" sibTransId="{F44BECFC-EFD4-6144-BFA1-E5B06586B633}"/>
    <dgm:cxn modelId="{0D583322-4DE0-CC4E-B487-AC695E4BFC69}" srcId="{BA72E376-93AA-7B4D-9885-28AF32E8FCD0}" destId="{0C55DB15-68B7-6846-9986-2C88DD67F02C}" srcOrd="1" destOrd="0" parTransId="{E374D18C-FC37-7E46-8DF0-A696CFB37577}" sibTransId="{9B873074-9EDC-1343-A88A-19E42D2B3F39}"/>
    <dgm:cxn modelId="{DFED623F-B037-6444-B390-3F382C5107D2}" srcId="{0C55DB15-68B7-6846-9986-2C88DD67F02C}" destId="{7274456E-D11E-6E42-89C9-E7036B04E061}" srcOrd="0" destOrd="0" parTransId="{501B6CF1-4DE8-3F49-AB1D-2F9B7194EB7E}" sibTransId="{3307B062-95DF-224B-B5BB-2B07AB821E42}"/>
    <dgm:cxn modelId="{9E91753F-18E0-DD46-911D-D0C8589DF698}" type="presOf" srcId="{64B1C973-0182-0343-888C-8B1FBF55A968}" destId="{723A76A5-AF66-704D-89E4-E12C687128C3}" srcOrd="0" destOrd="0" presId="urn:microsoft.com/office/officeart/2005/8/layout/lProcess2"/>
    <dgm:cxn modelId="{3AB48946-0522-CD49-8B58-89A36FB1EA27}" type="presOf" srcId="{CF04471B-2672-AC42-B681-E03987162B5B}" destId="{D2904A41-28E5-B841-BDD0-D02AAA21D5D0}" srcOrd="0" destOrd="0" presId="urn:microsoft.com/office/officeart/2005/8/layout/lProcess2"/>
    <dgm:cxn modelId="{612D204D-D926-D042-B13D-40DBA5645E6C}" srcId="{17553587-2D3D-FC4F-8137-B6F55B24A175}" destId="{1286E93E-3D4E-5F40-A299-38A73B219078}" srcOrd="0" destOrd="0" parTransId="{9FE1951F-60F6-EC4C-8351-64E56839097B}" sibTransId="{7C4BBB3D-2E9F-BD46-83A4-82A0B58D05BF}"/>
    <dgm:cxn modelId="{73D7E87A-10FC-1E47-9F0E-951E01162F1F}" type="presOf" srcId="{7274456E-D11E-6E42-89C9-E7036B04E061}" destId="{FFF01117-2D73-4C4A-8AA2-26B5E57EA22A}" srcOrd="0" destOrd="0" presId="urn:microsoft.com/office/officeart/2005/8/layout/lProcess2"/>
    <dgm:cxn modelId="{414E907B-35D6-774D-A73F-E3D93EEC9DC3}" type="presOf" srcId="{17553587-2D3D-FC4F-8137-B6F55B24A175}" destId="{9061850C-66F8-294A-83B1-1E6583C99DE7}" srcOrd="0" destOrd="0" presId="urn:microsoft.com/office/officeart/2005/8/layout/lProcess2"/>
    <dgm:cxn modelId="{77E8B786-58B2-7B45-8203-1EF757597BC3}" type="presOf" srcId="{AB810B26-0B0A-0E46-AEA9-22C9541B3480}" destId="{548D6EDE-B8B3-C746-B02A-81D3EAD378CC}" srcOrd="0" destOrd="0" presId="urn:microsoft.com/office/officeart/2005/8/layout/lProcess2"/>
    <dgm:cxn modelId="{EAACCA8B-EB36-9042-B180-9FC809197B89}" type="presOf" srcId="{D2A707C6-0E91-8144-BDBE-B55204826D27}" destId="{9E9C8D55-3148-6340-864D-ABBC62D922A9}" srcOrd="0" destOrd="0" presId="urn:microsoft.com/office/officeart/2005/8/layout/lProcess2"/>
    <dgm:cxn modelId="{C2E4A999-F670-7844-AB7B-5D560AC7F999}" srcId="{D2A707C6-0E91-8144-BDBE-B55204826D27}" destId="{AB810B26-0B0A-0E46-AEA9-22C9541B3480}" srcOrd="0" destOrd="0" parTransId="{C6F50772-FD02-2F41-AC4A-C94C4D20B33B}" sibTransId="{F979FD07-152C-E642-B13E-D867E2DE64FE}"/>
    <dgm:cxn modelId="{6DC1D2A1-98D8-814C-AF39-A7BEA93F8584}" type="presOf" srcId="{0C55DB15-68B7-6846-9986-2C88DD67F02C}" destId="{B2BA994D-30F9-6C41-A55D-ED7B7441E20B}" srcOrd="0" destOrd="0" presId="urn:microsoft.com/office/officeart/2005/8/layout/lProcess2"/>
    <dgm:cxn modelId="{FAA575A3-5FB5-D84C-9157-CA9DEBAD93A2}" srcId="{BA72E376-93AA-7B4D-9885-28AF32E8FCD0}" destId="{CF04471B-2672-AC42-B681-E03987162B5B}" srcOrd="4" destOrd="0" parTransId="{EF65FC60-47DB-9B46-88F0-A9E6650944D0}" sibTransId="{69F0FA8E-F017-6440-81D5-65A27BC7301E}"/>
    <dgm:cxn modelId="{BC4207A8-2E5C-D549-A96D-9C168FF89087}" type="presOf" srcId="{CF04471B-2672-AC42-B681-E03987162B5B}" destId="{08CEF94A-E93E-574E-989A-04C40BF07E2B}" srcOrd="1" destOrd="0" presId="urn:microsoft.com/office/officeart/2005/8/layout/lProcess2"/>
    <dgm:cxn modelId="{B51572B0-A312-D64F-8226-583C73265811}" type="presOf" srcId="{17553587-2D3D-FC4F-8137-B6F55B24A175}" destId="{8D70B0D6-0FC4-4B4B-B3A6-877C0FF37A51}" srcOrd="1" destOrd="0" presId="urn:microsoft.com/office/officeart/2005/8/layout/lProcess2"/>
    <dgm:cxn modelId="{5EF088D2-139E-D64C-AF0A-EFC14442FA86}" srcId="{BA72E376-93AA-7B4D-9885-28AF32E8FCD0}" destId="{64B1C973-0182-0343-888C-8B1FBF55A968}" srcOrd="2" destOrd="0" parTransId="{29B41521-B914-FE40-BFC4-CAEE5D6536A5}" sibTransId="{3CCCF409-E713-C24A-9553-8A0A256B7D5F}"/>
    <dgm:cxn modelId="{294CAAD9-BE41-A74A-BDC5-DFC703591853}" type="presOf" srcId="{BA72E376-93AA-7B4D-9885-28AF32E8FCD0}" destId="{E71AEFF5-B35F-3E4F-9A69-85A29FBB056F}" srcOrd="0" destOrd="0" presId="urn:microsoft.com/office/officeart/2005/8/layout/lProcess2"/>
    <dgm:cxn modelId="{26E63FDE-F8CA-F744-9202-7EAB6142A93F}" srcId="{64B1C973-0182-0343-888C-8B1FBF55A968}" destId="{FCC1073E-90D1-2244-BA4B-C9BDAE7018E3}" srcOrd="0" destOrd="0" parTransId="{9CDE52FE-4CE8-6E4E-8D5D-AD2BB891D809}" sibTransId="{1AF2ABE1-57F2-6E4F-9FA8-1184FBD758E0}"/>
    <dgm:cxn modelId="{E78FCCE1-04E2-024E-9737-77B681D614D0}" srcId="{BA72E376-93AA-7B4D-9885-28AF32E8FCD0}" destId="{D2A707C6-0E91-8144-BDBE-B55204826D27}" srcOrd="3" destOrd="0" parTransId="{F2E9205F-8629-7249-BCF1-197AF3DD5861}" sibTransId="{82697742-FE9D-0645-B374-E12FBC7CB575}"/>
    <dgm:cxn modelId="{3E8957E4-6AFA-CA41-B641-726CB974620E}" type="presOf" srcId="{1286E93E-3D4E-5F40-A299-38A73B219078}" destId="{7A289841-0DFA-DC40-B41C-1ABB1BB9507C}" srcOrd="0" destOrd="0" presId="urn:microsoft.com/office/officeart/2005/8/layout/lProcess2"/>
    <dgm:cxn modelId="{72E36CE7-AEB5-5448-8DDA-B687544CAF77}" type="presOf" srcId="{0C55DB15-68B7-6846-9986-2C88DD67F02C}" destId="{7ABC80D2-827C-C244-8E22-58D79F96E4BC}" srcOrd="1" destOrd="0" presId="urn:microsoft.com/office/officeart/2005/8/layout/lProcess2"/>
    <dgm:cxn modelId="{E7CD3FE9-390D-DC4C-82F2-7B32BABDA3C6}" type="presOf" srcId="{D2A707C6-0E91-8144-BDBE-B55204826D27}" destId="{4F4B6C10-CD58-DB43-A37F-24A6FD08ED0F}" srcOrd="1" destOrd="0" presId="urn:microsoft.com/office/officeart/2005/8/layout/lProcess2"/>
    <dgm:cxn modelId="{46DF06EF-BD48-FB40-A645-060FEDAEDE7A}" type="presOf" srcId="{FCC1073E-90D1-2244-BA4B-C9BDAE7018E3}" destId="{F3794D44-2421-604F-9FD1-6C436C8561DE}" srcOrd="0" destOrd="0" presId="urn:microsoft.com/office/officeart/2005/8/layout/lProcess2"/>
    <dgm:cxn modelId="{D79828F9-EC04-5C41-91BE-8534BE9D90DC}" srcId="{CF04471B-2672-AC42-B681-E03987162B5B}" destId="{8E2A642D-4705-AF49-BAD9-9130601CC302}" srcOrd="0" destOrd="0" parTransId="{CF1BC13E-6945-CA4C-9A70-4B416793648F}" sibTransId="{F069093E-8665-E844-8AAB-E7FBF4EB7830}"/>
    <dgm:cxn modelId="{A631739E-3B14-AF4D-9AC7-1E23B5D319AC}" type="presParOf" srcId="{E71AEFF5-B35F-3E4F-9A69-85A29FBB056F}" destId="{D8BE2D59-81BB-2743-800B-6E98E3E455F2}" srcOrd="0" destOrd="0" presId="urn:microsoft.com/office/officeart/2005/8/layout/lProcess2"/>
    <dgm:cxn modelId="{2050DC01-60F9-614B-A85D-04079FB2BB42}" type="presParOf" srcId="{D8BE2D59-81BB-2743-800B-6E98E3E455F2}" destId="{9061850C-66F8-294A-83B1-1E6583C99DE7}" srcOrd="0" destOrd="0" presId="urn:microsoft.com/office/officeart/2005/8/layout/lProcess2"/>
    <dgm:cxn modelId="{DC190FFF-4B75-C84A-A768-9F60493DC849}" type="presParOf" srcId="{D8BE2D59-81BB-2743-800B-6E98E3E455F2}" destId="{8D70B0D6-0FC4-4B4B-B3A6-877C0FF37A51}" srcOrd="1" destOrd="0" presId="urn:microsoft.com/office/officeart/2005/8/layout/lProcess2"/>
    <dgm:cxn modelId="{A525EDB0-B66D-9147-A4DC-FB110E9735B1}" type="presParOf" srcId="{D8BE2D59-81BB-2743-800B-6E98E3E455F2}" destId="{5A5C8930-B167-E541-BA27-83AD1BCBE719}" srcOrd="2" destOrd="0" presId="urn:microsoft.com/office/officeart/2005/8/layout/lProcess2"/>
    <dgm:cxn modelId="{8D8FE6F7-30CF-2D4D-B7C3-DD2D73F769B3}" type="presParOf" srcId="{5A5C8930-B167-E541-BA27-83AD1BCBE719}" destId="{230831EC-FC11-D940-9F5D-AC53B79AA041}" srcOrd="0" destOrd="0" presId="urn:microsoft.com/office/officeart/2005/8/layout/lProcess2"/>
    <dgm:cxn modelId="{A8D48428-05B0-E34B-921B-F16BD2394524}" type="presParOf" srcId="{230831EC-FC11-D940-9F5D-AC53B79AA041}" destId="{7A289841-0DFA-DC40-B41C-1ABB1BB9507C}" srcOrd="0" destOrd="0" presId="urn:microsoft.com/office/officeart/2005/8/layout/lProcess2"/>
    <dgm:cxn modelId="{F6138212-0E5C-8945-91B9-1A616A9142D3}" type="presParOf" srcId="{E71AEFF5-B35F-3E4F-9A69-85A29FBB056F}" destId="{093001CC-44ED-3049-AEA9-7C2F91806448}" srcOrd="1" destOrd="0" presId="urn:microsoft.com/office/officeart/2005/8/layout/lProcess2"/>
    <dgm:cxn modelId="{593093DB-7FF3-FB4D-BA3A-EC4FAB2A0C55}" type="presParOf" srcId="{E71AEFF5-B35F-3E4F-9A69-85A29FBB056F}" destId="{A22C07BD-C9AB-774D-9D9A-D68C2D6502ED}" srcOrd="2" destOrd="0" presId="urn:microsoft.com/office/officeart/2005/8/layout/lProcess2"/>
    <dgm:cxn modelId="{AF43C0B6-1497-2B45-AB05-97E5B4DF4391}" type="presParOf" srcId="{A22C07BD-C9AB-774D-9D9A-D68C2D6502ED}" destId="{B2BA994D-30F9-6C41-A55D-ED7B7441E20B}" srcOrd="0" destOrd="0" presId="urn:microsoft.com/office/officeart/2005/8/layout/lProcess2"/>
    <dgm:cxn modelId="{B40C77D1-A0D6-384A-A7DE-30A6D47B87D6}" type="presParOf" srcId="{A22C07BD-C9AB-774D-9D9A-D68C2D6502ED}" destId="{7ABC80D2-827C-C244-8E22-58D79F96E4BC}" srcOrd="1" destOrd="0" presId="urn:microsoft.com/office/officeart/2005/8/layout/lProcess2"/>
    <dgm:cxn modelId="{F5279AFF-FC7A-6E4C-9193-11758B0F96F3}" type="presParOf" srcId="{A22C07BD-C9AB-774D-9D9A-D68C2D6502ED}" destId="{63276522-4A8E-0E4B-8044-86029389C521}" srcOrd="2" destOrd="0" presId="urn:microsoft.com/office/officeart/2005/8/layout/lProcess2"/>
    <dgm:cxn modelId="{D453334F-A69E-4440-8838-D0E7EA63B5BB}" type="presParOf" srcId="{63276522-4A8E-0E4B-8044-86029389C521}" destId="{5A5430A4-48C0-C346-BCB3-3D1B8DE88CCA}" srcOrd="0" destOrd="0" presId="urn:microsoft.com/office/officeart/2005/8/layout/lProcess2"/>
    <dgm:cxn modelId="{C6D761B0-B110-E04F-807C-956A80E906E5}" type="presParOf" srcId="{5A5430A4-48C0-C346-BCB3-3D1B8DE88CCA}" destId="{FFF01117-2D73-4C4A-8AA2-26B5E57EA22A}" srcOrd="0" destOrd="0" presId="urn:microsoft.com/office/officeart/2005/8/layout/lProcess2"/>
    <dgm:cxn modelId="{689C7E9C-597D-A541-9C63-E263C4127C9D}" type="presParOf" srcId="{E71AEFF5-B35F-3E4F-9A69-85A29FBB056F}" destId="{B30A2049-8A66-6A49-A2FE-89110EA51DC0}" srcOrd="3" destOrd="0" presId="urn:microsoft.com/office/officeart/2005/8/layout/lProcess2"/>
    <dgm:cxn modelId="{8A8885B2-A3ED-0E4C-8C77-9B70F3064E57}" type="presParOf" srcId="{E71AEFF5-B35F-3E4F-9A69-85A29FBB056F}" destId="{EB67BA81-261E-4B49-AF00-7888DCA50827}" srcOrd="4" destOrd="0" presId="urn:microsoft.com/office/officeart/2005/8/layout/lProcess2"/>
    <dgm:cxn modelId="{B19CCD6F-D6D6-8342-90D8-16BEDD6C46D1}" type="presParOf" srcId="{EB67BA81-261E-4B49-AF00-7888DCA50827}" destId="{723A76A5-AF66-704D-89E4-E12C687128C3}" srcOrd="0" destOrd="0" presId="urn:microsoft.com/office/officeart/2005/8/layout/lProcess2"/>
    <dgm:cxn modelId="{44003A28-8C75-EB42-B0C8-BE65828CF886}" type="presParOf" srcId="{EB67BA81-261E-4B49-AF00-7888DCA50827}" destId="{9FA69D95-BE40-EC4E-979A-EAF928AA7B0B}" srcOrd="1" destOrd="0" presId="urn:microsoft.com/office/officeart/2005/8/layout/lProcess2"/>
    <dgm:cxn modelId="{D2F9E1BC-7C46-D141-9E40-40131B8A99CB}" type="presParOf" srcId="{EB67BA81-261E-4B49-AF00-7888DCA50827}" destId="{2AB1DDFC-56E8-6841-B976-0EDC74C7BD16}" srcOrd="2" destOrd="0" presId="urn:microsoft.com/office/officeart/2005/8/layout/lProcess2"/>
    <dgm:cxn modelId="{7E74F540-F41C-2348-999C-631896D85D6C}" type="presParOf" srcId="{2AB1DDFC-56E8-6841-B976-0EDC74C7BD16}" destId="{41866185-9B66-7946-AD24-7601EF9BE8A9}" srcOrd="0" destOrd="0" presId="urn:microsoft.com/office/officeart/2005/8/layout/lProcess2"/>
    <dgm:cxn modelId="{FA6802AD-AB04-4248-A9A0-16A9A8118C72}" type="presParOf" srcId="{41866185-9B66-7946-AD24-7601EF9BE8A9}" destId="{F3794D44-2421-604F-9FD1-6C436C8561DE}" srcOrd="0" destOrd="0" presId="urn:microsoft.com/office/officeart/2005/8/layout/lProcess2"/>
    <dgm:cxn modelId="{1F0190DA-A6D1-AE40-AC34-7656EA2B06AB}" type="presParOf" srcId="{E71AEFF5-B35F-3E4F-9A69-85A29FBB056F}" destId="{FECBA00A-747B-7E4B-A756-DCD93C92DACA}" srcOrd="5" destOrd="0" presId="urn:microsoft.com/office/officeart/2005/8/layout/lProcess2"/>
    <dgm:cxn modelId="{3F472F9D-1AC7-B14B-9345-98B99A1D504B}" type="presParOf" srcId="{E71AEFF5-B35F-3E4F-9A69-85A29FBB056F}" destId="{8A48EC06-0FCB-DE49-BDFA-2F2D46071650}" srcOrd="6" destOrd="0" presId="urn:microsoft.com/office/officeart/2005/8/layout/lProcess2"/>
    <dgm:cxn modelId="{F36655C7-7B22-BB43-89F9-2EB741711CE8}" type="presParOf" srcId="{8A48EC06-0FCB-DE49-BDFA-2F2D46071650}" destId="{9E9C8D55-3148-6340-864D-ABBC62D922A9}" srcOrd="0" destOrd="0" presId="urn:microsoft.com/office/officeart/2005/8/layout/lProcess2"/>
    <dgm:cxn modelId="{870CDE8C-A1F9-C946-8296-0C5014E19835}" type="presParOf" srcId="{8A48EC06-0FCB-DE49-BDFA-2F2D46071650}" destId="{4F4B6C10-CD58-DB43-A37F-24A6FD08ED0F}" srcOrd="1" destOrd="0" presId="urn:microsoft.com/office/officeart/2005/8/layout/lProcess2"/>
    <dgm:cxn modelId="{A6AC2FE3-1CBA-E745-805D-61FAD8F6C0A7}" type="presParOf" srcId="{8A48EC06-0FCB-DE49-BDFA-2F2D46071650}" destId="{B04BAA6F-E280-5649-978E-D47BCA692F53}" srcOrd="2" destOrd="0" presId="urn:microsoft.com/office/officeart/2005/8/layout/lProcess2"/>
    <dgm:cxn modelId="{E4C401DD-8A45-9949-B8B4-0D09D3BE190A}" type="presParOf" srcId="{B04BAA6F-E280-5649-978E-D47BCA692F53}" destId="{2ED2AF36-6784-604C-9556-C676F2D305B4}" srcOrd="0" destOrd="0" presId="urn:microsoft.com/office/officeart/2005/8/layout/lProcess2"/>
    <dgm:cxn modelId="{F77E8E70-F03E-7F4E-A1ED-674187483ABF}" type="presParOf" srcId="{2ED2AF36-6784-604C-9556-C676F2D305B4}" destId="{548D6EDE-B8B3-C746-B02A-81D3EAD378CC}" srcOrd="0" destOrd="0" presId="urn:microsoft.com/office/officeart/2005/8/layout/lProcess2"/>
    <dgm:cxn modelId="{12B7915C-4FF4-E449-B83A-4A2B4F38998D}" type="presParOf" srcId="{E71AEFF5-B35F-3E4F-9A69-85A29FBB056F}" destId="{FA043391-5FFD-404E-B9CD-9900D2978B88}" srcOrd="7" destOrd="0" presId="urn:microsoft.com/office/officeart/2005/8/layout/lProcess2"/>
    <dgm:cxn modelId="{AD2A9505-1361-EA42-A521-BCA34D40DD92}" type="presParOf" srcId="{E71AEFF5-B35F-3E4F-9A69-85A29FBB056F}" destId="{0585A31A-DFAA-4047-A1A4-D8D59E3C3A72}" srcOrd="8" destOrd="0" presId="urn:microsoft.com/office/officeart/2005/8/layout/lProcess2"/>
    <dgm:cxn modelId="{17E94E0D-66C8-E944-B42A-32AD416439F0}" type="presParOf" srcId="{0585A31A-DFAA-4047-A1A4-D8D59E3C3A72}" destId="{D2904A41-28E5-B841-BDD0-D02AAA21D5D0}" srcOrd="0" destOrd="0" presId="urn:microsoft.com/office/officeart/2005/8/layout/lProcess2"/>
    <dgm:cxn modelId="{AA98C200-548D-6E46-9195-6B988B22322B}" type="presParOf" srcId="{0585A31A-DFAA-4047-A1A4-D8D59E3C3A72}" destId="{08CEF94A-E93E-574E-989A-04C40BF07E2B}" srcOrd="1" destOrd="0" presId="urn:microsoft.com/office/officeart/2005/8/layout/lProcess2"/>
    <dgm:cxn modelId="{9955CA61-CC9D-884E-B7C9-F08BB1378F5D}" type="presParOf" srcId="{0585A31A-DFAA-4047-A1A4-D8D59E3C3A72}" destId="{A76A7FA8-FD2C-F54F-9DBD-B7DB3036D0FF}" srcOrd="2" destOrd="0" presId="urn:microsoft.com/office/officeart/2005/8/layout/lProcess2"/>
    <dgm:cxn modelId="{9B3F4419-E2DB-E240-8DE7-D647C0742EAC}" type="presParOf" srcId="{A76A7FA8-FD2C-F54F-9DBD-B7DB3036D0FF}" destId="{E06C6E87-597C-914F-BC9A-73B303952AB9}" srcOrd="0" destOrd="0" presId="urn:microsoft.com/office/officeart/2005/8/layout/lProcess2"/>
    <dgm:cxn modelId="{0B0AF696-3EDC-6A42-A9AF-BFDD67337721}" type="presParOf" srcId="{E06C6E87-597C-914F-BC9A-73B303952AB9}" destId="{CB75F928-42A8-694A-BAC0-2BC29682B0C3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C636429-2738-F546-A916-80EEDF1E10FA}" type="doc">
      <dgm:prSet loTypeId="urn:microsoft.com/office/officeart/2005/8/layout/b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9C3467-9E26-444A-9A55-589C58FED186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US" dirty="0"/>
            <a:t>A communication pathway connecting two or more devices</a:t>
          </a:r>
        </a:p>
      </dgm:t>
    </dgm:pt>
    <dgm:pt modelId="{9A6D1CD1-0E23-9142-A2F9-0C44E776B3B9}" type="parTrans" cxnId="{4870A548-57CA-A440-9FB7-55EC1395DD57}">
      <dgm:prSet/>
      <dgm:spPr/>
      <dgm:t>
        <a:bodyPr/>
        <a:lstStyle/>
        <a:p>
          <a:endParaRPr lang="en-US"/>
        </a:p>
      </dgm:t>
    </dgm:pt>
    <dgm:pt modelId="{27D62082-75CC-184C-9FB7-60E6C8978923}" type="sibTrans" cxnId="{4870A548-57CA-A440-9FB7-55EC1395DD57}">
      <dgm:prSet/>
      <dgm:spPr/>
      <dgm:t>
        <a:bodyPr/>
        <a:lstStyle/>
        <a:p>
          <a:endParaRPr lang="en-US" dirty="0"/>
        </a:p>
      </dgm:t>
    </dgm:pt>
    <dgm:pt modelId="{8F003CF4-8A60-984A-9D02-B6B83050EFD0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US" dirty="0"/>
            <a:t>Key characteristic is that it is a shared transmission medium</a:t>
          </a:r>
        </a:p>
      </dgm:t>
    </dgm:pt>
    <dgm:pt modelId="{E5F39706-E472-1549-A1DE-3650F1A7EE56}" type="parTrans" cxnId="{FF41DF3B-8F02-5945-B921-3CCF47CC9A4F}">
      <dgm:prSet/>
      <dgm:spPr/>
      <dgm:t>
        <a:bodyPr/>
        <a:lstStyle/>
        <a:p>
          <a:endParaRPr lang="en-US"/>
        </a:p>
      </dgm:t>
    </dgm:pt>
    <dgm:pt modelId="{3657E415-3A19-C14A-A100-CDCD225A6C98}" type="sibTrans" cxnId="{FF41DF3B-8F02-5945-B921-3CCF47CC9A4F}">
      <dgm:prSet/>
      <dgm:spPr/>
      <dgm:t>
        <a:bodyPr/>
        <a:lstStyle/>
        <a:p>
          <a:endParaRPr lang="en-US"/>
        </a:p>
      </dgm:t>
    </dgm:pt>
    <dgm:pt modelId="{CB4A86C1-E3C9-3F4E-A3D7-ADA5832AF8F4}">
      <dgm:prSet/>
      <dgm:spPr/>
      <dgm:t>
        <a:bodyPr/>
        <a:lstStyle/>
        <a:p>
          <a:pPr rtl="0"/>
          <a:r>
            <a:rPr lang="en-US" dirty="0"/>
            <a:t>Signals transmitted by any one device are available for reception by all other devices attached to the bus</a:t>
          </a:r>
        </a:p>
      </dgm:t>
    </dgm:pt>
    <dgm:pt modelId="{B8D28C66-3AC0-A149-A08C-BA984C1BC79C}" type="parTrans" cxnId="{75CA6EDC-3FAF-5149-9018-8FED8A7BD37D}">
      <dgm:prSet/>
      <dgm:spPr/>
      <dgm:t>
        <a:bodyPr/>
        <a:lstStyle/>
        <a:p>
          <a:endParaRPr lang="en-US"/>
        </a:p>
      </dgm:t>
    </dgm:pt>
    <dgm:pt modelId="{953D51F2-F817-5E4D-8D86-196CB93CCC36}" type="sibTrans" cxnId="{75CA6EDC-3FAF-5149-9018-8FED8A7BD37D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 dirty="0"/>
        </a:p>
      </dgm:t>
    </dgm:pt>
    <dgm:pt modelId="{CE39FD04-B2A9-5A45-85CD-5495455BDD3B}">
      <dgm:prSet/>
      <dgm:spPr/>
      <dgm:t>
        <a:bodyPr/>
        <a:lstStyle/>
        <a:p>
          <a:pPr rtl="0"/>
          <a:r>
            <a:rPr lang="en-US" dirty="0"/>
            <a:t>If two devices transmit during the same time period their signals will overlap and become garbled</a:t>
          </a:r>
        </a:p>
      </dgm:t>
    </dgm:pt>
    <dgm:pt modelId="{BD4BE912-0DB4-7E40-A21B-E9232D61E886}" type="parTrans" cxnId="{2059DCFF-53E0-974E-A713-1C509D93A546}">
      <dgm:prSet/>
      <dgm:spPr/>
      <dgm:t>
        <a:bodyPr/>
        <a:lstStyle/>
        <a:p>
          <a:endParaRPr lang="en-US"/>
        </a:p>
      </dgm:t>
    </dgm:pt>
    <dgm:pt modelId="{8E79852C-9C95-DA4F-BA96-D2C0410A69D0}" type="sibTrans" cxnId="{2059DCFF-53E0-974E-A713-1C509D93A546}">
      <dgm:prSet/>
      <dgm:spPr/>
      <dgm:t>
        <a:bodyPr/>
        <a:lstStyle/>
        <a:p>
          <a:endParaRPr lang="en-US"/>
        </a:p>
      </dgm:t>
    </dgm:pt>
    <dgm:pt modelId="{853B68A4-E045-6C44-81AC-BD6D2EDD6120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/>
            <a:t>Typically consists of multiple communication lines</a:t>
          </a:r>
        </a:p>
      </dgm:t>
    </dgm:pt>
    <dgm:pt modelId="{E4A0037A-F217-1844-B047-E9B0F378373C}" type="parTrans" cxnId="{15A5C6EC-52BB-DB46-B48C-669F4803E4F1}">
      <dgm:prSet/>
      <dgm:spPr/>
      <dgm:t>
        <a:bodyPr/>
        <a:lstStyle/>
        <a:p>
          <a:endParaRPr lang="en-US"/>
        </a:p>
      </dgm:t>
    </dgm:pt>
    <dgm:pt modelId="{C2D31CE6-9201-EC44-B718-1FF04AE572E4}" type="sibTrans" cxnId="{15A5C6EC-52BB-DB46-B48C-669F4803E4F1}">
      <dgm:prSet/>
      <dgm:spPr/>
      <dgm:t>
        <a:bodyPr/>
        <a:lstStyle/>
        <a:p>
          <a:endParaRPr lang="en-US" dirty="0"/>
        </a:p>
      </dgm:t>
    </dgm:pt>
    <dgm:pt modelId="{5E2D62BE-266A-0D45-B906-1B29BDF34799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/>
            <a:t>Each line is capable of transmitting signals representing binary 1 and binary 0</a:t>
          </a:r>
        </a:p>
      </dgm:t>
    </dgm:pt>
    <dgm:pt modelId="{D610DF42-3128-7A46-9764-92CC058A4459}" type="parTrans" cxnId="{EF81B034-F645-CB4C-B13B-6979989D1400}">
      <dgm:prSet/>
      <dgm:spPr/>
      <dgm:t>
        <a:bodyPr/>
        <a:lstStyle/>
        <a:p>
          <a:endParaRPr lang="en-US"/>
        </a:p>
      </dgm:t>
    </dgm:pt>
    <dgm:pt modelId="{61584508-4468-A04C-B932-71D19C1A3A71}" type="sibTrans" cxnId="{EF81B034-F645-CB4C-B13B-6979989D1400}">
      <dgm:prSet/>
      <dgm:spPr/>
      <dgm:t>
        <a:bodyPr/>
        <a:lstStyle/>
        <a:p>
          <a:endParaRPr lang="en-US"/>
        </a:p>
      </dgm:t>
    </dgm:pt>
    <dgm:pt modelId="{1DD15041-7803-0446-9821-1DE8F32CE256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/>
            <a:t>Computer systems contain a number of different buses that provide pathways between components at various levels of the computer system hierarchy</a:t>
          </a:r>
        </a:p>
      </dgm:t>
    </dgm:pt>
    <dgm:pt modelId="{19707EF3-5F9A-B24F-A7F5-F811CD9FA81C}" type="parTrans" cxnId="{BD11BB93-7303-7D44-B65C-8B362008FC53}">
      <dgm:prSet/>
      <dgm:spPr/>
      <dgm:t>
        <a:bodyPr/>
        <a:lstStyle/>
        <a:p>
          <a:endParaRPr lang="en-US"/>
        </a:p>
      </dgm:t>
    </dgm:pt>
    <dgm:pt modelId="{893785DB-B566-C34C-9F83-50CFBE946D7E}" type="sibTrans" cxnId="{BD11BB93-7303-7D44-B65C-8B362008FC53}">
      <dgm:prSet/>
      <dgm:spPr/>
      <dgm:t>
        <a:bodyPr/>
        <a:lstStyle/>
        <a:p>
          <a:endParaRPr lang="en-US" dirty="0"/>
        </a:p>
      </dgm:t>
    </dgm:pt>
    <dgm:pt modelId="{7525A05C-DEEF-D049-B433-AEDEF823843A}">
      <dgm:prSet/>
      <dgm:spPr/>
      <dgm:t>
        <a:bodyPr/>
        <a:lstStyle/>
        <a:p>
          <a:pPr rtl="0"/>
          <a:r>
            <a:rPr lang="en-US" i="1" dirty="0"/>
            <a:t>System bus</a:t>
          </a:r>
          <a:endParaRPr lang="en-US" dirty="0"/>
        </a:p>
      </dgm:t>
    </dgm:pt>
    <dgm:pt modelId="{E735B630-CC49-9E48-8EED-DA8014D4EE6B}" type="parTrans" cxnId="{FD2E9F45-5DFA-CE49-BAD9-A76390B6C77C}">
      <dgm:prSet/>
      <dgm:spPr/>
      <dgm:t>
        <a:bodyPr/>
        <a:lstStyle/>
        <a:p>
          <a:endParaRPr lang="en-US"/>
        </a:p>
      </dgm:t>
    </dgm:pt>
    <dgm:pt modelId="{D77C5A79-43C5-E749-B5E4-BAA9AF38EDBC}" type="sibTrans" cxnId="{FD2E9F45-5DFA-CE49-BAD9-A76390B6C77C}">
      <dgm:prSet/>
      <dgm:spPr/>
      <dgm:t>
        <a:bodyPr/>
        <a:lstStyle/>
        <a:p>
          <a:endParaRPr lang="en-US" dirty="0"/>
        </a:p>
      </dgm:t>
    </dgm:pt>
    <dgm:pt modelId="{C55C8E9B-FD37-074C-BFF6-DD30EBBEBEA5}">
      <dgm:prSet/>
      <dgm:spPr/>
      <dgm:t>
        <a:bodyPr/>
        <a:lstStyle/>
        <a:p>
          <a:pPr rtl="0"/>
          <a:r>
            <a:rPr lang="en-US" dirty="0"/>
            <a:t>A bus that connects major computer components (processor, memory, I/O)</a:t>
          </a:r>
        </a:p>
      </dgm:t>
    </dgm:pt>
    <dgm:pt modelId="{F23FBEB8-51B6-D54D-A709-F8CF761EE4F2}" type="parTrans" cxnId="{3413FAC6-9E2A-6D4C-8592-9F31D272D137}">
      <dgm:prSet/>
      <dgm:spPr/>
      <dgm:t>
        <a:bodyPr/>
        <a:lstStyle/>
        <a:p>
          <a:endParaRPr lang="en-US"/>
        </a:p>
      </dgm:t>
    </dgm:pt>
    <dgm:pt modelId="{F1D0A3C7-FD5B-B843-88CC-469769BC25B8}" type="sibTrans" cxnId="{3413FAC6-9E2A-6D4C-8592-9F31D272D137}">
      <dgm:prSet/>
      <dgm:spPr/>
      <dgm:t>
        <a:bodyPr/>
        <a:lstStyle/>
        <a:p>
          <a:endParaRPr lang="en-US"/>
        </a:p>
      </dgm:t>
    </dgm:pt>
    <dgm:pt modelId="{FED9EA23-173A-404C-87C6-AC58E07F2389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GB" dirty="0"/>
            <a:t>The most common computer interconnection structures are based on the use of one or more system buses</a:t>
          </a:r>
        </a:p>
      </dgm:t>
    </dgm:pt>
    <dgm:pt modelId="{EF95EAB5-4B6A-7B46-9805-48F1555C5601}" type="parTrans" cxnId="{ED2CF9DF-E8F0-A14C-B970-12021D55A99B}">
      <dgm:prSet/>
      <dgm:spPr/>
      <dgm:t>
        <a:bodyPr/>
        <a:lstStyle/>
        <a:p>
          <a:endParaRPr lang="en-US"/>
        </a:p>
      </dgm:t>
    </dgm:pt>
    <dgm:pt modelId="{E1DD6C9C-D477-2440-99E1-8F42B7070D9F}" type="sibTrans" cxnId="{ED2CF9DF-E8F0-A14C-B970-12021D55A99B}">
      <dgm:prSet/>
      <dgm:spPr/>
      <dgm:t>
        <a:bodyPr/>
        <a:lstStyle/>
        <a:p>
          <a:endParaRPr lang="en-US"/>
        </a:p>
      </dgm:t>
    </dgm:pt>
    <dgm:pt modelId="{C1E8BCA6-215E-E746-AEBE-E22E0BFEF693}" type="pres">
      <dgm:prSet presAssocID="{1C636429-2738-F546-A916-80EEDF1E10FA}" presName="Name0" presStyleCnt="0">
        <dgm:presLayoutVars>
          <dgm:dir/>
          <dgm:resizeHandles val="exact"/>
        </dgm:presLayoutVars>
      </dgm:prSet>
      <dgm:spPr/>
    </dgm:pt>
    <dgm:pt modelId="{4198B288-5E33-5949-9D82-DB2307909588}" type="pres">
      <dgm:prSet presAssocID="{E09C3467-9E26-444A-9A55-589C58FED186}" presName="node" presStyleLbl="node1" presStyleIdx="0" presStyleCnt="6">
        <dgm:presLayoutVars>
          <dgm:bulletEnabled val="1"/>
        </dgm:presLayoutVars>
      </dgm:prSet>
      <dgm:spPr/>
    </dgm:pt>
    <dgm:pt modelId="{631121B5-F90D-4E46-B8FD-6CEC9D573020}" type="pres">
      <dgm:prSet presAssocID="{27D62082-75CC-184C-9FB7-60E6C8978923}" presName="sibTrans" presStyleLbl="sibTrans1D1" presStyleIdx="0" presStyleCnt="5"/>
      <dgm:spPr/>
    </dgm:pt>
    <dgm:pt modelId="{7F0E2F1E-C94E-DA40-B648-541F47EB3C53}" type="pres">
      <dgm:prSet presAssocID="{27D62082-75CC-184C-9FB7-60E6C8978923}" presName="connectorText" presStyleLbl="sibTrans1D1" presStyleIdx="0" presStyleCnt="5"/>
      <dgm:spPr/>
    </dgm:pt>
    <dgm:pt modelId="{5E43B7A7-1089-3A4F-B1C4-0B9B8381D3AD}" type="pres">
      <dgm:prSet presAssocID="{CB4A86C1-E3C9-3F4E-A3D7-ADA5832AF8F4}" presName="node" presStyleLbl="node1" presStyleIdx="1" presStyleCnt="6">
        <dgm:presLayoutVars>
          <dgm:bulletEnabled val="1"/>
        </dgm:presLayoutVars>
      </dgm:prSet>
      <dgm:spPr/>
    </dgm:pt>
    <dgm:pt modelId="{6E7EBF88-55F2-0E4E-90DA-D1819370D293}" type="pres">
      <dgm:prSet presAssocID="{953D51F2-F817-5E4D-8D86-196CB93CCC36}" presName="sibTrans" presStyleLbl="sibTrans1D1" presStyleIdx="1" presStyleCnt="5"/>
      <dgm:spPr/>
    </dgm:pt>
    <dgm:pt modelId="{9BF7BD5C-860D-934F-89CF-ACA271BC028C}" type="pres">
      <dgm:prSet presAssocID="{953D51F2-F817-5E4D-8D86-196CB93CCC36}" presName="connectorText" presStyleLbl="sibTrans1D1" presStyleIdx="1" presStyleCnt="5"/>
      <dgm:spPr/>
    </dgm:pt>
    <dgm:pt modelId="{9631B1BB-A22D-5A45-ABBF-FE947F511F80}" type="pres">
      <dgm:prSet presAssocID="{853B68A4-E045-6C44-81AC-BD6D2EDD6120}" presName="node" presStyleLbl="node1" presStyleIdx="2" presStyleCnt="6">
        <dgm:presLayoutVars>
          <dgm:bulletEnabled val="1"/>
        </dgm:presLayoutVars>
      </dgm:prSet>
      <dgm:spPr/>
    </dgm:pt>
    <dgm:pt modelId="{51079562-9429-E64A-9F8F-15ABD7DBF7FD}" type="pres">
      <dgm:prSet presAssocID="{C2D31CE6-9201-EC44-B718-1FF04AE572E4}" presName="sibTrans" presStyleLbl="sibTrans1D1" presStyleIdx="2" presStyleCnt="5"/>
      <dgm:spPr/>
    </dgm:pt>
    <dgm:pt modelId="{E7CBA334-3534-BB45-AC94-C45FF46DDE2D}" type="pres">
      <dgm:prSet presAssocID="{C2D31CE6-9201-EC44-B718-1FF04AE572E4}" presName="connectorText" presStyleLbl="sibTrans1D1" presStyleIdx="2" presStyleCnt="5"/>
      <dgm:spPr/>
    </dgm:pt>
    <dgm:pt modelId="{B109764F-60F3-E749-9AE5-95B69D3F63D9}" type="pres">
      <dgm:prSet presAssocID="{1DD15041-7803-0446-9821-1DE8F32CE256}" presName="node" presStyleLbl="node1" presStyleIdx="3" presStyleCnt="6">
        <dgm:presLayoutVars>
          <dgm:bulletEnabled val="1"/>
        </dgm:presLayoutVars>
      </dgm:prSet>
      <dgm:spPr/>
    </dgm:pt>
    <dgm:pt modelId="{C1D27491-8205-D643-90DC-71FD8A31FE32}" type="pres">
      <dgm:prSet presAssocID="{893785DB-B566-C34C-9F83-50CFBE946D7E}" presName="sibTrans" presStyleLbl="sibTrans1D1" presStyleIdx="3" presStyleCnt="5"/>
      <dgm:spPr/>
    </dgm:pt>
    <dgm:pt modelId="{0B0338DD-BBC5-D445-A1DF-1C17B2010AD2}" type="pres">
      <dgm:prSet presAssocID="{893785DB-B566-C34C-9F83-50CFBE946D7E}" presName="connectorText" presStyleLbl="sibTrans1D1" presStyleIdx="3" presStyleCnt="5"/>
      <dgm:spPr/>
    </dgm:pt>
    <dgm:pt modelId="{D48F7CAA-0278-8240-8FAA-FE067A5D04D9}" type="pres">
      <dgm:prSet presAssocID="{7525A05C-DEEF-D049-B433-AEDEF823843A}" presName="node" presStyleLbl="node1" presStyleIdx="4" presStyleCnt="6">
        <dgm:presLayoutVars>
          <dgm:bulletEnabled val="1"/>
        </dgm:presLayoutVars>
      </dgm:prSet>
      <dgm:spPr/>
    </dgm:pt>
    <dgm:pt modelId="{71B0C6C9-D4C6-D84F-8A1A-6C057EDBC2A7}" type="pres">
      <dgm:prSet presAssocID="{D77C5A79-43C5-E749-B5E4-BAA9AF38EDBC}" presName="sibTrans" presStyleLbl="sibTrans1D1" presStyleIdx="4" presStyleCnt="5"/>
      <dgm:spPr/>
    </dgm:pt>
    <dgm:pt modelId="{62EFFE04-00EA-D148-93F4-E1428BE2580F}" type="pres">
      <dgm:prSet presAssocID="{D77C5A79-43C5-E749-B5E4-BAA9AF38EDBC}" presName="connectorText" presStyleLbl="sibTrans1D1" presStyleIdx="4" presStyleCnt="5"/>
      <dgm:spPr/>
    </dgm:pt>
    <dgm:pt modelId="{4A9314AF-31E5-2F46-A15A-D4ED62769F9A}" type="pres">
      <dgm:prSet presAssocID="{FED9EA23-173A-404C-87C6-AC58E07F2389}" presName="node" presStyleLbl="node1" presStyleIdx="5" presStyleCnt="6">
        <dgm:presLayoutVars>
          <dgm:bulletEnabled val="1"/>
        </dgm:presLayoutVars>
      </dgm:prSet>
      <dgm:spPr/>
    </dgm:pt>
  </dgm:ptLst>
  <dgm:cxnLst>
    <dgm:cxn modelId="{07F1F00F-DBCB-FB42-88D6-E78440CC24B3}" type="presOf" srcId="{27D62082-75CC-184C-9FB7-60E6C8978923}" destId="{631121B5-F90D-4E46-B8FD-6CEC9D573020}" srcOrd="0" destOrd="0" presId="urn:microsoft.com/office/officeart/2005/8/layout/bProcess3"/>
    <dgm:cxn modelId="{0E556C1A-9695-4749-922E-E7E6ED13556D}" type="presOf" srcId="{D77C5A79-43C5-E749-B5E4-BAA9AF38EDBC}" destId="{62EFFE04-00EA-D148-93F4-E1428BE2580F}" srcOrd="1" destOrd="0" presId="urn:microsoft.com/office/officeart/2005/8/layout/bProcess3"/>
    <dgm:cxn modelId="{62B59A1C-A224-0540-9F76-154D2D900A80}" type="presOf" srcId="{953D51F2-F817-5E4D-8D86-196CB93CCC36}" destId="{9BF7BD5C-860D-934F-89CF-ACA271BC028C}" srcOrd="1" destOrd="0" presId="urn:microsoft.com/office/officeart/2005/8/layout/bProcess3"/>
    <dgm:cxn modelId="{2C88BC25-E45E-CD48-8864-BF3C727BFA21}" type="presOf" srcId="{C55C8E9B-FD37-074C-BFF6-DD30EBBEBEA5}" destId="{D48F7CAA-0278-8240-8FAA-FE067A5D04D9}" srcOrd="0" destOrd="1" presId="urn:microsoft.com/office/officeart/2005/8/layout/bProcess3"/>
    <dgm:cxn modelId="{F9F6F226-9270-5A4C-8BAE-0355E0C1FDE0}" type="presOf" srcId="{CB4A86C1-E3C9-3F4E-A3D7-ADA5832AF8F4}" destId="{5E43B7A7-1089-3A4F-B1C4-0B9B8381D3AD}" srcOrd="0" destOrd="0" presId="urn:microsoft.com/office/officeart/2005/8/layout/bProcess3"/>
    <dgm:cxn modelId="{11A4AF2D-5EE7-E34B-913D-88830DC4F30B}" type="presOf" srcId="{C2D31CE6-9201-EC44-B718-1FF04AE572E4}" destId="{E7CBA334-3534-BB45-AC94-C45FF46DDE2D}" srcOrd="1" destOrd="0" presId="urn:microsoft.com/office/officeart/2005/8/layout/bProcess3"/>
    <dgm:cxn modelId="{C3C83930-E0AD-944E-BED2-A1A5340AFE49}" type="presOf" srcId="{853B68A4-E045-6C44-81AC-BD6D2EDD6120}" destId="{9631B1BB-A22D-5A45-ABBF-FE947F511F80}" srcOrd="0" destOrd="0" presId="urn:microsoft.com/office/officeart/2005/8/layout/bProcess3"/>
    <dgm:cxn modelId="{AE604032-3B31-1347-88E1-AE7B30D2ABEB}" type="presOf" srcId="{E09C3467-9E26-444A-9A55-589C58FED186}" destId="{4198B288-5E33-5949-9D82-DB2307909588}" srcOrd="0" destOrd="0" presId="urn:microsoft.com/office/officeart/2005/8/layout/bProcess3"/>
    <dgm:cxn modelId="{EF81B034-F645-CB4C-B13B-6979989D1400}" srcId="{853B68A4-E045-6C44-81AC-BD6D2EDD6120}" destId="{5E2D62BE-266A-0D45-B906-1B29BDF34799}" srcOrd="0" destOrd="0" parTransId="{D610DF42-3128-7A46-9764-92CC058A4459}" sibTransId="{61584508-4468-A04C-B932-71D19C1A3A71}"/>
    <dgm:cxn modelId="{FF41DF3B-8F02-5945-B921-3CCF47CC9A4F}" srcId="{E09C3467-9E26-444A-9A55-589C58FED186}" destId="{8F003CF4-8A60-984A-9D02-B6B83050EFD0}" srcOrd="0" destOrd="0" parTransId="{E5F39706-E472-1549-A1DE-3650F1A7EE56}" sibTransId="{3657E415-3A19-C14A-A100-CDCD225A6C98}"/>
    <dgm:cxn modelId="{9D812C61-E5C4-984A-895C-8A81CDB77470}" type="presOf" srcId="{FED9EA23-173A-404C-87C6-AC58E07F2389}" destId="{4A9314AF-31E5-2F46-A15A-D4ED62769F9A}" srcOrd="0" destOrd="0" presId="urn:microsoft.com/office/officeart/2005/8/layout/bProcess3"/>
    <dgm:cxn modelId="{FD2E9F45-5DFA-CE49-BAD9-A76390B6C77C}" srcId="{1C636429-2738-F546-A916-80EEDF1E10FA}" destId="{7525A05C-DEEF-D049-B433-AEDEF823843A}" srcOrd="4" destOrd="0" parTransId="{E735B630-CC49-9E48-8EED-DA8014D4EE6B}" sibTransId="{D77C5A79-43C5-E749-B5E4-BAA9AF38EDBC}"/>
    <dgm:cxn modelId="{23627A47-FCAC-E646-822E-FCB10549E760}" type="presOf" srcId="{CE39FD04-B2A9-5A45-85CD-5495455BDD3B}" destId="{5E43B7A7-1089-3A4F-B1C4-0B9B8381D3AD}" srcOrd="0" destOrd="1" presId="urn:microsoft.com/office/officeart/2005/8/layout/bProcess3"/>
    <dgm:cxn modelId="{4870A548-57CA-A440-9FB7-55EC1395DD57}" srcId="{1C636429-2738-F546-A916-80EEDF1E10FA}" destId="{E09C3467-9E26-444A-9A55-589C58FED186}" srcOrd="0" destOrd="0" parTransId="{9A6D1CD1-0E23-9142-A2F9-0C44E776B3B9}" sibTransId="{27D62082-75CC-184C-9FB7-60E6C8978923}"/>
    <dgm:cxn modelId="{140C364B-10E1-4F47-9F59-C92498A2E08E}" type="presOf" srcId="{893785DB-B566-C34C-9F83-50CFBE946D7E}" destId="{0B0338DD-BBC5-D445-A1DF-1C17B2010AD2}" srcOrd="1" destOrd="0" presId="urn:microsoft.com/office/officeart/2005/8/layout/bProcess3"/>
    <dgm:cxn modelId="{9BABC76F-F228-284D-BCDC-76F12750D332}" type="presOf" srcId="{1C636429-2738-F546-A916-80EEDF1E10FA}" destId="{C1E8BCA6-215E-E746-AEBE-E22E0BFEF693}" srcOrd="0" destOrd="0" presId="urn:microsoft.com/office/officeart/2005/8/layout/bProcess3"/>
    <dgm:cxn modelId="{6F212F72-79A3-9A4C-856F-4BA488B4879A}" type="presOf" srcId="{5E2D62BE-266A-0D45-B906-1B29BDF34799}" destId="{9631B1BB-A22D-5A45-ABBF-FE947F511F80}" srcOrd="0" destOrd="1" presId="urn:microsoft.com/office/officeart/2005/8/layout/bProcess3"/>
    <dgm:cxn modelId="{9996DF7F-EDC8-704D-8256-7168583C0E34}" type="presOf" srcId="{953D51F2-F817-5E4D-8D86-196CB93CCC36}" destId="{6E7EBF88-55F2-0E4E-90DA-D1819370D293}" srcOrd="0" destOrd="0" presId="urn:microsoft.com/office/officeart/2005/8/layout/bProcess3"/>
    <dgm:cxn modelId="{9B77358C-DE90-9145-BF6C-1F3307857ADA}" type="presOf" srcId="{C2D31CE6-9201-EC44-B718-1FF04AE572E4}" destId="{51079562-9429-E64A-9F8F-15ABD7DBF7FD}" srcOrd="0" destOrd="0" presId="urn:microsoft.com/office/officeart/2005/8/layout/bProcess3"/>
    <dgm:cxn modelId="{E88D488E-7DB9-5E44-B439-9C141F045096}" type="presOf" srcId="{893785DB-B566-C34C-9F83-50CFBE946D7E}" destId="{C1D27491-8205-D643-90DC-71FD8A31FE32}" srcOrd="0" destOrd="0" presId="urn:microsoft.com/office/officeart/2005/8/layout/bProcess3"/>
    <dgm:cxn modelId="{BD11BB93-7303-7D44-B65C-8B362008FC53}" srcId="{1C636429-2738-F546-A916-80EEDF1E10FA}" destId="{1DD15041-7803-0446-9821-1DE8F32CE256}" srcOrd="3" destOrd="0" parTransId="{19707EF3-5F9A-B24F-A7F5-F811CD9FA81C}" sibTransId="{893785DB-B566-C34C-9F83-50CFBE946D7E}"/>
    <dgm:cxn modelId="{83C117A0-3500-3347-9E53-F195171DD773}" type="presOf" srcId="{D77C5A79-43C5-E749-B5E4-BAA9AF38EDBC}" destId="{71B0C6C9-D4C6-D84F-8A1A-6C057EDBC2A7}" srcOrd="0" destOrd="0" presId="urn:microsoft.com/office/officeart/2005/8/layout/bProcess3"/>
    <dgm:cxn modelId="{3413FAC6-9E2A-6D4C-8592-9F31D272D137}" srcId="{7525A05C-DEEF-D049-B433-AEDEF823843A}" destId="{C55C8E9B-FD37-074C-BFF6-DD30EBBEBEA5}" srcOrd="0" destOrd="0" parTransId="{F23FBEB8-51B6-D54D-A709-F8CF761EE4F2}" sibTransId="{F1D0A3C7-FD5B-B843-88CC-469769BC25B8}"/>
    <dgm:cxn modelId="{AE0A59C8-4CFB-F54E-8A20-2CDF8A0F2002}" type="presOf" srcId="{7525A05C-DEEF-D049-B433-AEDEF823843A}" destId="{D48F7CAA-0278-8240-8FAA-FE067A5D04D9}" srcOrd="0" destOrd="0" presId="urn:microsoft.com/office/officeart/2005/8/layout/bProcess3"/>
    <dgm:cxn modelId="{7C07FBD4-EAD3-4D4E-BF2D-18600565EA33}" type="presOf" srcId="{27D62082-75CC-184C-9FB7-60E6C8978923}" destId="{7F0E2F1E-C94E-DA40-B648-541F47EB3C53}" srcOrd="1" destOrd="0" presId="urn:microsoft.com/office/officeart/2005/8/layout/bProcess3"/>
    <dgm:cxn modelId="{75CA6EDC-3FAF-5149-9018-8FED8A7BD37D}" srcId="{1C636429-2738-F546-A916-80EEDF1E10FA}" destId="{CB4A86C1-E3C9-3F4E-A3D7-ADA5832AF8F4}" srcOrd="1" destOrd="0" parTransId="{B8D28C66-3AC0-A149-A08C-BA984C1BC79C}" sibTransId="{953D51F2-F817-5E4D-8D86-196CB93CCC36}"/>
    <dgm:cxn modelId="{ED2CF9DF-E8F0-A14C-B970-12021D55A99B}" srcId="{1C636429-2738-F546-A916-80EEDF1E10FA}" destId="{FED9EA23-173A-404C-87C6-AC58E07F2389}" srcOrd="5" destOrd="0" parTransId="{EF95EAB5-4B6A-7B46-9805-48F1555C5601}" sibTransId="{E1DD6C9C-D477-2440-99E1-8F42B7070D9F}"/>
    <dgm:cxn modelId="{147CEFEA-A202-5B40-A2D9-A3C9DCD1BD6E}" type="presOf" srcId="{8F003CF4-8A60-984A-9D02-B6B83050EFD0}" destId="{4198B288-5E33-5949-9D82-DB2307909588}" srcOrd="0" destOrd="1" presId="urn:microsoft.com/office/officeart/2005/8/layout/bProcess3"/>
    <dgm:cxn modelId="{15A5C6EC-52BB-DB46-B48C-669F4803E4F1}" srcId="{1C636429-2738-F546-A916-80EEDF1E10FA}" destId="{853B68A4-E045-6C44-81AC-BD6D2EDD6120}" srcOrd="2" destOrd="0" parTransId="{E4A0037A-F217-1844-B047-E9B0F378373C}" sibTransId="{C2D31CE6-9201-EC44-B718-1FF04AE572E4}"/>
    <dgm:cxn modelId="{F092D1F4-B90D-C549-9991-4175A5FECA83}" type="presOf" srcId="{1DD15041-7803-0446-9821-1DE8F32CE256}" destId="{B109764F-60F3-E749-9AE5-95B69D3F63D9}" srcOrd="0" destOrd="0" presId="urn:microsoft.com/office/officeart/2005/8/layout/bProcess3"/>
    <dgm:cxn modelId="{2059DCFF-53E0-974E-A713-1C509D93A546}" srcId="{CB4A86C1-E3C9-3F4E-A3D7-ADA5832AF8F4}" destId="{CE39FD04-B2A9-5A45-85CD-5495455BDD3B}" srcOrd="0" destOrd="0" parTransId="{BD4BE912-0DB4-7E40-A21B-E9232D61E886}" sibTransId="{8E79852C-9C95-DA4F-BA96-D2C0410A69D0}"/>
    <dgm:cxn modelId="{45C66AD1-7C7E-2541-BE5B-536F796538FA}" type="presParOf" srcId="{C1E8BCA6-215E-E746-AEBE-E22E0BFEF693}" destId="{4198B288-5E33-5949-9D82-DB2307909588}" srcOrd="0" destOrd="0" presId="urn:microsoft.com/office/officeart/2005/8/layout/bProcess3"/>
    <dgm:cxn modelId="{FEDC2418-FB59-E646-8426-C60326DC6763}" type="presParOf" srcId="{C1E8BCA6-215E-E746-AEBE-E22E0BFEF693}" destId="{631121B5-F90D-4E46-B8FD-6CEC9D573020}" srcOrd="1" destOrd="0" presId="urn:microsoft.com/office/officeart/2005/8/layout/bProcess3"/>
    <dgm:cxn modelId="{3BA37769-9FC1-2745-91EB-588463F88803}" type="presParOf" srcId="{631121B5-F90D-4E46-B8FD-6CEC9D573020}" destId="{7F0E2F1E-C94E-DA40-B648-541F47EB3C53}" srcOrd="0" destOrd="0" presId="urn:microsoft.com/office/officeart/2005/8/layout/bProcess3"/>
    <dgm:cxn modelId="{D339BECC-4C71-D942-98A7-26C365670F4B}" type="presParOf" srcId="{C1E8BCA6-215E-E746-AEBE-E22E0BFEF693}" destId="{5E43B7A7-1089-3A4F-B1C4-0B9B8381D3AD}" srcOrd="2" destOrd="0" presId="urn:microsoft.com/office/officeart/2005/8/layout/bProcess3"/>
    <dgm:cxn modelId="{A204AF74-CC8E-D74C-A16A-2C677BF367AA}" type="presParOf" srcId="{C1E8BCA6-215E-E746-AEBE-E22E0BFEF693}" destId="{6E7EBF88-55F2-0E4E-90DA-D1819370D293}" srcOrd="3" destOrd="0" presId="urn:microsoft.com/office/officeart/2005/8/layout/bProcess3"/>
    <dgm:cxn modelId="{25207581-28D5-DC48-8A7A-74E6A9FB6488}" type="presParOf" srcId="{6E7EBF88-55F2-0E4E-90DA-D1819370D293}" destId="{9BF7BD5C-860D-934F-89CF-ACA271BC028C}" srcOrd="0" destOrd="0" presId="urn:microsoft.com/office/officeart/2005/8/layout/bProcess3"/>
    <dgm:cxn modelId="{20665886-4032-774D-BF3E-5F750FEE49F0}" type="presParOf" srcId="{C1E8BCA6-215E-E746-AEBE-E22E0BFEF693}" destId="{9631B1BB-A22D-5A45-ABBF-FE947F511F80}" srcOrd="4" destOrd="0" presId="urn:microsoft.com/office/officeart/2005/8/layout/bProcess3"/>
    <dgm:cxn modelId="{83D42006-4953-DD4E-95DA-239742B2C749}" type="presParOf" srcId="{C1E8BCA6-215E-E746-AEBE-E22E0BFEF693}" destId="{51079562-9429-E64A-9F8F-15ABD7DBF7FD}" srcOrd="5" destOrd="0" presId="urn:microsoft.com/office/officeart/2005/8/layout/bProcess3"/>
    <dgm:cxn modelId="{EEE7CC3B-2654-884A-A37E-5298812A56AF}" type="presParOf" srcId="{51079562-9429-E64A-9F8F-15ABD7DBF7FD}" destId="{E7CBA334-3534-BB45-AC94-C45FF46DDE2D}" srcOrd="0" destOrd="0" presId="urn:microsoft.com/office/officeart/2005/8/layout/bProcess3"/>
    <dgm:cxn modelId="{62F2329E-DA06-6D4E-966E-EDAFC82ED476}" type="presParOf" srcId="{C1E8BCA6-215E-E746-AEBE-E22E0BFEF693}" destId="{B109764F-60F3-E749-9AE5-95B69D3F63D9}" srcOrd="6" destOrd="0" presId="urn:microsoft.com/office/officeart/2005/8/layout/bProcess3"/>
    <dgm:cxn modelId="{17B91066-E056-7F4D-B2AB-6DFC79AF8046}" type="presParOf" srcId="{C1E8BCA6-215E-E746-AEBE-E22E0BFEF693}" destId="{C1D27491-8205-D643-90DC-71FD8A31FE32}" srcOrd="7" destOrd="0" presId="urn:microsoft.com/office/officeart/2005/8/layout/bProcess3"/>
    <dgm:cxn modelId="{5ED82122-3124-DE48-BDED-CD37825BBAEA}" type="presParOf" srcId="{C1D27491-8205-D643-90DC-71FD8A31FE32}" destId="{0B0338DD-BBC5-D445-A1DF-1C17B2010AD2}" srcOrd="0" destOrd="0" presId="urn:microsoft.com/office/officeart/2005/8/layout/bProcess3"/>
    <dgm:cxn modelId="{2935AB04-ED26-164A-8EF7-D0E5C409EAF6}" type="presParOf" srcId="{C1E8BCA6-215E-E746-AEBE-E22E0BFEF693}" destId="{D48F7CAA-0278-8240-8FAA-FE067A5D04D9}" srcOrd="8" destOrd="0" presId="urn:microsoft.com/office/officeart/2005/8/layout/bProcess3"/>
    <dgm:cxn modelId="{2DB0C3C2-9400-2241-B1F6-5E4907A11C4D}" type="presParOf" srcId="{C1E8BCA6-215E-E746-AEBE-E22E0BFEF693}" destId="{71B0C6C9-D4C6-D84F-8A1A-6C057EDBC2A7}" srcOrd="9" destOrd="0" presId="urn:microsoft.com/office/officeart/2005/8/layout/bProcess3"/>
    <dgm:cxn modelId="{720AF23A-C09C-D446-8E4F-3CBCD4DFFFAB}" type="presParOf" srcId="{71B0C6C9-D4C6-D84F-8A1A-6C057EDBC2A7}" destId="{62EFFE04-00EA-D148-93F4-E1428BE2580F}" srcOrd="0" destOrd="0" presId="urn:microsoft.com/office/officeart/2005/8/layout/bProcess3"/>
    <dgm:cxn modelId="{ABE7D861-E79B-324E-9026-EF48DB72974A}" type="presParOf" srcId="{C1E8BCA6-215E-E746-AEBE-E22E0BFEF693}" destId="{4A9314AF-31E5-2F46-A15A-D4ED62769F9A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495C8B2-9642-0449-93F7-3C51760F1A34}" type="doc">
      <dgm:prSet loTypeId="urn:microsoft.com/office/officeart/2005/8/layout/bProcess3" loCatId="process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6D0CE47-97A5-E24F-9275-7182B155D4CD}">
      <dgm:prSet/>
      <dgm:spPr/>
      <dgm:t>
        <a:bodyPr/>
        <a:lstStyle/>
        <a:p>
          <a:pPr rtl="0"/>
          <a:r>
            <a:rPr lang="en-US" dirty="0">
              <a:solidFill>
                <a:schemeClr val="tx1"/>
              </a:solidFill>
              <a:effectLst/>
            </a:rPr>
            <a:t>Principal reason for change was the electrical constraints encountered with increasing the frequency of wide synchronous buses</a:t>
          </a:r>
        </a:p>
      </dgm:t>
    </dgm:pt>
    <dgm:pt modelId="{EB207F82-D916-2740-A9B1-6723AA31F9D2}" type="parTrans" cxnId="{55EAE053-F070-A74B-96BD-D29900398303}">
      <dgm:prSet/>
      <dgm:spPr/>
      <dgm:t>
        <a:bodyPr/>
        <a:lstStyle/>
        <a:p>
          <a:endParaRPr lang="en-US"/>
        </a:p>
      </dgm:t>
    </dgm:pt>
    <dgm:pt modelId="{77F8759A-B7FA-5440-9D4A-AEC7CC3FF598}" type="sibTrans" cxnId="{55EAE053-F070-A74B-96BD-D29900398303}">
      <dgm:prSet/>
      <dgm:spPr/>
      <dgm:t>
        <a:bodyPr/>
        <a:lstStyle/>
        <a:p>
          <a:endParaRPr lang="en-US" dirty="0"/>
        </a:p>
      </dgm:t>
    </dgm:pt>
    <dgm:pt modelId="{43CD7155-CA35-A546-B59F-D879E8CE0CEA}">
      <dgm:prSet/>
      <dgm:spPr/>
      <dgm:t>
        <a:bodyPr/>
        <a:lstStyle/>
        <a:p>
          <a:pPr rtl="0"/>
          <a:r>
            <a:rPr lang="en-US" b="0" dirty="0">
              <a:solidFill>
                <a:schemeClr val="tx1"/>
              </a:solidFill>
              <a:effectLst/>
            </a:rPr>
            <a:t>At higher and higher data rates it becomes increasingly difficult to perform the synchronization and arbitration functions in a timely fashion</a:t>
          </a:r>
        </a:p>
      </dgm:t>
    </dgm:pt>
    <dgm:pt modelId="{B0850E44-DB3D-7042-8539-593427B1A81C}" type="parTrans" cxnId="{765D3A70-C70C-514B-8B25-A133F06666E2}">
      <dgm:prSet/>
      <dgm:spPr/>
      <dgm:t>
        <a:bodyPr/>
        <a:lstStyle/>
        <a:p>
          <a:endParaRPr lang="en-US"/>
        </a:p>
      </dgm:t>
    </dgm:pt>
    <dgm:pt modelId="{CDDAF040-0E7B-984B-9E87-869488C1B894}" type="sibTrans" cxnId="{765D3A70-C70C-514B-8B25-A133F06666E2}">
      <dgm:prSet/>
      <dgm:spPr/>
      <dgm:t>
        <a:bodyPr/>
        <a:lstStyle/>
        <a:p>
          <a:endParaRPr lang="en-US" dirty="0"/>
        </a:p>
      </dgm:t>
    </dgm:pt>
    <dgm:pt modelId="{1AAC6EEE-461B-3842-B0ED-A4593E9F817B}">
      <dgm:prSet/>
      <dgm:spPr/>
      <dgm:t>
        <a:bodyPr/>
        <a:lstStyle/>
        <a:p>
          <a:pPr rtl="0"/>
          <a:r>
            <a:rPr lang="en-US" dirty="0">
              <a:solidFill>
                <a:schemeClr val="tx1"/>
              </a:solidFill>
              <a:effectLst/>
            </a:rPr>
            <a:t>A conventional shared bus on the same chip magnified the difficulties of increasing bus data rate and reducing bus latency to keep up with the processors</a:t>
          </a:r>
        </a:p>
      </dgm:t>
    </dgm:pt>
    <dgm:pt modelId="{F5202892-F649-0144-887D-7AC32FA73BEF}" type="parTrans" cxnId="{8BC6AFC2-7B9C-5341-A791-A07442635419}">
      <dgm:prSet/>
      <dgm:spPr/>
      <dgm:t>
        <a:bodyPr/>
        <a:lstStyle/>
        <a:p>
          <a:endParaRPr lang="en-US"/>
        </a:p>
      </dgm:t>
    </dgm:pt>
    <dgm:pt modelId="{933BF280-5C8B-8946-83F6-817B5202C80D}" type="sibTrans" cxnId="{8BC6AFC2-7B9C-5341-A791-A07442635419}">
      <dgm:prSet/>
      <dgm:spPr/>
      <dgm:t>
        <a:bodyPr/>
        <a:lstStyle/>
        <a:p>
          <a:endParaRPr lang="en-US" dirty="0"/>
        </a:p>
      </dgm:t>
    </dgm:pt>
    <dgm:pt modelId="{7B5C7865-F134-744D-B38B-370CA10A1AC5}">
      <dgm:prSet/>
      <dgm:spPr/>
      <dgm:t>
        <a:bodyPr/>
        <a:lstStyle/>
        <a:p>
          <a:pPr rtl="0"/>
          <a:r>
            <a:rPr lang="en-US" dirty="0">
              <a:solidFill>
                <a:schemeClr val="tx1"/>
              </a:solidFill>
              <a:effectLst/>
            </a:rPr>
            <a:t>Has lower latency, higher data rate, and better scalability</a:t>
          </a:r>
        </a:p>
      </dgm:t>
    </dgm:pt>
    <dgm:pt modelId="{9A8ABE53-5AAF-7B49-AAF4-E838FDE1E54A}" type="parTrans" cxnId="{C860E854-92C1-4C4A-A17B-6F95D63D6EEB}">
      <dgm:prSet/>
      <dgm:spPr/>
      <dgm:t>
        <a:bodyPr/>
        <a:lstStyle/>
        <a:p>
          <a:endParaRPr lang="en-US"/>
        </a:p>
      </dgm:t>
    </dgm:pt>
    <dgm:pt modelId="{7AE049DE-2BAF-C846-9A4A-9961465A48A9}" type="sibTrans" cxnId="{C860E854-92C1-4C4A-A17B-6F95D63D6EEB}">
      <dgm:prSet/>
      <dgm:spPr/>
      <dgm:t>
        <a:bodyPr/>
        <a:lstStyle/>
        <a:p>
          <a:endParaRPr lang="en-US"/>
        </a:p>
      </dgm:t>
    </dgm:pt>
    <dgm:pt modelId="{28739320-CC9B-1940-B126-6E14B9E0E2D9}" type="pres">
      <dgm:prSet presAssocID="{2495C8B2-9642-0449-93F7-3C51760F1A34}" presName="Name0" presStyleCnt="0">
        <dgm:presLayoutVars>
          <dgm:dir/>
          <dgm:resizeHandles val="exact"/>
        </dgm:presLayoutVars>
      </dgm:prSet>
      <dgm:spPr/>
    </dgm:pt>
    <dgm:pt modelId="{FB6AD10D-0170-A941-8C38-590D121EC16D}" type="pres">
      <dgm:prSet presAssocID="{06D0CE47-97A5-E24F-9275-7182B155D4CD}" presName="node" presStyleLbl="node1" presStyleIdx="0" presStyleCnt="4">
        <dgm:presLayoutVars>
          <dgm:bulletEnabled val="1"/>
        </dgm:presLayoutVars>
      </dgm:prSet>
      <dgm:spPr/>
    </dgm:pt>
    <dgm:pt modelId="{C7584B08-0A1F-BA49-88AC-29D02014566B}" type="pres">
      <dgm:prSet presAssocID="{77F8759A-B7FA-5440-9D4A-AEC7CC3FF598}" presName="sibTrans" presStyleLbl="sibTrans1D1" presStyleIdx="0" presStyleCnt="3"/>
      <dgm:spPr/>
    </dgm:pt>
    <dgm:pt modelId="{9358B347-AADE-6F4E-BA2C-D53B138F8F09}" type="pres">
      <dgm:prSet presAssocID="{77F8759A-B7FA-5440-9D4A-AEC7CC3FF598}" presName="connectorText" presStyleLbl="sibTrans1D1" presStyleIdx="0" presStyleCnt="3"/>
      <dgm:spPr/>
    </dgm:pt>
    <dgm:pt modelId="{C5C28F71-B6F1-6140-ABE4-F2F8EFEA2A60}" type="pres">
      <dgm:prSet presAssocID="{43CD7155-CA35-A546-B59F-D879E8CE0CEA}" presName="node" presStyleLbl="node1" presStyleIdx="1" presStyleCnt="4">
        <dgm:presLayoutVars>
          <dgm:bulletEnabled val="1"/>
        </dgm:presLayoutVars>
      </dgm:prSet>
      <dgm:spPr/>
    </dgm:pt>
    <dgm:pt modelId="{7C6C8CC4-8DDC-DB4A-A864-BBAD91FF52D0}" type="pres">
      <dgm:prSet presAssocID="{CDDAF040-0E7B-984B-9E87-869488C1B894}" presName="sibTrans" presStyleLbl="sibTrans1D1" presStyleIdx="1" presStyleCnt="3"/>
      <dgm:spPr/>
    </dgm:pt>
    <dgm:pt modelId="{B3398396-CF36-4049-A997-2CC644C2C964}" type="pres">
      <dgm:prSet presAssocID="{CDDAF040-0E7B-984B-9E87-869488C1B894}" presName="connectorText" presStyleLbl="sibTrans1D1" presStyleIdx="1" presStyleCnt="3"/>
      <dgm:spPr/>
    </dgm:pt>
    <dgm:pt modelId="{21465F50-952A-4B49-80A1-8A7E476A9ABC}" type="pres">
      <dgm:prSet presAssocID="{1AAC6EEE-461B-3842-B0ED-A4593E9F817B}" presName="node" presStyleLbl="node1" presStyleIdx="2" presStyleCnt="4">
        <dgm:presLayoutVars>
          <dgm:bulletEnabled val="1"/>
        </dgm:presLayoutVars>
      </dgm:prSet>
      <dgm:spPr/>
    </dgm:pt>
    <dgm:pt modelId="{CF1B19A3-10CB-BC46-BEE6-87DE4C2D918F}" type="pres">
      <dgm:prSet presAssocID="{933BF280-5C8B-8946-83F6-817B5202C80D}" presName="sibTrans" presStyleLbl="sibTrans1D1" presStyleIdx="2" presStyleCnt="3"/>
      <dgm:spPr/>
    </dgm:pt>
    <dgm:pt modelId="{FF20F125-3D9B-FD44-9BBD-6B12C47252B4}" type="pres">
      <dgm:prSet presAssocID="{933BF280-5C8B-8946-83F6-817B5202C80D}" presName="connectorText" presStyleLbl="sibTrans1D1" presStyleIdx="2" presStyleCnt="3"/>
      <dgm:spPr/>
    </dgm:pt>
    <dgm:pt modelId="{3448E9C8-F176-0341-AC42-1CEFBB051AEF}" type="pres">
      <dgm:prSet presAssocID="{7B5C7865-F134-744D-B38B-370CA10A1AC5}" presName="node" presStyleLbl="node1" presStyleIdx="3" presStyleCnt="4">
        <dgm:presLayoutVars>
          <dgm:bulletEnabled val="1"/>
        </dgm:presLayoutVars>
      </dgm:prSet>
      <dgm:spPr/>
    </dgm:pt>
  </dgm:ptLst>
  <dgm:cxnLst>
    <dgm:cxn modelId="{E9549512-72C6-3748-BA62-EB0E51FB9339}" type="presOf" srcId="{43CD7155-CA35-A546-B59F-D879E8CE0CEA}" destId="{C5C28F71-B6F1-6140-ABE4-F2F8EFEA2A60}" srcOrd="0" destOrd="0" presId="urn:microsoft.com/office/officeart/2005/8/layout/bProcess3"/>
    <dgm:cxn modelId="{E3D09C21-7C03-244E-8E42-8DCCEDAFCB73}" type="presOf" srcId="{2495C8B2-9642-0449-93F7-3C51760F1A34}" destId="{28739320-CC9B-1940-B126-6E14B9E0E2D9}" srcOrd="0" destOrd="0" presId="urn:microsoft.com/office/officeart/2005/8/layout/bProcess3"/>
    <dgm:cxn modelId="{7338FC63-0C7A-1C42-AE91-0777F34ED8C5}" type="presOf" srcId="{CDDAF040-0E7B-984B-9E87-869488C1B894}" destId="{7C6C8CC4-8DDC-DB4A-A864-BBAD91FF52D0}" srcOrd="0" destOrd="0" presId="urn:microsoft.com/office/officeart/2005/8/layout/bProcess3"/>
    <dgm:cxn modelId="{ECF24F6A-A43F-F649-808B-8F9173359E10}" type="presOf" srcId="{933BF280-5C8B-8946-83F6-817B5202C80D}" destId="{FF20F125-3D9B-FD44-9BBD-6B12C47252B4}" srcOrd="1" destOrd="0" presId="urn:microsoft.com/office/officeart/2005/8/layout/bProcess3"/>
    <dgm:cxn modelId="{9458954F-5364-AF42-ABDB-5199DF3161CB}" type="presOf" srcId="{7B5C7865-F134-744D-B38B-370CA10A1AC5}" destId="{3448E9C8-F176-0341-AC42-1CEFBB051AEF}" srcOrd="0" destOrd="0" presId="urn:microsoft.com/office/officeart/2005/8/layout/bProcess3"/>
    <dgm:cxn modelId="{765D3A70-C70C-514B-8B25-A133F06666E2}" srcId="{2495C8B2-9642-0449-93F7-3C51760F1A34}" destId="{43CD7155-CA35-A546-B59F-D879E8CE0CEA}" srcOrd="1" destOrd="0" parTransId="{B0850E44-DB3D-7042-8539-593427B1A81C}" sibTransId="{CDDAF040-0E7B-984B-9E87-869488C1B894}"/>
    <dgm:cxn modelId="{55EAE053-F070-A74B-96BD-D29900398303}" srcId="{2495C8B2-9642-0449-93F7-3C51760F1A34}" destId="{06D0CE47-97A5-E24F-9275-7182B155D4CD}" srcOrd="0" destOrd="0" parTransId="{EB207F82-D916-2740-A9B1-6723AA31F9D2}" sibTransId="{77F8759A-B7FA-5440-9D4A-AEC7CC3FF598}"/>
    <dgm:cxn modelId="{C860E854-92C1-4C4A-A17B-6F95D63D6EEB}" srcId="{2495C8B2-9642-0449-93F7-3C51760F1A34}" destId="{7B5C7865-F134-744D-B38B-370CA10A1AC5}" srcOrd="3" destOrd="0" parTransId="{9A8ABE53-5AAF-7B49-AAF4-E838FDE1E54A}" sibTransId="{7AE049DE-2BAF-C846-9A4A-9961465A48A9}"/>
    <dgm:cxn modelId="{C8632283-988B-A246-A92A-72B594A3D257}" type="presOf" srcId="{CDDAF040-0E7B-984B-9E87-869488C1B894}" destId="{B3398396-CF36-4049-A997-2CC644C2C964}" srcOrd="1" destOrd="0" presId="urn:microsoft.com/office/officeart/2005/8/layout/bProcess3"/>
    <dgm:cxn modelId="{59312584-B37E-9541-8693-6BC02B22D025}" type="presOf" srcId="{1AAC6EEE-461B-3842-B0ED-A4593E9F817B}" destId="{21465F50-952A-4B49-80A1-8A7E476A9ABC}" srcOrd="0" destOrd="0" presId="urn:microsoft.com/office/officeart/2005/8/layout/bProcess3"/>
    <dgm:cxn modelId="{8FA95391-58C3-F54E-9758-14E0340229A1}" type="presOf" srcId="{77F8759A-B7FA-5440-9D4A-AEC7CC3FF598}" destId="{9358B347-AADE-6F4E-BA2C-D53B138F8F09}" srcOrd="1" destOrd="0" presId="urn:microsoft.com/office/officeart/2005/8/layout/bProcess3"/>
    <dgm:cxn modelId="{8BC6AFC2-7B9C-5341-A791-A07442635419}" srcId="{2495C8B2-9642-0449-93F7-3C51760F1A34}" destId="{1AAC6EEE-461B-3842-B0ED-A4593E9F817B}" srcOrd="2" destOrd="0" parTransId="{F5202892-F649-0144-887D-7AC32FA73BEF}" sibTransId="{933BF280-5C8B-8946-83F6-817B5202C80D}"/>
    <dgm:cxn modelId="{A3F802C7-05DD-7D45-90BA-C5130D09741A}" type="presOf" srcId="{933BF280-5C8B-8946-83F6-817B5202C80D}" destId="{CF1B19A3-10CB-BC46-BEE6-87DE4C2D918F}" srcOrd="0" destOrd="0" presId="urn:microsoft.com/office/officeart/2005/8/layout/bProcess3"/>
    <dgm:cxn modelId="{2ED9D9CE-331D-104C-9EC8-1758966DECB2}" type="presOf" srcId="{77F8759A-B7FA-5440-9D4A-AEC7CC3FF598}" destId="{C7584B08-0A1F-BA49-88AC-29D02014566B}" srcOrd="0" destOrd="0" presId="urn:microsoft.com/office/officeart/2005/8/layout/bProcess3"/>
    <dgm:cxn modelId="{9495C5F0-933F-8E43-909F-361499935C83}" type="presOf" srcId="{06D0CE47-97A5-E24F-9275-7182B155D4CD}" destId="{FB6AD10D-0170-A941-8C38-590D121EC16D}" srcOrd="0" destOrd="0" presId="urn:microsoft.com/office/officeart/2005/8/layout/bProcess3"/>
    <dgm:cxn modelId="{21B0EDCD-1C2D-504D-907E-26327BAE45E5}" type="presParOf" srcId="{28739320-CC9B-1940-B126-6E14B9E0E2D9}" destId="{FB6AD10D-0170-A941-8C38-590D121EC16D}" srcOrd="0" destOrd="0" presId="urn:microsoft.com/office/officeart/2005/8/layout/bProcess3"/>
    <dgm:cxn modelId="{F9C0C3AF-B32E-5F44-8929-CBBC68B1B936}" type="presParOf" srcId="{28739320-CC9B-1940-B126-6E14B9E0E2D9}" destId="{C7584B08-0A1F-BA49-88AC-29D02014566B}" srcOrd="1" destOrd="0" presId="urn:microsoft.com/office/officeart/2005/8/layout/bProcess3"/>
    <dgm:cxn modelId="{C56917E2-100E-934A-AD83-EE470D8DC82A}" type="presParOf" srcId="{C7584B08-0A1F-BA49-88AC-29D02014566B}" destId="{9358B347-AADE-6F4E-BA2C-D53B138F8F09}" srcOrd="0" destOrd="0" presId="urn:microsoft.com/office/officeart/2005/8/layout/bProcess3"/>
    <dgm:cxn modelId="{A42601D1-3327-C249-B028-E87FCA642DD2}" type="presParOf" srcId="{28739320-CC9B-1940-B126-6E14B9E0E2D9}" destId="{C5C28F71-B6F1-6140-ABE4-F2F8EFEA2A60}" srcOrd="2" destOrd="0" presId="urn:microsoft.com/office/officeart/2005/8/layout/bProcess3"/>
    <dgm:cxn modelId="{D802B615-8883-D341-BAA5-959A348DF83F}" type="presParOf" srcId="{28739320-CC9B-1940-B126-6E14B9E0E2D9}" destId="{7C6C8CC4-8DDC-DB4A-A864-BBAD91FF52D0}" srcOrd="3" destOrd="0" presId="urn:microsoft.com/office/officeart/2005/8/layout/bProcess3"/>
    <dgm:cxn modelId="{C52AF1AA-7899-7446-81E5-240CCDC925B6}" type="presParOf" srcId="{7C6C8CC4-8DDC-DB4A-A864-BBAD91FF52D0}" destId="{B3398396-CF36-4049-A997-2CC644C2C964}" srcOrd="0" destOrd="0" presId="urn:microsoft.com/office/officeart/2005/8/layout/bProcess3"/>
    <dgm:cxn modelId="{C6882C9B-C439-7246-9624-2CD59A9C8F7E}" type="presParOf" srcId="{28739320-CC9B-1940-B126-6E14B9E0E2D9}" destId="{21465F50-952A-4B49-80A1-8A7E476A9ABC}" srcOrd="4" destOrd="0" presId="urn:microsoft.com/office/officeart/2005/8/layout/bProcess3"/>
    <dgm:cxn modelId="{CC71DB90-ACB1-E74C-B299-DA5F4C9B24AF}" type="presParOf" srcId="{28739320-CC9B-1940-B126-6E14B9E0E2D9}" destId="{CF1B19A3-10CB-BC46-BEE6-87DE4C2D918F}" srcOrd="5" destOrd="0" presId="urn:microsoft.com/office/officeart/2005/8/layout/bProcess3"/>
    <dgm:cxn modelId="{E3D24B5B-F6B2-834C-85A4-E207DCC57ABD}" type="presParOf" srcId="{CF1B19A3-10CB-BC46-BEE6-87DE4C2D918F}" destId="{FF20F125-3D9B-FD44-9BBD-6B12C47252B4}" srcOrd="0" destOrd="0" presId="urn:microsoft.com/office/officeart/2005/8/layout/bProcess3"/>
    <dgm:cxn modelId="{56378566-8BE8-9044-B3D8-C81DBBAB9C0C}" type="presParOf" srcId="{28739320-CC9B-1940-B126-6E14B9E0E2D9}" destId="{3448E9C8-F176-0341-AC42-1CEFBB051AEF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92244F-0972-284B-BD79-4BDF0FE0F3E9}">
      <dsp:nvSpPr>
        <dsp:cNvPr id="0" name=""/>
        <dsp:cNvSpPr/>
      </dsp:nvSpPr>
      <dsp:spPr>
        <a:xfrm>
          <a:off x="0" y="266580"/>
          <a:ext cx="6248400" cy="56159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Software</a:t>
          </a:r>
        </a:p>
      </dsp:txBody>
      <dsp:txXfrm>
        <a:off x="27415" y="293995"/>
        <a:ext cx="6193570" cy="506769"/>
      </dsp:txXfrm>
    </dsp:sp>
    <dsp:sp modelId="{13B14588-5A20-EA4F-979E-F796522A9FDC}">
      <dsp:nvSpPr>
        <dsp:cNvPr id="0" name=""/>
        <dsp:cNvSpPr/>
      </dsp:nvSpPr>
      <dsp:spPr>
        <a:xfrm>
          <a:off x="0" y="828180"/>
          <a:ext cx="6248400" cy="146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387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A sequence of codes or instructions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Part of the hardware interprets each instruction and generates control signals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Provide a new sequence of codes for each new program instead of rewiring the hardware</a:t>
          </a:r>
        </a:p>
      </dsp:txBody>
      <dsp:txXfrm>
        <a:off x="0" y="828180"/>
        <a:ext cx="6248400" cy="1465560"/>
      </dsp:txXfrm>
    </dsp:sp>
    <dsp:sp modelId="{759BB5A2-667B-D94C-B06E-5A570D0844D7}">
      <dsp:nvSpPr>
        <dsp:cNvPr id="0" name=""/>
        <dsp:cNvSpPr/>
      </dsp:nvSpPr>
      <dsp:spPr>
        <a:xfrm>
          <a:off x="0" y="2293740"/>
          <a:ext cx="6248400" cy="561599"/>
        </a:xfrm>
        <a:prstGeom prst="roundRect">
          <a:avLst/>
        </a:prstGeom>
        <a:gradFill rotWithShape="0">
          <a:gsLst>
            <a:gs pos="0">
              <a:schemeClr val="accent3">
                <a:hueOff val="-1080000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3">
                <a:hueOff val="-1080000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Major components:</a:t>
          </a:r>
        </a:p>
      </dsp:txBody>
      <dsp:txXfrm>
        <a:off x="27415" y="2321155"/>
        <a:ext cx="6193570" cy="506769"/>
      </dsp:txXfrm>
    </dsp:sp>
    <dsp:sp modelId="{71A7FB0B-C6BF-A948-80B4-3819DEC8407E}">
      <dsp:nvSpPr>
        <dsp:cNvPr id="0" name=""/>
        <dsp:cNvSpPr/>
      </dsp:nvSpPr>
      <dsp:spPr>
        <a:xfrm>
          <a:off x="0" y="2855340"/>
          <a:ext cx="6248400" cy="3278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387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CPU	</a:t>
          </a:r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Instruction interpreter</a:t>
          </a:r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Module of general-purpose arithmetic and logic functions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I/O Components</a:t>
          </a:r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Input module</a:t>
          </a:r>
        </a:p>
        <a:p>
          <a:pPr marL="514350" lvl="3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Contains basic components for accepting data and instructions and converting them into an internal form of signals usable by the system</a:t>
          </a:r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Output module</a:t>
          </a:r>
        </a:p>
        <a:p>
          <a:pPr marL="514350" lvl="3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Means of reporting results</a:t>
          </a:r>
        </a:p>
      </dsp:txBody>
      <dsp:txXfrm>
        <a:off x="0" y="2855340"/>
        <a:ext cx="6248400" cy="3278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33435A-1843-9E4D-86D0-607B7423AE6C}">
      <dsp:nvSpPr>
        <dsp:cNvPr id="0" name=""/>
        <dsp:cNvSpPr/>
      </dsp:nvSpPr>
      <dsp:spPr>
        <a:xfrm>
          <a:off x="0" y="100851"/>
          <a:ext cx="5970495" cy="5970495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3">
            <a:lumMod val="60000"/>
            <a:lumOff val="40000"/>
          </a:schemeClr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B4E5ECE-AE35-9C49-8316-64B43915F2B2}">
      <dsp:nvSpPr>
        <dsp:cNvPr id="0" name=""/>
        <dsp:cNvSpPr/>
      </dsp:nvSpPr>
      <dsp:spPr>
        <a:xfrm>
          <a:off x="388082" y="488934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address register (MAR)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Specifies the address in memory for the next read or write</a:t>
          </a:r>
        </a:p>
      </dsp:txBody>
      <dsp:txXfrm>
        <a:off x="504664" y="605516"/>
        <a:ext cx="2155034" cy="2155034"/>
      </dsp:txXfrm>
    </dsp:sp>
    <dsp:sp modelId="{97999900-43C2-D54D-B582-06A49E5B2881}">
      <dsp:nvSpPr>
        <dsp:cNvPr id="0" name=""/>
        <dsp:cNvSpPr/>
      </dsp:nvSpPr>
      <dsp:spPr>
        <a:xfrm>
          <a:off x="3194214" y="488934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buffer register (MBR)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Contains the data to be written into memory or receives the data read from memory</a:t>
          </a:r>
        </a:p>
      </dsp:txBody>
      <dsp:txXfrm>
        <a:off x="3310796" y="605516"/>
        <a:ext cx="2155034" cy="2155034"/>
      </dsp:txXfrm>
    </dsp:sp>
    <dsp:sp modelId="{FE6EC989-1B64-3F42-878F-156D7B406D89}">
      <dsp:nvSpPr>
        <dsp:cNvPr id="0" name=""/>
        <dsp:cNvSpPr/>
      </dsp:nvSpPr>
      <dsp:spPr>
        <a:xfrm>
          <a:off x="388082" y="3295066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address register (I/OAR)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Specifies a particular I/O device</a:t>
          </a:r>
        </a:p>
      </dsp:txBody>
      <dsp:txXfrm>
        <a:off x="504664" y="3411648"/>
        <a:ext cx="2155034" cy="2155034"/>
      </dsp:txXfrm>
    </dsp:sp>
    <dsp:sp modelId="{646D4236-03AD-7E41-8503-EF196816C95A}">
      <dsp:nvSpPr>
        <dsp:cNvPr id="0" name=""/>
        <dsp:cNvSpPr/>
      </dsp:nvSpPr>
      <dsp:spPr>
        <a:xfrm>
          <a:off x="3194214" y="3295066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buffer register (I/OBR)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Used for the exchange of data between an I/O module and the CPU</a:t>
          </a:r>
        </a:p>
      </dsp:txBody>
      <dsp:txXfrm>
        <a:off x="3310796" y="3411648"/>
        <a:ext cx="2155034" cy="2155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4A3D9-04BB-FF44-A8A8-6AB4DC697EE2}">
      <dsp:nvSpPr>
        <dsp:cNvPr id="0" name=""/>
        <dsp:cNvSpPr/>
      </dsp:nvSpPr>
      <dsp:spPr>
        <a:xfrm>
          <a:off x="5048619" y="3672408"/>
          <a:ext cx="2667896" cy="1728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The processor may perform some arithmetic or logic operation on data</a:t>
          </a:r>
        </a:p>
      </dsp:txBody>
      <dsp:txXfrm>
        <a:off x="5886951" y="4142419"/>
        <a:ext cx="1791601" cy="1220218"/>
      </dsp:txXfrm>
    </dsp:sp>
    <dsp:sp modelId="{2776F45E-5FC5-CA43-9A50-D05A48CD1AFA}">
      <dsp:nvSpPr>
        <dsp:cNvPr id="0" name=""/>
        <dsp:cNvSpPr/>
      </dsp:nvSpPr>
      <dsp:spPr>
        <a:xfrm>
          <a:off x="450049" y="3672408"/>
          <a:ext cx="2667896" cy="1728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An instruction may specify that the sequence of execution be altered</a:t>
          </a:r>
        </a:p>
      </dsp:txBody>
      <dsp:txXfrm>
        <a:off x="488012" y="4142419"/>
        <a:ext cx="1791601" cy="1220218"/>
      </dsp:txXfrm>
    </dsp:sp>
    <dsp:sp modelId="{FA7231E4-FE93-2E44-B26F-43C0B0662DE3}">
      <dsp:nvSpPr>
        <dsp:cNvPr id="0" name=""/>
        <dsp:cNvSpPr/>
      </dsp:nvSpPr>
      <dsp:spPr>
        <a:xfrm>
          <a:off x="4802933" y="0"/>
          <a:ext cx="2667896" cy="1728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Data transferred to or from a peripheral device by transferring between the processor and an I/O module</a:t>
          </a:r>
        </a:p>
      </dsp:txBody>
      <dsp:txXfrm>
        <a:off x="5641265" y="37963"/>
        <a:ext cx="1791601" cy="1220218"/>
      </dsp:txXfrm>
    </dsp:sp>
    <dsp:sp modelId="{9F8AAC68-863D-194A-94BC-958615861BE8}">
      <dsp:nvSpPr>
        <dsp:cNvPr id="0" name=""/>
        <dsp:cNvSpPr/>
      </dsp:nvSpPr>
      <dsp:spPr>
        <a:xfrm>
          <a:off x="450049" y="0"/>
          <a:ext cx="2667896" cy="1728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Data transferred from processor to memory or from memory to processor</a:t>
          </a:r>
        </a:p>
      </dsp:txBody>
      <dsp:txXfrm>
        <a:off x="488012" y="37963"/>
        <a:ext cx="1791601" cy="1220218"/>
      </dsp:txXfrm>
    </dsp:sp>
    <dsp:sp modelId="{31728101-0A4A-C148-9CC0-7B417D851487}">
      <dsp:nvSpPr>
        <dsp:cNvPr id="0" name=""/>
        <dsp:cNvSpPr/>
      </dsp:nvSpPr>
      <dsp:spPr>
        <a:xfrm>
          <a:off x="1567973" y="307834"/>
          <a:ext cx="2338459" cy="2338459"/>
        </a:xfrm>
        <a:prstGeom prst="pieWedg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Processor-memory</a:t>
          </a:r>
        </a:p>
      </dsp:txBody>
      <dsp:txXfrm>
        <a:off x="2252892" y="992753"/>
        <a:ext cx="1653540" cy="1653540"/>
      </dsp:txXfrm>
    </dsp:sp>
    <dsp:sp modelId="{FB9FD6F2-BE77-E846-84E9-9675E89A206D}">
      <dsp:nvSpPr>
        <dsp:cNvPr id="0" name=""/>
        <dsp:cNvSpPr/>
      </dsp:nvSpPr>
      <dsp:spPr>
        <a:xfrm rot="5400000">
          <a:off x="4014445" y="307834"/>
          <a:ext cx="2338459" cy="2338459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Processor-I/O</a:t>
          </a:r>
        </a:p>
      </dsp:txBody>
      <dsp:txXfrm rot="-5400000">
        <a:off x="4014445" y="992753"/>
        <a:ext cx="1653540" cy="1653540"/>
      </dsp:txXfrm>
    </dsp:sp>
    <dsp:sp modelId="{2255D29E-98A3-2841-959C-001A2E7769D2}">
      <dsp:nvSpPr>
        <dsp:cNvPr id="0" name=""/>
        <dsp:cNvSpPr/>
      </dsp:nvSpPr>
      <dsp:spPr>
        <a:xfrm rot="10800000">
          <a:off x="4014445" y="2754306"/>
          <a:ext cx="2338459" cy="2338459"/>
        </a:xfrm>
        <a:prstGeom prst="pieWedg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processing</a:t>
          </a:r>
        </a:p>
      </dsp:txBody>
      <dsp:txXfrm rot="10800000">
        <a:off x="4014445" y="2754306"/>
        <a:ext cx="1653540" cy="1653540"/>
      </dsp:txXfrm>
    </dsp:sp>
    <dsp:sp modelId="{AB84E314-BABC-734B-A008-40716B08F420}">
      <dsp:nvSpPr>
        <dsp:cNvPr id="0" name=""/>
        <dsp:cNvSpPr/>
      </dsp:nvSpPr>
      <dsp:spPr>
        <a:xfrm rot="16200000">
          <a:off x="1567973" y="2754306"/>
          <a:ext cx="2338459" cy="2338459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</a:t>
          </a:r>
        </a:p>
      </dsp:txBody>
      <dsp:txXfrm rot="5400000">
        <a:off x="2252892" y="2754306"/>
        <a:ext cx="1653540" cy="1653540"/>
      </dsp:txXfrm>
    </dsp:sp>
    <dsp:sp modelId="{860CA274-597B-3442-8D13-FB3B68E98947}">
      <dsp:nvSpPr>
        <dsp:cNvPr id="0" name=""/>
        <dsp:cNvSpPr/>
      </dsp:nvSpPr>
      <dsp:spPr>
        <a:xfrm>
          <a:off x="3556744" y="2214246"/>
          <a:ext cx="807389" cy="702078"/>
        </a:xfrm>
        <a:prstGeom prst="circularArrow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49BA8253-F2D2-2C49-AA5B-CEAA3BE354E5}">
      <dsp:nvSpPr>
        <dsp:cNvPr id="0" name=""/>
        <dsp:cNvSpPr/>
      </dsp:nvSpPr>
      <dsp:spPr>
        <a:xfrm rot="10800000">
          <a:off x="3556744" y="2484276"/>
          <a:ext cx="807389" cy="702078"/>
        </a:xfrm>
        <a:prstGeom prst="circularArrow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1850C-66F8-294A-83B1-1E6583C99DE7}">
      <dsp:nvSpPr>
        <dsp:cNvPr id="0" name=""/>
        <dsp:cNvSpPr/>
      </dsp:nvSpPr>
      <dsp:spPr>
        <a:xfrm>
          <a:off x="4542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Memory to processor</a:t>
          </a:r>
        </a:p>
      </dsp:txBody>
      <dsp:txXfrm>
        <a:off x="4542" y="0"/>
        <a:ext cx="1594172" cy="1554480"/>
      </dsp:txXfrm>
    </dsp:sp>
    <dsp:sp modelId="{7A289841-0DFA-DC40-B41C-1ABB1BB9507C}">
      <dsp:nvSpPr>
        <dsp:cNvPr id="0" name=""/>
        <dsp:cNvSpPr/>
      </dsp:nvSpPr>
      <dsp:spPr>
        <a:xfrm>
          <a:off x="163960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an instruction or a unit of data from memory</a:t>
          </a:r>
        </a:p>
      </dsp:txBody>
      <dsp:txXfrm>
        <a:off x="201313" y="1591833"/>
        <a:ext cx="1200631" cy="3293334"/>
      </dsp:txXfrm>
    </dsp:sp>
    <dsp:sp modelId="{B2BA994D-30F9-6C41-A55D-ED7B7441E20B}">
      <dsp:nvSpPr>
        <dsp:cNvPr id="0" name=""/>
        <dsp:cNvSpPr/>
      </dsp:nvSpPr>
      <dsp:spPr>
        <a:xfrm>
          <a:off x="1718278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Processor to memory</a:t>
          </a:r>
        </a:p>
      </dsp:txBody>
      <dsp:txXfrm>
        <a:off x="1718278" y="0"/>
        <a:ext cx="1594172" cy="1554480"/>
      </dsp:txXfrm>
    </dsp:sp>
    <dsp:sp modelId="{FFF01117-2D73-4C4A-8AA2-26B5E57EA22A}">
      <dsp:nvSpPr>
        <dsp:cNvPr id="0" name=""/>
        <dsp:cNvSpPr/>
      </dsp:nvSpPr>
      <dsp:spPr>
        <a:xfrm>
          <a:off x="1877695" y="1554480"/>
          <a:ext cx="1275337" cy="3368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writes a unit of data to memory</a:t>
          </a:r>
        </a:p>
      </dsp:txBody>
      <dsp:txXfrm>
        <a:off x="1915048" y="1591833"/>
        <a:ext cx="1200631" cy="3293334"/>
      </dsp:txXfrm>
    </dsp:sp>
    <dsp:sp modelId="{723A76A5-AF66-704D-89E4-E12C687128C3}">
      <dsp:nvSpPr>
        <dsp:cNvPr id="0" name=""/>
        <dsp:cNvSpPr/>
      </dsp:nvSpPr>
      <dsp:spPr>
        <a:xfrm>
          <a:off x="3432013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I/O to processor</a:t>
          </a:r>
        </a:p>
      </dsp:txBody>
      <dsp:txXfrm>
        <a:off x="3432013" y="0"/>
        <a:ext cx="1594172" cy="1554480"/>
      </dsp:txXfrm>
    </dsp:sp>
    <dsp:sp modelId="{F3794D44-2421-604F-9FD1-6C436C8561DE}">
      <dsp:nvSpPr>
        <dsp:cNvPr id="0" name=""/>
        <dsp:cNvSpPr/>
      </dsp:nvSpPr>
      <dsp:spPr>
        <a:xfrm>
          <a:off x="3591431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data from an I/O device via an I/O module</a:t>
          </a:r>
        </a:p>
      </dsp:txBody>
      <dsp:txXfrm>
        <a:off x="3628784" y="1591833"/>
        <a:ext cx="1200631" cy="3293334"/>
      </dsp:txXfrm>
    </dsp:sp>
    <dsp:sp modelId="{9E9C8D55-3148-6340-864D-ABBC62D922A9}">
      <dsp:nvSpPr>
        <dsp:cNvPr id="0" name=""/>
        <dsp:cNvSpPr/>
      </dsp:nvSpPr>
      <dsp:spPr>
        <a:xfrm>
          <a:off x="5145749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Processor to I/O</a:t>
          </a:r>
        </a:p>
      </dsp:txBody>
      <dsp:txXfrm>
        <a:off x="5145749" y="0"/>
        <a:ext cx="1594172" cy="1554480"/>
      </dsp:txXfrm>
    </dsp:sp>
    <dsp:sp modelId="{548D6EDE-B8B3-C746-B02A-81D3EAD378CC}">
      <dsp:nvSpPr>
        <dsp:cNvPr id="0" name=""/>
        <dsp:cNvSpPr/>
      </dsp:nvSpPr>
      <dsp:spPr>
        <a:xfrm>
          <a:off x="5305166" y="1554480"/>
          <a:ext cx="1275337" cy="3368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sends data to the I/O device</a:t>
          </a:r>
        </a:p>
      </dsp:txBody>
      <dsp:txXfrm>
        <a:off x="5342519" y="1591833"/>
        <a:ext cx="1200631" cy="3293334"/>
      </dsp:txXfrm>
    </dsp:sp>
    <dsp:sp modelId="{D2904A41-28E5-B841-BDD0-D02AAA21D5D0}">
      <dsp:nvSpPr>
        <dsp:cNvPr id="0" name=""/>
        <dsp:cNvSpPr/>
      </dsp:nvSpPr>
      <dsp:spPr>
        <a:xfrm>
          <a:off x="6859484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I/O to or from memory</a:t>
          </a:r>
        </a:p>
      </dsp:txBody>
      <dsp:txXfrm>
        <a:off x="6859484" y="0"/>
        <a:ext cx="1594172" cy="1554480"/>
      </dsp:txXfrm>
    </dsp:sp>
    <dsp:sp modelId="{CB75F928-42A8-694A-BAC0-2BC29682B0C3}">
      <dsp:nvSpPr>
        <dsp:cNvPr id="0" name=""/>
        <dsp:cNvSpPr/>
      </dsp:nvSpPr>
      <dsp:spPr>
        <a:xfrm>
          <a:off x="7018901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I/O module is allowed to exchange data directly with memory without going through the processor </a:t>
          </a:r>
          <a:r>
            <a:rPr lang="en-GB" sz="15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using direct memory access</a:t>
          </a:r>
          <a:endParaRPr lang="en-GB" sz="15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056254" y="1591833"/>
        <a:ext cx="1200631" cy="32933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121B5-F90D-4E46-B8FD-6CEC9D573020}">
      <dsp:nvSpPr>
        <dsp:cNvPr id="0" name=""/>
        <dsp:cNvSpPr/>
      </dsp:nvSpPr>
      <dsp:spPr>
        <a:xfrm>
          <a:off x="3566672" y="785318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853213" y="827861"/>
        <a:ext cx="31772" cy="6354"/>
      </dsp:txXfrm>
    </dsp:sp>
    <dsp:sp modelId="{4198B288-5E33-5949-9D82-DB2307909588}">
      <dsp:nvSpPr>
        <dsp:cNvPr id="0" name=""/>
        <dsp:cNvSpPr/>
      </dsp:nvSpPr>
      <dsp:spPr>
        <a:xfrm>
          <a:off x="805627" y="2184"/>
          <a:ext cx="2762845" cy="1657707"/>
        </a:xfrm>
        <a:prstGeom prst="rect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 communication pathway connecting two or more devices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Key characteristic is that it is a shared transmission medium</a:t>
          </a:r>
        </a:p>
      </dsp:txBody>
      <dsp:txXfrm>
        <a:off x="805627" y="2184"/>
        <a:ext cx="2762845" cy="1657707"/>
      </dsp:txXfrm>
    </dsp:sp>
    <dsp:sp modelId="{6E7EBF88-55F2-0E4E-90DA-D1819370D293}">
      <dsp:nvSpPr>
        <dsp:cNvPr id="0" name=""/>
        <dsp:cNvSpPr/>
      </dsp:nvSpPr>
      <dsp:spPr>
        <a:xfrm>
          <a:off x="2187050" y="1658091"/>
          <a:ext cx="3398299" cy="604854"/>
        </a:xfrm>
        <a:custGeom>
          <a:avLst/>
          <a:gdLst/>
          <a:ahLst/>
          <a:cxnLst/>
          <a:rect l="0" t="0" r="0" b="0"/>
          <a:pathLst>
            <a:path>
              <a:moveTo>
                <a:pt x="3398299" y="0"/>
              </a:moveTo>
              <a:lnTo>
                <a:pt x="3398299" y="319527"/>
              </a:lnTo>
              <a:lnTo>
                <a:pt x="0" y="319527"/>
              </a:lnTo>
              <a:lnTo>
                <a:pt x="0" y="604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799769" y="1957341"/>
        <a:ext cx="172860" cy="6354"/>
      </dsp:txXfrm>
    </dsp:sp>
    <dsp:sp modelId="{5E43B7A7-1089-3A4F-B1C4-0B9B8381D3AD}">
      <dsp:nvSpPr>
        <dsp:cNvPr id="0" name=""/>
        <dsp:cNvSpPr/>
      </dsp:nvSpPr>
      <dsp:spPr>
        <a:xfrm>
          <a:off x="4203927" y="2184"/>
          <a:ext cx="2762845" cy="16577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Signals transmitted by any one device are available for reception by all other devices attached to the bus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If two devices transmit during the same time period their signals will overlap and become garbled</a:t>
          </a:r>
        </a:p>
      </dsp:txBody>
      <dsp:txXfrm>
        <a:off x="4203927" y="2184"/>
        <a:ext cx="2762845" cy="1657707"/>
      </dsp:txXfrm>
    </dsp:sp>
    <dsp:sp modelId="{51079562-9429-E64A-9F8F-15ABD7DBF7FD}">
      <dsp:nvSpPr>
        <dsp:cNvPr id="0" name=""/>
        <dsp:cNvSpPr/>
      </dsp:nvSpPr>
      <dsp:spPr>
        <a:xfrm>
          <a:off x="3566672" y="3078480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853213" y="3121022"/>
        <a:ext cx="31772" cy="6354"/>
      </dsp:txXfrm>
    </dsp:sp>
    <dsp:sp modelId="{9631B1BB-A22D-5A45-ABBF-FE947F511F80}">
      <dsp:nvSpPr>
        <dsp:cNvPr id="0" name=""/>
        <dsp:cNvSpPr/>
      </dsp:nvSpPr>
      <dsp:spPr>
        <a:xfrm>
          <a:off x="805627" y="2295346"/>
          <a:ext cx="2762845" cy="1657707"/>
        </a:xfrm>
        <a:prstGeom prst="rect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Typically consists of multiple communication lines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Each line is capable of transmitting signals representing binary 1 and binary 0</a:t>
          </a:r>
        </a:p>
      </dsp:txBody>
      <dsp:txXfrm>
        <a:off x="805627" y="2295346"/>
        <a:ext cx="2762845" cy="1657707"/>
      </dsp:txXfrm>
    </dsp:sp>
    <dsp:sp modelId="{C1D27491-8205-D643-90DC-71FD8A31FE32}">
      <dsp:nvSpPr>
        <dsp:cNvPr id="0" name=""/>
        <dsp:cNvSpPr/>
      </dsp:nvSpPr>
      <dsp:spPr>
        <a:xfrm>
          <a:off x="2187050" y="3951253"/>
          <a:ext cx="3398299" cy="604854"/>
        </a:xfrm>
        <a:custGeom>
          <a:avLst/>
          <a:gdLst/>
          <a:ahLst/>
          <a:cxnLst/>
          <a:rect l="0" t="0" r="0" b="0"/>
          <a:pathLst>
            <a:path>
              <a:moveTo>
                <a:pt x="3398299" y="0"/>
              </a:moveTo>
              <a:lnTo>
                <a:pt x="3398299" y="319527"/>
              </a:lnTo>
              <a:lnTo>
                <a:pt x="0" y="319527"/>
              </a:lnTo>
              <a:lnTo>
                <a:pt x="0" y="604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799769" y="4250503"/>
        <a:ext cx="172860" cy="6354"/>
      </dsp:txXfrm>
    </dsp:sp>
    <dsp:sp modelId="{B109764F-60F3-E749-9AE5-95B69D3F63D9}">
      <dsp:nvSpPr>
        <dsp:cNvPr id="0" name=""/>
        <dsp:cNvSpPr/>
      </dsp:nvSpPr>
      <dsp:spPr>
        <a:xfrm>
          <a:off x="4203927" y="2295346"/>
          <a:ext cx="2762845" cy="1657707"/>
        </a:xfrm>
        <a:prstGeom prst="rect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Computer systems contain a number of different buses that provide pathways between components at various levels of the computer system hierarchy</a:t>
          </a:r>
        </a:p>
      </dsp:txBody>
      <dsp:txXfrm>
        <a:off x="4203927" y="2295346"/>
        <a:ext cx="2762845" cy="1657707"/>
      </dsp:txXfrm>
    </dsp:sp>
    <dsp:sp modelId="{71B0C6C9-D4C6-D84F-8A1A-6C057EDBC2A7}">
      <dsp:nvSpPr>
        <dsp:cNvPr id="0" name=""/>
        <dsp:cNvSpPr/>
      </dsp:nvSpPr>
      <dsp:spPr>
        <a:xfrm>
          <a:off x="3566672" y="5371641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853213" y="5414184"/>
        <a:ext cx="31772" cy="6354"/>
      </dsp:txXfrm>
    </dsp:sp>
    <dsp:sp modelId="{D48F7CAA-0278-8240-8FAA-FE067A5D04D9}">
      <dsp:nvSpPr>
        <dsp:cNvPr id="0" name=""/>
        <dsp:cNvSpPr/>
      </dsp:nvSpPr>
      <dsp:spPr>
        <a:xfrm>
          <a:off x="805627" y="4588508"/>
          <a:ext cx="2762845" cy="16577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dirty="0"/>
            <a:t>System bus</a:t>
          </a:r>
          <a:endParaRPr lang="en-US" sz="15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 bus that connects major computer components (processor, memory, I/O)</a:t>
          </a:r>
        </a:p>
      </dsp:txBody>
      <dsp:txXfrm>
        <a:off x="805627" y="4588508"/>
        <a:ext cx="2762845" cy="1657707"/>
      </dsp:txXfrm>
    </dsp:sp>
    <dsp:sp modelId="{4A9314AF-31E5-2F46-A15A-D4ED62769F9A}">
      <dsp:nvSpPr>
        <dsp:cNvPr id="0" name=""/>
        <dsp:cNvSpPr/>
      </dsp:nvSpPr>
      <dsp:spPr>
        <a:xfrm>
          <a:off x="4203927" y="4588508"/>
          <a:ext cx="2762845" cy="1657707"/>
        </a:xfrm>
        <a:prstGeom prst="rect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The most common computer interconnection structures are based on the use of one or more system buses</a:t>
          </a:r>
        </a:p>
      </dsp:txBody>
      <dsp:txXfrm>
        <a:off x="4203927" y="4588508"/>
        <a:ext cx="2762845" cy="16577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84B08-0A1F-BA49-88AC-29D02014566B}">
      <dsp:nvSpPr>
        <dsp:cNvPr id="0" name=""/>
        <dsp:cNvSpPr/>
      </dsp:nvSpPr>
      <dsp:spPr>
        <a:xfrm>
          <a:off x="3366254" y="936366"/>
          <a:ext cx="7221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22122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708497" y="978322"/>
        <a:ext cx="37636" cy="7527"/>
      </dsp:txXfrm>
    </dsp:sp>
    <dsp:sp modelId="{FB6AD10D-0170-A941-8C38-590D121EC16D}">
      <dsp:nvSpPr>
        <dsp:cNvPr id="0" name=""/>
        <dsp:cNvSpPr/>
      </dsp:nvSpPr>
      <dsp:spPr>
        <a:xfrm>
          <a:off x="95347" y="274"/>
          <a:ext cx="3272707" cy="19636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effectLst/>
            </a:rPr>
            <a:t>Principal reason for change was the electrical constraints encountered with increasing the frequency of wide synchronous buses</a:t>
          </a:r>
        </a:p>
      </dsp:txBody>
      <dsp:txXfrm>
        <a:off x="95347" y="274"/>
        <a:ext cx="3272707" cy="1963624"/>
      </dsp:txXfrm>
    </dsp:sp>
    <dsp:sp modelId="{7C6C8CC4-8DDC-DB4A-A864-BBAD91FF52D0}">
      <dsp:nvSpPr>
        <dsp:cNvPr id="0" name=""/>
        <dsp:cNvSpPr/>
      </dsp:nvSpPr>
      <dsp:spPr>
        <a:xfrm>
          <a:off x="1731700" y="1962098"/>
          <a:ext cx="4025430" cy="722122"/>
        </a:xfrm>
        <a:custGeom>
          <a:avLst/>
          <a:gdLst/>
          <a:ahLst/>
          <a:cxnLst/>
          <a:rect l="0" t="0" r="0" b="0"/>
          <a:pathLst>
            <a:path>
              <a:moveTo>
                <a:pt x="4025430" y="0"/>
              </a:moveTo>
              <a:lnTo>
                <a:pt x="4025430" y="378161"/>
              </a:lnTo>
              <a:lnTo>
                <a:pt x="0" y="378161"/>
              </a:lnTo>
              <a:lnTo>
                <a:pt x="0" y="722122"/>
              </a:lnTo>
            </a:path>
          </a:pathLst>
        </a:custGeom>
        <a:noFill/>
        <a:ln w="12700" cap="flat" cmpd="sng" algn="ctr">
          <a:solidFill>
            <a:schemeClr val="accent4">
              <a:hueOff val="-854369"/>
              <a:satOff val="36567"/>
              <a:lumOff val="215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642035" y="2319396"/>
        <a:ext cx="204760" cy="7527"/>
      </dsp:txXfrm>
    </dsp:sp>
    <dsp:sp modelId="{C5C28F71-B6F1-6140-ABE4-F2F8EFEA2A60}">
      <dsp:nvSpPr>
        <dsp:cNvPr id="0" name=""/>
        <dsp:cNvSpPr/>
      </dsp:nvSpPr>
      <dsp:spPr>
        <a:xfrm>
          <a:off x="4120777" y="274"/>
          <a:ext cx="3272707" cy="1963624"/>
        </a:xfrm>
        <a:prstGeom prst="rect">
          <a:avLst/>
        </a:prstGeom>
        <a:gradFill rotWithShape="0">
          <a:gsLst>
            <a:gs pos="0">
              <a:schemeClr val="accent4">
                <a:hueOff val="-569579"/>
                <a:satOff val="24378"/>
                <a:lumOff val="1438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-569579"/>
                <a:satOff val="24378"/>
                <a:lumOff val="1438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tx1"/>
              </a:solidFill>
              <a:effectLst/>
            </a:rPr>
            <a:t>At higher and higher data rates it becomes increasingly difficult to perform the synchronization and arbitration functions in a timely fashion</a:t>
          </a:r>
        </a:p>
      </dsp:txBody>
      <dsp:txXfrm>
        <a:off x="4120777" y="274"/>
        <a:ext cx="3272707" cy="1963624"/>
      </dsp:txXfrm>
    </dsp:sp>
    <dsp:sp modelId="{CF1B19A3-10CB-BC46-BEE6-87DE4C2D918F}">
      <dsp:nvSpPr>
        <dsp:cNvPr id="0" name=""/>
        <dsp:cNvSpPr/>
      </dsp:nvSpPr>
      <dsp:spPr>
        <a:xfrm>
          <a:off x="3366254" y="3652713"/>
          <a:ext cx="7221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22122" y="45720"/>
              </a:lnTo>
            </a:path>
          </a:pathLst>
        </a:custGeom>
        <a:noFill/>
        <a:ln w="12700" cap="flat" cmpd="sng" algn="ctr">
          <a:solidFill>
            <a:schemeClr val="accent4">
              <a:hueOff val="-1708738"/>
              <a:satOff val="73133"/>
              <a:lumOff val="431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708497" y="3694669"/>
        <a:ext cx="37636" cy="7527"/>
      </dsp:txXfrm>
    </dsp:sp>
    <dsp:sp modelId="{21465F50-952A-4B49-80A1-8A7E476A9ABC}">
      <dsp:nvSpPr>
        <dsp:cNvPr id="0" name=""/>
        <dsp:cNvSpPr/>
      </dsp:nvSpPr>
      <dsp:spPr>
        <a:xfrm>
          <a:off x="95347" y="2716621"/>
          <a:ext cx="3272707" cy="1963624"/>
        </a:xfrm>
        <a:prstGeom prst="rect">
          <a:avLst/>
        </a:prstGeom>
        <a:gradFill rotWithShape="0">
          <a:gsLst>
            <a:gs pos="0">
              <a:schemeClr val="accent4">
                <a:hueOff val="-1139159"/>
                <a:satOff val="48755"/>
                <a:lumOff val="2875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-1139159"/>
                <a:satOff val="48755"/>
                <a:lumOff val="2875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effectLst/>
            </a:rPr>
            <a:t>A conventional shared bus on the same chip magnified the difficulties of increasing bus data rate and reducing bus latency to keep up with the processors</a:t>
          </a:r>
        </a:p>
      </dsp:txBody>
      <dsp:txXfrm>
        <a:off x="95347" y="2716621"/>
        <a:ext cx="3272707" cy="1963624"/>
      </dsp:txXfrm>
    </dsp:sp>
    <dsp:sp modelId="{3448E9C8-F176-0341-AC42-1CEFBB051AEF}">
      <dsp:nvSpPr>
        <dsp:cNvPr id="0" name=""/>
        <dsp:cNvSpPr/>
      </dsp:nvSpPr>
      <dsp:spPr>
        <a:xfrm>
          <a:off x="4120777" y="2716621"/>
          <a:ext cx="3272707" cy="1963624"/>
        </a:xfrm>
        <a:prstGeom prst="rect">
          <a:avLst/>
        </a:prstGeom>
        <a:gradFill rotWithShape="0">
          <a:gsLst>
            <a:gs pos="0">
              <a:schemeClr val="accent4">
                <a:hueOff val="-1708738"/>
                <a:satOff val="73133"/>
                <a:lumOff val="4313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-1708738"/>
                <a:satOff val="73133"/>
                <a:lumOff val="4313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effectLst/>
            </a:rPr>
            <a:t>Has lower latency, higher data rate, and better scalability</a:t>
          </a:r>
        </a:p>
      </dsp:txBody>
      <dsp:txXfrm>
        <a:off x="4120777" y="2716621"/>
        <a:ext cx="3272707" cy="19636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4#2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C627226-B1F1-BB4B-942D-7BCBAF0D2FC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2961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E8A5BC2-82F1-9743-89FF-AFC7C6D81D1B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68473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vi-VN" sz="1200" b="0" i="0" u="none" strike="noStrike" kern="1200" baseline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83E32F-E570-C641-BE18-949DE9377421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0E033D-50CC-1E44-AAA0-6DD604099704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9483BA-5995-B74C-A3C4-0B5F68142E61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4E06EC-8C2C-494A-A338-324AC533F03A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A6D7E0-58B7-F64B-B355-38566347351C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4F463A-006A-0B49-9C41-3375E75D6147}" type="slidenum">
              <a:rPr lang="en-US"/>
              <a:pPr/>
              <a:t>17</a:t>
            </a:fld>
            <a:endParaRPr lang="en-US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69FD7A-68AE-2246-9696-D286D4DC51B8}" type="slidenum">
              <a:rPr lang="en-US"/>
              <a:pPr/>
              <a:t>22</a:t>
            </a:fld>
            <a:endParaRPr lang="en-US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A094A4-3155-A841-ACC2-3971B4768073}" type="slidenum">
              <a:rPr lang="en-US"/>
              <a:pPr/>
              <a:t>23</a:t>
            </a:fld>
            <a:endParaRPr lang="en-US" dirty="0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CAAD5B-E719-A746-9D42-C6CCFDA14778}" type="slidenum">
              <a:rPr lang="en-US"/>
              <a:pPr/>
              <a:t>24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0F0E0C-5D68-9949-ACBC-82A0D7108A1B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8D44FE-DACA-4D42-8C03-AE892A80BD0A}" type="slidenum">
              <a:rPr lang="en-US"/>
              <a:pPr/>
              <a:t>27</a:t>
            </a:fld>
            <a:endParaRPr lang="en-US" dirty="0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B16D75-E218-A14B-B9E2-6CD651DC94F8}" type="slidenum">
              <a:rPr lang="en-US"/>
              <a:pPr/>
              <a:t>28</a:t>
            </a:fld>
            <a:endParaRPr lang="en-US" dirty="0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9889A1-02AE-F14F-8173-99F7AB073639}" type="slidenum">
              <a:rPr lang="en-US"/>
              <a:pPr/>
              <a:t>29</a:t>
            </a:fld>
            <a:endParaRPr lang="en-US" dirty="0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BDFCFA-2CFA-7C4C-BE9D-1BCBF27AFAA1}" type="slidenum">
              <a:rPr lang="en-US"/>
              <a:pPr/>
              <a:t>30</a:t>
            </a:fld>
            <a:endParaRPr lang="en-US" dirty="0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8F8F30-029E-7644-B43D-D6FE542EBDA3}" type="slidenum">
              <a:rPr lang="en-US"/>
              <a:pPr/>
              <a:t>31</a:t>
            </a:fld>
            <a:endParaRPr lang="en-US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456BBD-201C-C542-A0EB-8CA635601B51}" type="slidenum">
              <a:rPr lang="en-US"/>
              <a:pPr/>
              <a:t>32</a:t>
            </a:fld>
            <a:endParaRPr lang="en-US" dirty="0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3B4332-7FF5-144A-AC6B-2F4D5417C477}" type="slidenum">
              <a:rPr lang="en-US"/>
              <a:pPr/>
              <a:t>33</a:t>
            </a:fld>
            <a:endParaRPr lang="en-US" dirty="0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72D69-858A-9C42-B2F4-79AE340BF7A8}" type="slidenum">
              <a:rPr lang="en-US"/>
              <a:pPr/>
              <a:t>34</a:t>
            </a:fld>
            <a:endParaRPr lang="en-US" dirty="0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1F5E57-A427-654F-8B36-2EC29B171039}" type="slidenum">
              <a:rPr lang="en-US"/>
              <a:pPr/>
              <a:t>35</a:t>
            </a:fld>
            <a:endParaRPr lang="en-US" dirty="0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C30012-D3DD-9A4E-ADF6-CAEDD31750F5}" type="slidenum">
              <a:rPr lang="en-US"/>
              <a:pPr/>
              <a:t>36</a:t>
            </a:fld>
            <a:endParaRPr lang="en-US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93BA2A-2F02-0543-A797-EC1D20CB3C0B}" type="slidenum">
              <a:rPr lang="en-US"/>
              <a:pPr/>
              <a:t>37</a:t>
            </a:fld>
            <a:endParaRPr lang="en-US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26103-75E0-5149-9E6C-9A0B76ED7111}" type="slidenum">
              <a:rPr lang="en-US"/>
              <a:pPr/>
              <a:t>38</a:t>
            </a:fld>
            <a:endParaRPr lang="en-US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FB0F89-8C55-C149-926C-8C5B24A24615}" type="slidenum">
              <a:rPr lang="en-US"/>
              <a:pPr/>
              <a:t>39</a:t>
            </a:fld>
            <a:endParaRPr lang="en-US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0595FC-C411-B142-8D1D-655D029645D9}" type="slidenum">
              <a:rPr lang="en-US"/>
              <a:pPr/>
              <a:t>40</a:t>
            </a:fld>
            <a:endParaRPr lang="en-US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EA39E9-1029-3948-BD1C-4E339E97F21E}" type="slidenum">
              <a:rPr lang="en-US"/>
              <a:pPr/>
              <a:t>41</a:t>
            </a:fld>
            <a:endParaRPr lang="en-US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31F9EA-2AC2-8D4B-9E6E-BF026F807E12}" type="slidenum">
              <a:rPr lang="en-US"/>
              <a:pPr/>
              <a:t>42</a:t>
            </a:fld>
            <a:endParaRPr lang="en-US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7DEA48-CED5-DD47-AC58-BAE4353CC1A6}" type="slidenum">
              <a:rPr lang="en-US"/>
              <a:pPr/>
              <a:t>43</a:t>
            </a:fld>
            <a:endParaRPr lang="en-US" dirty="0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6E3F4F-0729-4242-8B15-43398FC5114D}" type="slidenum">
              <a:rPr lang="en-US"/>
              <a:pPr/>
              <a:t>44</a:t>
            </a:fld>
            <a:endParaRPr lang="en-US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09655E-41BB-7F4B-BE13-E6938EA6C5E6}" type="slidenum">
              <a:rPr lang="en-US"/>
              <a:pPr/>
              <a:t>46</a:t>
            </a:fld>
            <a:endParaRPr lang="en-US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598D2-2ED8-8547-B4B7-C382E9B8AC9E}" type="slidenum">
              <a:rPr lang="en-US"/>
              <a:pPr/>
              <a:t>49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 dirty="0"/>
              <a:t>© 2016 Pearson Education, Inc., Hoboken, NJ. All rights reserved.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William Stallings </a:t>
            </a:r>
            <a:br>
              <a:rPr lang="en-GB" dirty="0"/>
            </a:br>
            <a:r>
              <a:rPr lang="en-GB" dirty="0"/>
              <a:t>Computer Organization </a:t>
            </a:r>
            <a:br>
              <a:rPr lang="en-GB" dirty="0"/>
            </a:br>
            <a:r>
              <a:rPr lang="en-GB" dirty="0"/>
              <a:t>and Architecture</a:t>
            </a:r>
            <a:br>
              <a:rPr lang="en-GB" dirty="0"/>
            </a:br>
            <a:r>
              <a:rPr lang="en-GB" dirty="0"/>
              <a:t>10</a:t>
            </a:r>
            <a:r>
              <a:rPr lang="en-GB" baseline="30000" dirty="0"/>
              <a:t>th</a:t>
            </a:r>
            <a:r>
              <a:rPr lang="en-GB" dirty="0"/>
              <a:t> Edition</a:t>
            </a:r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9552" y="4221088"/>
            <a:ext cx="6191157" cy="833718"/>
          </a:xfrm>
        </p:spPr>
        <p:txBody>
          <a:bodyPr>
            <a:no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half" idx="2"/>
          </p:nvPr>
        </p:nvSpPr>
        <p:spPr>
          <a:xfrm>
            <a:off x="539552" y="5157192"/>
            <a:ext cx="8104095" cy="1190624"/>
          </a:xfrm>
        </p:spPr>
        <p:txBody>
          <a:bodyPr>
            <a:noAutofit/>
          </a:bodyPr>
          <a:lstStyle/>
          <a:p>
            <a:r>
              <a:rPr lang="en-US" sz="3200" dirty="0"/>
              <a:t>A Top-Level View of Computer </a:t>
            </a:r>
          </a:p>
          <a:p>
            <a:r>
              <a:rPr lang="en-US" sz="3200" dirty="0"/>
              <a:t>Function and Interconnection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76400"/>
            <a:ext cx="7556313" cy="4724400"/>
          </a:xfrm>
        </p:spPr>
        <p:txBody>
          <a:bodyPr>
            <a:normAutofit/>
          </a:bodyPr>
          <a:lstStyle/>
          <a:p>
            <a:r>
              <a:rPr lang="en-US" dirty="0"/>
              <a:t>Contemporary computer designs are based on concepts developed by John von Neumann at the Institute for Advanced Studies, Princeton</a:t>
            </a:r>
          </a:p>
          <a:p>
            <a:r>
              <a:rPr lang="en-US" dirty="0"/>
              <a:t>Referred to as the </a:t>
            </a:r>
            <a:r>
              <a:rPr lang="en-US" i="1" dirty="0"/>
              <a:t>von Neumann architecture </a:t>
            </a:r>
            <a:r>
              <a:rPr lang="en-US" dirty="0"/>
              <a:t>and is based on three key concepts:</a:t>
            </a:r>
          </a:p>
          <a:p>
            <a:pPr lvl="1"/>
            <a:r>
              <a:rPr lang="en-US" dirty="0"/>
              <a:t>Data and instructions are stored in a single </a:t>
            </a:r>
            <a:r>
              <a:rPr lang="en-US" dirty="0">
                <a:solidFill>
                  <a:srgbClr val="FF0000"/>
                </a:solidFill>
              </a:rPr>
              <a:t>read-write memory</a:t>
            </a:r>
          </a:p>
          <a:p>
            <a:pPr lvl="1"/>
            <a:r>
              <a:rPr lang="en-US" dirty="0"/>
              <a:t>The contents of this memory are addressable by location, </a:t>
            </a:r>
            <a:r>
              <a:rPr lang="en-US" dirty="0">
                <a:solidFill>
                  <a:srgbClr val="FF0000"/>
                </a:solidFill>
              </a:rPr>
              <a:t>without regard to the type of data contained there</a:t>
            </a:r>
          </a:p>
          <a:p>
            <a:pPr lvl="1"/>
            <a:r>
              <a:rPr lang="en-US" dirty="0"/>
              <a:t>Execution occurs in a </a:t>
            </a:r>
            <a:r>
              <a:rPr lang="en-US" dirty="0">
                <a:solidFill>
                  <a:srgbClr val="FF0000"/>
                </a:solidFill>
              </a:rPr>
              <a:t>sequential fashion </a:t>
            </a:r>
            <a:r>
              <a:rPr lang="en-US" dirty="0"/>
              <a:t>(unless explicitly modified) from one instruction to the next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i="1" dirty="0"/>
              <a:t>Hardwired program</a:t>
            </a:r>
          </a:p>
          <a:p>
            <a:pPr lvl="1"/>
            <a:r>
              <a:rPr lang="en-US" dirty="0"/>
              <a:t>The result of the process of connecting the various components in the desired configuration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371600"/>
            <a:ext cx="3255264" cy="19050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</a:t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Software Approaches</a:t>
            </a:r>
          </a:p>
        </p:txBody>
      </p:sp>
      <p:pic>
        <p:nvPicPr>
          <p:cNvPr id="4" name="Picture 3" descr="f1.pdf"/>
          <p:cNvPicPr>
            <a:picLocks noChangeAspect="1"/>
          </p:cNvPicPr>
          <p:nvPr/>
        </p:nvPicPr>
        <p:blipFill>
          <a:blip r:embed="rId3"/>
          <a:srcRect l="16471" t="9091" r="15294" b="8182"/>
          <a:stretch>
            <a:fillRect/>
          </a:stretch>
        </p:blipFill>
        <p:spPr>
          <a:xfrm>
            <a:off x="4355976" y="-243408"/>
            <a:ext cx="4370975" cy="68580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859305" y="6473005"/>
            <a:ext cx="5284695" cy="365125"/>
          </a:xfrm>
        </p:spPr>
        <p:txBody>
          <a:bodyPr/>
          <a:lstStyle/>
          <a:p>
            <a:pPr algn="r"/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1800" y="2667000"/>
            <a:ext cx="2057400" cy="10668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</a:t>
            </a:r>
            <a:b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840326679"/>
              </p:ext>
            </p:extLst>
          </p:nvPr>
        </p:nvGraphicFramePr>
        <p:xfrm>
          <a:off x="316896" y="107648"/>
          <a:ext cx="6248400" cy="640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Rectangle 12"/>
          <p:cNvSpPr/>
          <p:nvPr/>
        </p:nvSpPr>
        <p:spPr>
          <a:xfrm>
            <a:off x="6781800" y="9906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Software</a:t>
            </a:r>
          </a:p>
        </p:txBody>
      </p:sp>
      <p:sp useBgFill="1">
        <p:nvSpPr>
          <p:cNvPr id="14" name="TextBox 13"/>
          <p:cNvSpPr txBox="1"/>
          <p:nvPr/>
        </p:nvSpPr>
        <p:spPr>
          <a:xfrm>
            <a:off x="104378" y="4724401"/>
            <a:ext cx="429021" cy="380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4724400"/>
            <a:ext cx="1928509" cy="1908208"/>
          </a:xfrm>
          <a:prstGeom prst="rect">
            <a:avLst/>
          </a:prstGeom>
          <a:effectLst>
            <a:softEdge rad="76200"/>
          </a:effec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781800" y="609600"/>
            <a:ext cx="2057400" cy="8382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</a:t>
            </a:r>
          </a:p>
        </p:txBody>
      </p:sp>
      <p:graphicFrame>
        <p:nvGraphicFramePr>
          <p:cNvPr id="51" name="Diagram 50"/>
          <p:cNvGraphicFramePr/>
          <p:nvPr>
            <p:extLst>
              <p:ext uri="{D42A27DB-BD31-4B8C-83A1-F6EECF244321}">
                <p14:modId xmlns:p14="http://schemas.microsoft.com/office/powerpoint/2010/main" val="1318827940"/>
              </p:ext>
            </p:extLst>
          </p:nvPr>
        </p:nvGraphicFramePr>
        <p:xfrm>
          <a:off x="506505" y="203200"/>
          <a:ext cx="5970495" cy="6172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Rectangle 13"/>
          <p:cNvSpPr/>
          <p:nvPr/>
        </p:nvSpPr>
        <p:spPr>
          <a:xfrm>
            <a:off x="6781800" y="30480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MAR</a:t>
            </a:r>
          </a:p>
        </p:txBody>
      </p:sp>
      <p:sp useBgFill="1">
        <p:nvSpPr>
          <p:cNvPr id="16" name="TextBox 15"/>
          <p:cNvSpPr txBox="1"/>
          <p:nvPr/>
        </p:nvSpPr>
        <p:spPr>
          <a:xfrm>
            <a:off x="203200" y="4648201"/>
            <a:ext cx="330200" cy="5717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28600" y="914401"/>
            <a:ext cx="159266" cy="49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6781800" y="4648200"/>
            <a:ext cx="2057400" cy="1905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6781800" y="53340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MBR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2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0" b="17677"/>
          <a:stretch/>
        </p:blipFill>
        <p:spPr>
          <a:xfrm>
            <a:off x="971600" y="-99392"/>
            <a:ext cx="6923453" cy="674244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3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83" b="28787"/>
          <a:stretch/>
        </p:blipFill>
        <p:spPr>
          <a:xfrm>
            <a:off x="-324544" y="1268760"/>
            <a:ext cx="9937104" cy="5109273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 Cycle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600200"/>
            <a:ext cx="7426326" cy="4953000"/>
          </a:xfrm>
        </p:spPr>
        <p:txBody>
          <a:bodyPr>
            <a:normAutofit/>
          </a:bodyPr>
          <a:lstStyle/>
          <a:p>
            <a:r>
              <a:rPr lang="en-US" dirty="0"/>
              <a:t>At the beginning of each instruction cycle the processor fetches an instruction from memory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/>
              <a:t>The program counter (PC) holds the address of the instruction to be fetched next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/>
              <a:t>The processor increments the PC after each instruction fetch so that it will fetch the next instruction in sequence</a:t>
            </a:r>
          </a:p>
          <a:p>
            <a:r>
              <a:rPr lang="en-US" dirty="0"/>
              <a:t>The fetched instruction is loaded into the instruction register (IR)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/>
              <a:t>The processor interprets the instruction and performs the required action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800" y="5016500"/>
            <a:ext cx="1854200" cy="18415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23528" y="116632"/>
            <a:ext cx="7708900" cy="111601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Action Categories</a:t>
            </a:r>
          </a:p>
        </p:txBody>
      </p:sp>
      <p:graphicFrame>
        <p:nvGraphicFramePr>
          <p:cNvPr id="25" name="Content Placeholder 2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140528880"/>
              </p:ext>
            </p:extLst>
          </p:nvPr>
        </p:nvGraphicFramePr>
        <p:xfrm>
          <a:off x="539552" y="908720"/>
          <a:ext cx="7920879" cy="54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4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7" b="29967"/>
          <a:stretch/>
        </p:blipFill>
        <p:spPr>
          <a:xfrm>
            <a:off x="201706" y="-234202"/>
            <a:ext cx="8527819" cy="7022912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diamond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5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5" b="18856"/>
          <a:stretch/>
        </p:blipFill>
        <p:spPr>
          <a:xfrm>
            <a:off x="395536" y="-243408"/>
            <a:ext cx="7642975" cy="697692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Inc., Hoboken, NJ. All rights reserved.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01706" y="620688"/>
            <a:ext cx="8942294" cy="601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500">
                <a:latin typeface="TimesTenLTStd-Roman"/>
              </a:rPr>
              <a:t>Consider a hypothetical microprocessor generating a 16-bit address (for example, assume that the program counter and the address registers are 16 bits wide) and having a 16-bit data bus.</a:t>
            </a:r>
          </a:p>
          <a:p>
            <a:r>
              <a:rPr lang="en-US" sz="3500" b="1">
                <a:latin typeface="TimesTenLTStd-Bold"/>
              </a:rPr>
              <a:t>a. </a:t>
            </a:r>
            <a:r>
              <a:rPr lang="en-US" sz="3500">
                <a:latin typeface="TimesTenLTStd-Roman"/>
              </a:rPr>
              <a:t>What is the maximum memory address space that the processor can access directly if it is connected to a “16-bit memory”?</a:t>
            </a:r>
          </a:p>
          <a:p>
            <a:r>
              <a:rPr lang="en-US" sz="3500" b="1">
                <a:latin typeface="TimesTenLTStd-Bold"/>
              </a:rPr>
              <a:t>b. </a:t>
            </a:r>
            <a:r>
              <a:rPr lang="en-US" sz="3500">
                <a:latin typeface="TimesTenLTStd-Roman"/>
              </a:rPr>
              <a:t>What is the maximum memory address space that the processor can access directly if it is connected to an “8-bit memory”?</a:t>
            </a:r>
          </a:p>
        </p:txBody>
      </p:sp>
    </p:spTree>
    <p:extLst>
      <p:ext uri="{BB962C8B-B14F-4D97-AF65-F5344CB8AC3E}">
        <p14:creationId xmlns:p14="http://schemas.microsoft.com/office/powerpoint/2010/main" val="828552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Inc., Hoboken, NJ. All rights reserved.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01706" y="620688"/>
            <a:ext cx="894229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TimesTenLTStd-Roman"/>
              </a:rPr>
              <a:t>Consider a hypothetical microprocessor generating a 16-bit address (for example, assume that the program counter and the address registers are 16 bits wide) and having a 16-bit data bus.</a:t>
            </a:r>
          </a:p>
          <a:p>
            <a:r>
              <a:rPr lang="en-US" b="1">
                <a:latin typeface="TimesTenLTStd-Bold"/>
              </a:rPr>
              <a:t>a. </a:t>
            </a:r>
            <a:r>
              <a:rPr lang="en-US">
                <a:latin typeface="TimesTenLTStd-Roman"/>
              </a:rPr>
              <a:t>What is the maximum memory address space that the processor can access directly if it is connected to a “16-bit memory”?</a:t>
            </a:r>
          </a:p>
          <a:p>
            <a:r>
              <a:rPr lang="en-US" b="1">
                <a:latin typeface="TimesTenLTStd-Bold"/>
              </a:rPr>
              <a:t>b. </a:t>
            </a:r>
            <a:r>
              <a:rPr lang="en-US">
                <a:latin typeface="TimesTenLTStd-Roman"/>
              </a:rPr>
              <a:t>What is the maximum memory address space that the processor can access directly if it is connected to an “8-bit memory”?</a:t>
            </a:r>
          </a:p>
          <a:p>
            <a:r>
              <a:rPr lang="en-US" b="1">
                <a:latin typeface="TimesTenLTStd-Bold"/>
              </a:rPr>
              <a:t>c. </a:t>
            </a:r>
            <a:r>
              <a:rPr lang="en-US">
                <a:latin typeface="TimesTenLTStd-Roman"/>
              </a:rPr>
              <a:t>What architectural features will allow this microprocessor to access a separate “I/O space”?</a:t>
            </a:r>
          </a:p>
          <a:p>
            <a:r>
              <a:rPr lang="en-US" b="1">
                <a:latin typeface="TimesTenLTStd-Bold"/>
              </a:rPr>
              <a:t>d. </a:t>
            </a:r>
            <a:r>
              <a:rPr lang="en-US">
                <a:latin typeface="TimesTenLTStd-Roman"/>
              </a:rPr>
              <a:t>If an input and an output instruction can specify an 8-bit I/O port number, how many 8-bit I/O ports can the microprocessor support? How many 16-bit I/O ports?</a:t>
            </a:r>
          </a:p>
          <a:p>
            <a:r>
              <a:rPr lang="en-US">
                <a:latin typeface="TimesTenLTStd-Roman"/>
              </a:rPr>
              <a:t>Explain.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55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6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54" b="24242"/>
          <a:stretch/>
        </p:blipFill>
        <p:spPr>
          <a:xfrm>
            <a:off x="-108520" y="-99392"/>
            <a:ext cx="9721080" cy="675604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412776"/>
            <a:ext cx="8928992" cy="331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486916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Table 3.1 </a:t>
            </a:r>
          </a:p>
          <a:p>
            <a:pPr algn="ctr"/>
            <a:r>
              <a:rPr lang="en-US" dirty="0">
                <a:latin typeface="+mn-lt"/>
              </a:rPr>
              <a:t>    </a:t>
            </a:r>
          </a:p>
          <a:p>
            <a:pPr algn="ctr"/>
            <a:r>
              <a:rPr lang="en-US" dirty="0">
                <a:latin typeface="+mn-lt"/>
              </a:rPr>
              <a:t>Classes of Interrupts</a:t>
            </a:r>
          </a:p>
          <a:p>
            <a:pPr algn="ctr"/>
            <a:endParaRPr lang="en-US" dirty="0">
              <a:latin typeface="+mn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7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4" t="5893" r="5425" b="8922"/>
          <a:stretch/>
        </p:blipFill>
        <p:spPr>
          <a:xfrm>
            <a:off x="323528" y="332656"/>
            <a:ext cx="8425440" cy="623285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9512" y="649287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8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14" b="27104"/>
          <a:stretch/>
        </p:blipFill>
        <p:spPr>
          <a:xfrm>
            <a:off x="-108520" y="-99392"/>
            <a:ext cx="9496384" cy="674470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9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03" b="26263"/>
          <a:stretch/>
        </p:blipFill>
        <p:spPr>
          <a:xfrm>
            <a:off x="-396552" y="836712"/>
            <a:ext cx="9736153" cy="547260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TextBox 37"/>
          <p:cNvSpPr txBox="1"/>
          <p:nvPr/>
        </p:nvSpPr>
        <p:spPr>
          <a:xfrm>
            <a:off x="0" y="304801"/>
            <a:ext cx="533400" cy="6857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 descr="f10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3" b="8922"/>
          <a:stretch/>
        </p:blipFill>
        <p:spPr>
          <a:xfrm>
            <a:off x="1619672" y="-171400"/>
            <a:ext cx="6000873" cy="670685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spli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TextBox 14"/>
          <p:cNvSpPr txBox="1"/>
          <p:nvPr/>
        </p:nvSpPr>
        <p:spPr>
          <a:xfrm>
            <a:off x="203200" y="304800"/>
            <a:ext cx="406400" cy="5124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 descr="f11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0" b="5219"/>
          <a:stretch/>
        </p:blipFill>
        <p:spPr>
          <a:xfrm>
            <a:off x="1763688" y="-99392"/>
            <a:ext cx="5544616" cy="658347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79512" y="649287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spli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12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3" t="14478" r="4905" b="16667"/>
          <a:stretch/>
        </p:blipFill>
        <p:spPr>
          <a:xfrm>
            <a:off x="4508" y="692696"/>
            <a:ext cx="9143999" cy="534270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split orient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TextBox 6"/>
          <p:cNvSpPr txBox="1"/>
          <p:nvPr/>
        </p:nvSpPr>
        <p:spPr>
          <a:xfrm>
            <a:off x="260946" y="4487924"/>
            <a:ext cx="348654" cy="54127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 descr="f1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093" y="-166883"/>
            <a:ext cx="5338195" cy="690825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9512" y="649287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pull dir="r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14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39" b="21212"/>
          <a:stretch/>
        </p:blipFill>
        <p:spPr>
          <a:xfrm>
            <a:off x="143000" y="-171400"/>
            <a:ext cx="9001000" cy="678507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79512" y="649719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Function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84784"/>
            <a:ext cx="7556313" cy="4876800"/>
          </a:xfrm>
        </p:spPr>
        <p:txBody>
          <a:bodyPr>
            <a:normAutofit/>
          </a:bodyPr>
          <a:lstStyle/>
          <a:p>
            <a:r>
              <a:rPr lang="en-GB" dirty="0"/>
              <a:t>I/O module can exchange data directly with the processor</a:t>
            </a:r>
          </a:p>
          <a:p>
            <a:r>
              <a:rPr lang="en-GB" dirty="0"/>
              <a:t>Processor can read data from or write data to an I/O module</a:t>
            </a:r>
          </a:p>
          <a:p>
            <a:pPr lvl="1"/>
            <a:r>
              <a:rPr lang="en-GB" dirty="0"/>
              <a:t>Processor identifies a specific device that is controlled by a particular I/O module</a:t>
            </a:r>
          </a:p>
          <a:p>
            <a:pPr lvl="1"/>
            <a:r>
              <a:rPr lang="en-GB" dirty="0"/>
              <a:t>I/O instructions rather than memory referencing instructions</a:t>
            </a:r>
          </a:p>
          <a:p>
            <a:r>
              <a:rPr lang="en-GB" dirty="0"/>
              <a:t>In some cases it is desirable to allow I/O exchanges to occur directly with memory</a:t>
            </a:r>
          </a:p>
          <a:p>
            <a:pPr lvl="1"/>
            <a:r>
              <a:rPr lang="en-GB" dirty="0"/>
              <a:t>The processor grants to an I/O module the authority to read from or write to memory so that the I/O memory transfer can occur without tying up the processor</a:t>
            </a:r>
          </a:p>
          <a:p>
            <a:pPr lvl="1"/>
            <a:r>
              <a:rPr lang="en-GB" dirty="0"/>
              <a:t>The I/O module issues read or write commands to memory relieving the processor of responsibility for the exchange</a:t>
            </a:r>
          </a:p>
          <a:p>
            <a:pPr lvl="1"/>
            <a:r>
              <a:rPr lang="en-GB" dirty="0"/>
              <a:t>This operation is known as </a:t>
            </a:r>
            <a:r>
              <a:rPr lang="en-GB" dirty="0">
                <a:solidFill>
                  <a:srgbClr val="FF0000"/>
                </a:solidFill>
              </a:rPr>
              <a:t>direct memory access (DMA)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TextBox 16"/>
          <p:cNvSpPr txBox="1"/>
          <p:nvPr/>
        </p:nvSpPr>
        <p:spPr>
          <a:xfrm>
            <a:off x="990600" y="228600"/>
            <a:ext cx="228600" cy="66293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 useBgFill="1">
        <p:nvSpPr>
          <p:cNvPr id="18" name="TextBox 17"/>
          <p:cNvSpPr txBox="1"/>
          <p:nvPr/>
        </p:nvSpPr>
        <p:spPr>
          <a:xfrm>
            <a:off x="5486400" y="0"/>
            <a:ext cx="228600" cy="685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 descr="f15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7" t="7239" r="18758" b="5892"/>
          <a:stretch/>
        </p:blipFill>
        <p:spPr>
          <a:xfrm>
            <a:off x="2411760" y="0"/>
            <a:ext cx="3625052" cy="638405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dissolv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1116012"/>
          </a:xfrm>
        </p:spPr>
        <p:txBody>
          <a:bodyPr/>
          <a:lstStyle/>
          <a:p>
            <a:r>
              <a:rPr lang="en-GB" sz="2400" dirty="0"/>
              <a:t>The interconnection structure must support the following types of transfers:</a:t>
            </a:r>
          </a:p>
        </p:txBody>
      </p:sp>
      <p:graphicFrame>
        <p:nvGraphicFramePr>
          <p:cNvPr id="43" name="Content Placeholder 42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88266055"/>
              </p:ext>
            </p:extLst>
          </p:nvPr>
        </p:nvGraphicFramePr>
        <p:xfrm>
          <a:off x="393095" y="1202267"/>
          <a:ext cx="84582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79512" y="6553351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91400" y="685800"/>
            <a:ext cx="1752600" cy="6172200"/>
          </a:xfrm>
        </p:spPr>
        <p:txBody>
          <a:bodyPr vert="wordArtVert"/>
          <a:lstStyle/>
          <a:p>
            <a:pPr algn="ctr"/>
            <a:r>
              <a:rPr lang="en-GB" spc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 Interconnection</a:t>
            </a:r>
          </a:p>
        </p:txBody>
      </p:sp>
      <p:graphicFrame>
        <p:nvGraphicFramePr>
          <p:cNvPr id="48" name="Content Placeholder 47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3006308"/>
              </p:ext>
            </p:extLst>
          </p:nvPr>
        </p:nvGraphicFramePr>
        <p:xfrm>
          <a:off x="-247952" y="199571"/>
          <a:ext cx="7772400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9" name="Picture 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7824" y="4221088"/>
            <a:ext cx="685799" cy="529199"/>
          </a:xfrm>
          <a:prstGeom prst="rect">
            <a:avLst/>
          </a:prstGeom>
          <a:scene3d>
            <a:camera prst="orthographicFront">
              <a:rot lat="0" lon="10499978" rev="0"/>
            </a:camera>
            <a:lightRig rig="threePt" dir="t"/>
          </a:scene3d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872" y="1916832"/>
            <a:ext cx="685799" cy="529199"/>
          </a:xfrm>
          <a:prstGeom prst="rect">
            <a:avLst/>
          </a:prstGeom>
          <a:scene3d>
            <a:camera prst="orthographicFront">
              <a:rot lat="0" lon="10499978" rev="0"/>
            </a:camera>
            <a:lightRig rig="threePt" dir="t"/>
          </a:scene3d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79512" y="6565446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dissolv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81000"/>
            <a:ext cx="7556500" cy="1116013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Bus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2000" y="1219200"/>
            <a:ext cx="7556500" cy="5029200"/>
          </a:xfrm>
        </p:spPr>
        <p:txBody>
          <a:bodyPr>
            <a:normAutofit/>
          </a:bodyPr>
          <a:lstStyle/>
          <a:p>
            <a:r>
              <a:rPr lang="en-GB" dirty="0"/>
              <a:t>Data lines that provide a path for moving data among system modules</a:t>
            </a:r>
          </a:p>
          <a:p>
            <a:r>
              <a:rPr lang="en-GB" dirty="0"/>
              <a:t>May consist of 32, 64, 128, or more separate lines</a:t>
            </a:r>
          </a:p>
          <a:p>
            <a:r>
              <a:rPr lang="en-GB" dirty="0"/>
              <a:t>The number of lines is referred to as the </a:t>
            </a:r>
            <a:r>
              <a:rPr lang="en-GB" i="1" dirty="0"/>
              <a:t>width</a:t>
            </a:r>
            <a:r>
              <a:rPr lang="en-GB" dirty="0"/>
              <a:t> of the data bus</a:t>
            </a:r>
          </a:p>
          <a:p>
            <a:r>
              <a:rPr lang="en-GB" dirty="0"/>
              <a:t>The number of lines determines how many bits can be transferred at a time</a:t>
            </a:r>
          </a:p>
          <a:p>
            <a:r>
              <a:rPr lang="en-GB" dirty="0"/>
              <a:t>The width of the data bus </a:t>
            </a:r>
          </a:p>
          <a:p>
            <a:pPr>
              <a:spcBef>
                <a:spcPts val="0"/>
              </a:spcBef>
              <a:buNone/>
            </a:pPr>
            <a:r>
              <a:rPr lang="en-GB" dirty="0"/>
              <a:t>    is a key factor in </a:t>
            </a:r>
          </a:p>
          <a:p>
            <a:pPr>
              <a:spcBef>
                <a:spcPts val="0"/>
              </a:spcBef>
              <a:buNone/>
            </a:pPr>
            <a:r>
              <a:rPr lang="en-GB" dirty="0"/>
              <a:t>    determining overall </a:t>
            </a:r>
          </a:p>
          <a:p>
            <a:pPr>
              <a:spcBef>
                <a:spcPts val="0"/>
              </a:spcBef>
              <a:buNone/>
            </a:pPr>
            <a:r>
              <a:rPr lang="en-GB" dirty="0"/>
              <a:t>    system performance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3810000"/>
            <a:ext cx="5079799" cy="28321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88640"/>
            <a:ext cx="7556313" cy="658906"/>
          </a:xfrm>
        </p:spPr>
        <p:txBody>
          <a:bodyPr/>
          <a:lstStyle/>
          <a:p>
            <a:r>
              <a:rPr lang="en-GB" dirty="0"/>
              <a:t>   Address Bus	      Control Bus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467544" y="1988840"/>
            <a:ext cx="3657600" cy="4724401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Used to designate the source or destination of the data on the data bus</a:t>
            </a:r>
          </a:p>
          <a:p>
            <a:pPr lvl="1"/>
            <a:r>
              <a:rPr lang="en-GB" dirty="0"/>
              <a:t>If the processor wishes to read a word of data from memory it puts the address of the desired word on the address lines</a:t>
            </a:r>
          </a:p>
          <a:p>
            <a:r>
              <a:rPr lang="en-GB" dirty="0"/>
              <a:t>Width determines the maximum possible memory capacity of the system</a:t>
            </a:r>
          </a:p>
          <a:p>
            <a:r>
              <a:rPr lang="en-GB" dirty="0"/>
              <a:t>Also used to address I/O ports</a:t>
            </a:r>
          </a:p>
          <a:p>
            <a:pPr lvl="1"/>
            <a:r>
              <a:rPr lang="en-GB" dirty="0"/>
              <a:t>The higher order bits are used to select a particular module on the bus and the lower order bits select a memory location or I/O port within the module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399878" y="2133600"/>
            <a:ext cx="3657600" cy="441959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Used to control the access and the use of the data and address lines</a:t>
            </a:r>
          </a:p>
          <a:p>
            <a:r>
              <a:rPr lang="en-US" dirty="0"/>
              <a:t>Because the data and address lines are shared by all components there must be a means of controlling their use</a:t>
            </a:r>
          </a:p>
          <a:p>
            <a:r>
              <a:rPr lang="en-US" dirty="0"/>
              <a:t>Control signals transmit both command and timing information among system modules</a:t>
            </a:r>
          </a:p>
          <a:p>
            <a:r>
              <a:rPr lang="en-US" dirty="0"/>
              <a:t>Timing signals indicate the validity of data and address information</a:t>
            </a:r>
          </a:p>
          <a:p>
            <a:r>
              <a:rPr lang="en-US" dirty="0"/>
              <a:t>Command signals specify operations to be performed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67544" y="836712"/>
            <a:ext cx="3657600" cy="869577"/>
          </a:xfrm>
        </p:spPr>
        <p:txBody>
          <a:bodyPr/>
          <a:lstStyle/>
          <a:p>
            <a:r>
              <a:rPr lang="en-US" dirty="0"/>
              <a:t>       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427984" y="980728"/>
            <a:ext cx="3657600" cy="869576"/>
          </a:xfrm>
        </p:spPr>
        <p:txBody>
          <a:bodyPr/>
          <a:lstStyle/>
          <a:p>
            <a:r>
              <a:rPr lang="en-US" dirty="0"/>
              <a:t>         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-108520" y="836712"/>
            <a:ext cx="2072923" cy="1155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1124744"/>
            <a:ext cx="2072923" cy="11557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79512" y="649287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16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2" t="16162" r="3474" b="28282"/>
          <a:stretch/>
        </p:blipFill>
        <p:spPr>
          <a:xfrm>
            <a:off x="6106" y="1844824"/>
            <a:ext cx="9175174" cy="418205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Point-to-Point Interconnect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2707299"/>
              </p:ext>
            </p:extLst>
          </p:nvPr>
        </p:nvGraphicFramePr>
        <p:xfrm>
          <a:off x="467545" y="1412776"/>
          <a:ext cx="7488832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6181611" cy="990600"/>
          </a:xfrm>
        </p:spPr>
        <p:txBody>
          <a:bodyPr>
            <a:normAutofit/>
          </a:bodyPr>
          <a:lstStyle/>
          <a:p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 Path Interconnect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half" idx="2"/>
          </p:nvPr>
        </p:nvSpPr>
        <p:spPr>
          <a:xfrm>
            <a:off x="381094" y="1524000"/>
            <a:ext cx="6179566" cy="4876800"/>
          </a:xfrm>
        </p:spPr>
        <p:txBody>
          <a:bodyPr>
            <a:normAutofit/>
          </a:bodyPr>
          <a:lstStyle/>
          <a:p>
            <a:pPr marL="228600" indent="-228600"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/>
              <a:t>Introduced in 2008</a:t>
            </a:r>
          </a:p>
          <a:p>
            <a:pPr marL="228600" indent="-228600"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/>
              <a:t>Multiple direct connections</a:t>
            </a:r>
          </a:p>
          <a:p>
            <a:pPr marL="685800" lvl="2" indent="-228600">
              <a:spcBef>
                <a:spcPts val="2000"/>
              </a:spcBef>
              <a:buClr>
                <a:schemeClr val="bg2"/>
              </a:buClr>
              <a:buFont typeface="Wingdings" pitchFamily="2" charset="2"/>
              <a:buChar char="n"/>
            </a:pPr>
            <a:r>
              <a:rPr lang="en-US" sz="1600" dirty="0">
                <a:solidFill>
                  <a:schemeClr val="bg1"/>
                </a:solidFill>
              </a:rPr>
              <a:t>Direct pairwise connections to other components eliminating the need for arbitration found in shared transmission systems</a:t>
            </a:r>
          </a:p>
          <a:p>
            <a:pPr marL="228600" indent="-228600"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/>
              <a:t>Layered protocol architecture</a:t>
            </a:r>
          </a:p>
          <a:p>
            <a:pPr marL="685800" lvl="2" indent="-228600">
              <a:spcBef>
                <a:spcPts val="2000"/>
              </a:spcBef>
              <a:buClr>
                <a:schemeClr val="bg2"/>
              </a:buClr>
              <a:buFont typeface="Wingdings" pitchFamily="2" charset="2"/>
              <a:buChar char="n"/>
            </a:pPr>
            <a:r>
              <a:rPr lang="en-US" sz="1600" dirty="0">
                <a:solidFill>
                  <a:schemeClr val="bg1"/>
                </a:solidFill>
              </a:rPr>
              <a:t>These processor level interconnects use a layered protocol architecture rather than the simple use of control signals found in shared bus arrangements</a:t>
            </a:r>
          </a:p>
          <a:p>
            <a:pPr marL="228600" indent="-228600"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/>
              <a:t>Packetized data transfer</a:t>
            </a:r>
          </a:p>
          <a:p>
            <a:pPr marL="685800" lvl="2" indent="-228600">
              <a:spcBef>
                <a:spcPts val="2000"/>
              </a:spcBef>
              <a:buClr>
                <a:schemeClr val="bg2"/>
              </a:buClr>
              <a:buFont typeface="Wingdings" pitchFamily="2" charset="2"/>
              <a:buChar char="n"/>
            </a:pPr>
            <a:r>
              <a:rPr lang="en-US" sz="1600" dirty="0">
                <a:solidFill>
                  <a:schemeClr val="bg1"/>
                </a:solidFill>
              </a:rPr>
              <a:t>Data are sent as a sequence of packets each of which includes control headers and error control codes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838200"/>
            <a:ext cx="2057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QPI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971800"/>
            <a:ext cx="1993900" cy="253971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1520" y="6504970"/>
            <a:ext cx="4648105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17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2" t="11280" r="5687" b="17340"/>
          <a:stretch/>
        </p:blipFill>
        <p:spPr>
          <a:xfrm>
            <a:off x="1619672" y="-171400"/>
            <a:ext cx="6228152" cy="6806022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18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" t="20876" r="-436" b="24242"/>
          <a:stretch/>
        </p:blipFill>
        <p:spPr>
          <a:xfrm>
            <a:off x="-10442" y="260648"/>
            <a:ext cx="8992106" cy="638654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9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83" b="14984"/>
          <a:stretch/>
        </p:blipFill>
        <p:spPr>
          <a:xfrm>
            <a:off x="107504" y="0"/>
            <a:ext cx="8358826" cy="648309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20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3" t="15993" r="12318" b="43603"/>
          <a:stretch/>
        </p:blipFill>
        <p:spPr>
          <a:xfrm>
            <a:off x="0" y="908720"/>
            <a:ext cx="9157238" cy="5677861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087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QPI Link Layer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7"/>
          </p:nvPr>
        </p:nvSpPr>
        <p:spPr>
          <a:xfrm>
            <a:off x="4495800" y="4191000"/>
            <a:ext cx="3657413" cy="1965960"/>
          </a:xfrm>
        </p:spPr>
        <p:txBody>
          <a:bodyPr/>
          <a:lstStyle/>
          <a:p>
            <a:r>
              <a:rPr lang="en-US" dirty="0"/>
              <a:t>Error control function</a:t>
            </a:r>
          </a:p>
          <a:p>
            <a:pPr lvl="1"/>
            <a:r>
              <a:rPr lang="en-US" dirty="0"/>
              <a:t>Detects and recovers from bit errors, and so isolates higher layers from experiencing bit errors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3200400" cy="4191000"/>
          </a:xfrm>
        </p:spPr>
        <p:txBody>
          <a:bodyPr>
            <a:normAutofit/>
          </a:bodyPr>
          <a:lstStyle/>
          <a:p>
            <a:r>
              <a:rPr lang="en-US" dirty="0"/>
              <a:t>Performs two key functions:  </a:t>
            </a:r>
            <a:r>
              <a:rPr lang="en-US" i="1" dirty="0"/>
              <a:t>flow control </a:t>
            </a:r>
            <a:r>
              <a:rPr lang="en-US" dirty="0"/>
              <a:t>and </a:t>
            </a:r>
            <a:r>
              <a:rPr lang="en-US" i="1" dirty="0"/>
              <a:t>error control</a:t>
            </a:r>
          </a:p>
          <a:p>
            <a:pPr lvl="1"/>
            <a:r>
              <a:rPr lang="en-US" dirty="0"/>
              <a:t>Operate on the  level of the flit (flow control unit)</a:t>
            </a:r>
          </a:p>
          <a:p>
            <a:pPr lvl="1"/>
            <a:r>
              <a:rPr lang="en-US" dirty="0"/>
              <a:t>Each flit consists of a 72-bit message payload and an 8-bit error control code called a </a:t>
            </a:r>
            <a:r>
              <a:rPr lang="en-US" i="1" dirty="0"/>
              <a:t>cyclic redundancy check</a:t>
            </a:r>
            <a:r>
              <a:rPr lang="en-US" dirty="0"/>
              <a:t> (CRC)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6"/>
          </p:nvPr>
        </p:nvSpPr>
        <p:spPr>
          <a:xfrm>
            <a:off x="4343400" y="1752600"/>
            <a:ext cx="3657600" cy="2209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Flow control function </a:t>
            </a:r>
          </a:p>
          <a:p>
            <a:pPr lvl="1"/>
            <a:r>
              <a:rPr lang="en-US" dirty="0"/>
              <a:t>Needed to ensure that a sending QPI entity does not overwhelm a receiving QPI entity by sending data faster than the receiver can process the data and clear buffers for more incoming data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QPI Routing and Protocol Layers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57200" y="2743200"/>
            <a:ext cx="3657600" cy="3678797"/>
          </a:xfrm>
        </p:spPr>
        <p:txBody>
          <a:bodyPr/>
          <a:lstStyle/>
          <a:p>
            <a:r>
              <a:rPr lang="en-US" dirty="0"/>
              <a:t>Used to determine the course that a packet will traverse across the available system interconnects</a:t>
            </a:r>
          </a:p>
          <a:p>
            <a:r>
              <a:rPr lang="en-US" dirty="0"/>
              <a:t>Defined by firmware and describe the possible paths that a packet can follow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4105835"/>
          </a:xfrm>
        </p:spPr>
        <p:txBody>
          <a:bodyPr>
            <a:normAutofit/>
          </a:bodyPr>
          <a:lstStyle/>
          <a:p>
            <a:r>
              <a:rPr lang="en-US" dirty="0"/>
              <a:t>Packet is defined as the unit of transfer</a:t>
            </a:r>
          </a:p>
          <a:p>
            <a:r>
              <a:rPr lang="en-US" dirty="0"/>
              <a:t>One key function performed at this level is a cache coherency protocol which deals with making sure that main memory values held in multiple caches are consistent</a:t>
            </a:r>
          </a:p>
          <a:p>
            <a:r>
              <a:rPr lang="en-US" dirty="0"/>
              <a:t>A typical data packet payload is a block of data being sent to or from a cache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Routing Layer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Protocol Layer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Peripheral Component Interconnect (PCI)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844824"/>
            <a:ext cx="7556313" cy="457200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 popular high bandwidth, processor independent bus that can function as a mezzanine or peripheral bus</a:t>
            </a:r>
          </a:p>
          <a:p>
            <a:r>
              <a:rPr lang="en-GB" dirty="0"/>
              <a:t>Delivers better system performance for high speed I/O subsystems</a:t>
            </a:r>
          </a:p>
          <a:p>
            <a:r>
              <a:rPr lang="en-GB" dirty="0"/>
              <a:t>PCI Special Interest Group (SIG)</a:t>
            </a:r>
          </a:p>
          <a:p>
            <a:pPr lvl="1"/>
            <a:r>
              <a:rPr lang="en-GB" dirty="0"/>
              <a:t>Created to develop further and maintain the compatibility of the PCI specifications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/>
              <a:t>PCI Express (PCIe)</a:t>
            </a:r>
          </a:p>
          <a:p>
            <a:pPr lvl="1"/>
            <a:r>
              <a:rPr lang="en-GB" sz="1730" dirty="0"/>
              <a:t>Point-to-point interconnect scheme intended to replace bus-based schemes such as PCI</a:t>
            </a:r>
          </a:p>
          <a:p>
            <a:pPr lvl="1"/>
            <a:r>
              <a:rPr lang="en-GB" sz="1765" dirty="0"/>
              <a:t>Key requirement is high capacity to support the needs of higher data rate I/O devices, such as Gigabit Ethernet</a:t>
            </a:r>
          </a:p>
          <a:p>
            <a:pPr lvl="1"/>
            <a:r>
              <a:rPr lang="en-GB" sz="1765" dirty="0"/>
              <a:t>Another requirement deals with the need to support time dependent data streams</a:t>
            </a:r>
          </a:p>
          <a:p>
            <a:pPr marL="457200" lvl="2">
              <a:spcBef>
                <a:spcPts val="2000"/>
              </a:spcBef>
            </a:pPr>
            <a:endParaRPr lang="en-GB" sz="2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21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6" t="14984" r="8954" b="11953"/>
          <a:stretch/>
        </p:blipFill>
        <p:spPr>
          <a:xfrm>
            <a:off x="1547664" y="-171400"/>
            <a:ext cx="5904656" cy="6833657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22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35" b="24074"/>
          <a:stretch/>
        </p:blipFill>
        <p:spPr>
          <a:xfrm>
            <a:off x="-252536" y="620688"/>
            <a:ext cx="9576835" cy="5675162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23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2" b="41751"/>
          <a:stretch/>
        </p:blipFill>
        <p:spPr>
          <a:xfrm>
            <a:off x="-122149" y="1340768"/>
            <a:ext cx="9298972" cy="482169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24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8" b="7240"/>
          <a:stretch/>
        </p:blipFill>
        <p:spPr>
          <a:xfrm>
            <a:off x="1331640" y="-99392"/>
            <a:ext cx="6428752" cy="668085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9512" y="649287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0"/>
            <a:ext cx="3255264" cy="116205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 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Transaction Layer (TL)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Receives read and write requests from the software above the TL and creates request packets for transmission to a destination via the link layer</a:t>
            </a:r>
          </a:p>
          <a:p>
            <a:r>
              <a:rPr lang="en-US" dirty="0"/>
              <a:t>Most transactions use a </a:t>
            </a:r>
            <a:r>
              <a:rPr lang="en-US" i="1" dirty="0"/>
              <a:t>split transaction </a:t>
            </a:r>
            <a:r>
              <a:rPr lang="en-US" dirty="0"/>
              <a:t>technique</a:t>
            </a:r>
          </a:p>
          <a:p>
            <a:pPr lvl="1"/>
            <a:r>
              <a:rPr lang="en-US" dirty="0"/>
              <a:t>A request packet is sent out by a source PCIe device which then waits for a response called a </a:t>
            </a:r>
            <a:r>
              <a:rPr lang="en-US" i="1" dirty="0"/>
              <a:t>completion </a:t>
            </a:r>
            <a:r>
              <a:rPr lang="en-US" dirty="0"/>
              <a:t>packet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type="body" sz="half" idx="2"/>
          </p:nvPr>
        </p:nvSpPr>
        <p:spPr>
          <a:xfrm>
            <a:off x="4191000" y="3505200"/>
            <a:ext cx="4267200" cy="3352800"/>
          </a:xfrm>
        </p:spPr>
        <p:txBody>
          <a:bodyPr/>
          <a:lstStyle/>
          <a:p>
            <a:pPr marL="228600" lvl="1" indent="-228600">
              <a:spcBef>
                <a:spcPts val="20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1800" dirty="0"/>
              <a:t>TL messages and some write transactions are posted transactions  (meaning that no response is expected)</a:t>
            </a:r>
          </a:p>
          <a:p>
            <a:pPr marL="228600" lvl="1" indent="-228600">
              <a:spcBef>
                <a:spcPts val="20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1800" dirty="0"/>
              <a:t>TL packet format supports 32-bit memory addressing and extended 64-bit memory addressing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2057400" cy="1814513"/>
          </a:xfrm>
          <a:prstGeom prst="rect">
            <a:avLst/>
          </a:prstGeom>
          <a:effectLst>
            <a:glow rad="101600">
              <a:schemeClr val="accent1">
                <a:alpha val="75000"/>
              </a:schemeClr>
            </a:glow>
            <a:softEdge rad="101600"/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859305" y="6492875"/>
            <a:ext cx="5284695" cy="365125"/>
          </a:xfrm>
        </p:spPr>
        <p:txBody>
          <a:bodyPr/>
          <a:lstStyle/>
          <a:p>
            <a:pPr algn="r"/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TL supports four address spaces: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7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Memory</a:t>
            </a:r>
          </a:p>
          <a:p>
            <a:pPr lvl="1"/>
            <a:r>
              <a:rPr lang="en-US" dirty="0"/>
              <a:t>The memory space includes system main memory and PCIe I/O devices</a:t>
            </a:r>
          </a:p>
          <a:p>
            <a:pPr lvl="1"/>
            <a:r>
              <a:rPr lang="en-US" dirty="0"/>
              <a:t>Certain ranges of memory addresses map into I/O devices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r>
              <a:rPr lang="en-US" dirty="0"/>
              <a:t>Configuration</a:t>
            </a:r>
          </a:p>
          <a:p>
            <a:pPr lvl="1"/>
            <a:r>
              <a:rPr lang="en-US" dirty="0"/>
              <a:t>This address space enables the TL to read/write configuration registers associated with I/O devices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I/O</a:t>
            </a:r>
          </a:p>
          <a:p>
            <a:pPr lvl="1"/>
            <a:r>
              <a:rPr lang="en-US" dirty="0"/>
              <a:t>This address space is used for legacy PCI devices, with reserved address ranges used to address legacy I/O devices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r>
              <a:rPr lang="en-US" dirty="0"/>
              <a:t>Message</a:t>
            </a:r>
          </a:p>
          <a:p>
            <a:pPr lvl="1"/>
            <a:r>
              <a:rPr lang="en-US" dirty="0"/>
              <a:t>This address space is for control signals related to interrupts, error handling, and power management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16012"/>
          </a:xfrm>
        </p:spPr>
        <p:txBody>
          <a:bodyPr/>
          <a:lstStyle/>
          <a:p>
            <a:pPr algn="ctr"/>
            <a:r>
              <a:rPr lang="en-US" dirty="0"/>
              <a:t>Table 3.2  </a:t>
            </a:r>
            <a:br>
              <a:rPr lang="en-US" dirty="0"/>
            </a:br>
            <a:r>
              <a:rPr lang="en-US" dirty="0" err="1"/>
              <a:t>PCIe</a:t>
            </a:r>
            <a:r>
              <a:rPr lang="en-US" dirty="0"/>
              <a:t> TLP Transaction Types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268760"/>
            <a:ext cx="8797125" cy="547295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9512" y="649719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25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-99392"/>
            <a:ext cx="5256584" cy="680263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3428999" cy="1116106"/>
          </a:xfrm>
        </p:spPr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467544" y="2852936"/>
            <a:ext cx="3657600" cy="43434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Computer components</a:t>
            </a:r>
          </a:p>
          <a:p>
            <a:pPr>
              <a:spcBef>
                <a:spcPts val="600"/>
              </a:spcBef>
            </a:pPr>
            <a:r>
              <a:rPr lang="en-US" dirty="0"/>
              <a:t>Computer function</a:t>
            </a:r>
          </a:p>
          <a:p>
            <a:pPr lvl="1"/>
            <a:r>
              <a:rPr lang="en-US" dirty="0"/>
              <a:t>Instruction fetch and execute</a:t>
            </a:r>
          </a:p>
          <a:p>
            <a:pPr lvl="1"/>
            <a:r>
              <a:rPr lang="en-US" dirty="0"/>
              <a:t>Interrupts</a:t>
            </a:r>
          </a:p>
          <a:p>
            <a:pPr lvl="1"/>
            <a:r>
              <a:rPr lang="en-US" dirty="0"/>
              <a:t>I/O function</a:t>
            </a:r>
          </a:p>
          <a:p>
            <a:pPr>
              <a:spcBef>
                <a:spcPts val="600"/>
              </a:spcBef>
            </a:pPr>
            <a:r>
              <a:rPr lang="en-US" dirty="0"/>
              <a:t>Interconnection structures</a:t>
            </a:r>
          </a:p>
          <a:p>
            <a:pPr>
              <a:spcBef>
                <a:spcPts val="600"/>
              </a:spcBef>
            </a:pPr>
            <a:r>
              <a:rPr lang="en-US" dirty="0"/>
              <a:t>Bus interconnection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quarter" idx="4"/>
          </p:nvPr>
        </p:nvSpPr>
        <p:spPr>
          <a:xfrm>
            <a:off x="4495800" y="2362200"/>
            <a:ext cx="3810000" cy="4724400"/>
          </a:xfrm>
        </p:spPr>
        <p:txBody>
          <a:bodyPr>
            <a:normAutofit/>
          </a:bodyPr>
          <a:lstStyle/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/>
              <a:t>Point-to-point interconnect</a:t>
            </a:r>
          </a:p>
          <a:p>
            <a:pPr lvl="1"/>
            <a:r>
              <a:rPr lang="en-US" dirty="0"/>
              <a:t>QPI physical layer</a:t>
            </a:r>
          </a:p>
          <a:p>
            <a:pPr lvl="1"/>
            <a:r>
              <a:rPr lang="en-US" dirty="0"/>
              <a:t>QPI link layer</a:t>
            </a:r>
          </a:p>
          <a:p>
            <a:pPr lvl="1"/>
            <a:r>
              <a:rPr lang="en-US" dirty="0"/>
              <a:t>QPI routing layer</a:t>
            </a:r>
          </a:p>
          <a:p>
            <a:pPr lvl="1"/>
            <a:r>
              <a:rPr lang="en-US" dirty="0"/>
              <a:t>QPI protocol layer</a:t>
            </a:r>
          </a:p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/>
              <a:t>PCI express</a:t>
            </a:r>
          </a:p>
          <a:p>
            <a:pPr lvl="1"/>
            <a:r>
              <a:rPr lang="en-US" dirty="0"/>
              <a:t>PCI physical and logical architecture</a:t>
            </a:r>
          </a:p>
          <a:p>
            <a:pPr lvl="1"/>
            <a:r>
              <a:rPr lang="en-US" dirty="0"/>
              <a:t>PCIe physical layer</a:t>
            </a:r>
          </a:p>
          <a:p>
            <a:pPr lvl="1"/>
            <a:r>
              <a:rPr lang="en-US" dirty="0"/>
              <a:t>PCIe transaction layer</a:t>
            </a:r>
          </a:p>
          <a:p>
            <a:pPr lvl="1"/>
            <a:r>
              <a:rPr lang="en-US" dirty="0"/>
              <a:t>PCIe data link layer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412776"/>
            <a:ext cx="3657600" cy="1098177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endParaRPr lang="en-US" sz="800" dirty="0"/>
          </a:p>
          <a:p>
            <a:r>
              <a:rPr lang="en-US" sz="3200" dirty="0"/>
              <a:t>Chapter 3</a:t>
            </a:r>
          </a:p>
          <a:p>
            <a:endParaRPr lang="en-US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"/>
          </p:nvPr>
        </p:nvSpPr>
        <p:spPr>
          <a:xfrm>
            <a:off x="4343400" y="228600"/>
            <a:ext cx="3657600" cy="1707776"/>
          </a:xfrm>
        </p:spPr>
        <p:txBody>
          <a:bodyPr/>
          <a:lstStyle/>
          <a:p>
            <a:r>
              <a:rPr lang="en-US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 Top-Level View of Computer Function and Interconnection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11649</TotalTime>
  <Words>3432</Words>
  <Application>Microsoft Office PowerPoint</Application>
  <PresentationFormat>On-screen Show (4:3)</PresentationFormat>
  <Paragraphs>343</Paragraphs>
  <Slides>49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Rockwell</vt:lpstr>
      <vt:lpstr>Times New Roman</vt:lpstr>
      <vt:lpstr>TimesTenLTStd-Bold</vt:lpstr>
      <vt:lpstr>TimesTenLTStd-Roman</vt:lpstr>
      <vt:lpstr>Wingdings</vt:lpstr>
      <vt:lpstr>Advantage</vt:lpstr>
      <vt:lpstr>William Stallings  Computer Organization  and Architecture 10th Edition</vt:lpstr>
      <vt:lpstr>Chapter 3</vt:lpstr>
      <vt:lpstr>Computer Components</vt:lpstr>
      <vt:lpstr>Hardware  and Software Approaches</vt:lpstr>
      <vt:lpstr>I/O  Components</vt:lpstr>
      <vt:lpstr>MEMORY</vt:lpstr>
      <vt:lpstr>PowerPoint Presentation</vt:lpstr>
      <vt:lpstr>PowerPoint Presentation</vt:lpstr>
      <vt:lpstr>Fetch Cycle</vt:lpstr>
      <vt:lpstr>Action Categories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I/O Function</vt:lpstr>
      <vt:lpstr>PowerPoint Presentation</vt:lpstr>
      <vt:lpstr>The interconnection structure must support the following types of transfers:</vt:lpstr>
      <vt:lpstr>Bus Interconnection</vt:lpstr>
      <vt:lpstr>Data Bus</vt:lpstr>
      <vt:lpstr>   Address Bus       Control Bus</vt:lpstr>
      <vt:lpstr>PowerPoint Presentation</vt:lpstr>
      <vt:lpstr>Point-to-Point Interconnect</vt:lpstr>
      <vt:lpstr>Quick Path Interconnect</vt:lpstr>
      <vt:lpstr>PowerPoint Presentation</vt:lpstr>
      <vt:lpstr>PowerPoint Presentation</vt:lpstr>
      <vt:lpstr>PowerPoint Presentation</vt:lpstr>
      <vt:lpstr>PowerPoint Presentation</vt:lpstr>
      <vt:lpstr>QPI Link Layer</vt:lpstr>
      <vt:lpstr>QPI Routing and Protocol Layers</vt:lpstr>
      <vt:lpstr>Peripheral Component Interconnect (PCI)</vt:lpstr>
      <vt:lpstr>PowerPoint Presentation</vt:lpstr>
      <vt:lpstr>PowerPoint Presentation</vt:lpstr>
      <vt:lpstr>PowerPoint Presentation</vt:lpstr>
      <vt:lpstr>PowerPoint Presentation</vt:lpstr>
      <vt:lpstr>PCIe   Transaction Layer (TL)</vt:lpstr>
      <vt:lpstr>The TL supports four address spaces:</vt:lpstr>
      <vt:lpstr>Table 3.2   PCIe TLP Transaction Types 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Top Level View of Computer Function and Interconnection</dc:title>
  <dc:creator>Adrian J Pullin</dc:creator>
  <cp:lastModifiedBy>Tran Thien Thanh</cp:lastModifiedBy>
  <cp:revision>163</cp:revision>
  <cp:lastPrinted>1999-09-24T09:11:31Z</cp:lastPrinted>
  <dcterms:created xsi:type="dcterms:W3CDTF">2012-06-16T23:28:52Z</dcterms:created>
  <dcterms:modified xsi:type="dcterms:W3CDTF">2023-02-03T03:35:38Z</dcterms:modified>
</cp:coreProperties>
</file>