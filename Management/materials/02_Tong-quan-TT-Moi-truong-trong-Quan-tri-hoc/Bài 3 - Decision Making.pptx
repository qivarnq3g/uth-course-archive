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1" d="100"/>
          <a:sy n="121" d="100"/>
        </p:scale>
        <p:origin x="156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93B7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5A6C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35"/>
              </a:lnSpc>
            </a:pPr>
            <a:r>
              <a:rPr spc="-50" dirty="0"/>
              <a:t>Lesson</a:t>
            </a:r>
            <a:r>
              <a:rPr spc="-85" dirty="0"/>
              <a:t> </a:t>
            </a:r>
            <a:r>
              <a:rPr dirty="0"/>
              <a:t>2</a:t>
            </a:r>
            <a:r>
              <a:rPr spc="-100" dirty="0"/>
              <a:t> </a:t>
            </a:r>
            <a:r>
              <a:rPr dirty="0"/>
              <a:t>-</a:t>
            </a:r>
            <a:r>
              <a:rPr spc="-75" dirty="0"/>
              <a:t> </a:t>
            </a:r>
            <a:r>
              <a:rPr spc="-35" dirty="0"/>
              <a:t>By</a:t>
            </a:r>
            <a:r>
              <a:rPr spc="-85" dirty="0"/>
              <a:t> </a:t>
            </a:r>
            <a:r>
              <a:rPr spc="80" dirty="0"/>
              <a:t>LHK</a:t>
            </a:r>
            <a:r>
              <a:rPr spc="-90" dirty="0"/>
              <a:t> </a:t>
            </a:r>
            <a:r>
              <a:rPr spc="-55" dirty="0"/>
              <a:t>Giang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21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93B7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5A6C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35"/>
              </a:lnSpc>
            </a:pPr>
            <a:r>
              <a:rPr spc="-50" dirty="0"/>
              <a:t>Lesson</a:t>
            </a:r>
            <a:r>
              <a:rPr spc="-85" dirty="0"/>
              <a:t> </a:t>
            </a:r>
            <a:r>
              <a:rPr dirty="0"/>
              <a:t>2</a:t>
            </a:r>
            <a:r>
              <a:rPr spc="-100" dirty="0"/>
              <a:t> </a:t>
            </a:r>
            <a:r>
              <a:rPr dirty="0"/>
              <a:t>-</a:t>
            </a:r>
            <a:r>
              <a:rPr spc="-75" dirty="0"/>
              <a:t> </a:t>
            </a:r>
            <a:r>
              <a:rPr spc="-35" dirty="0"/>
              <a:t>By</a:t>
            </a:r>
            <a:r>
              <a:rPr spc="-85" dirty="0"/>
              <a:t> </a:t>
            </a:r>
            <a:r>
              <a:rPr spc="80" dirty="0"/>
              <a:t>LHK</a:t>
            </a:r>
            <a:r>
              <a:rPr spc="-90" dirty="0"/>
              <a:t> </a:t>
            </a:r>
            <a:r>
              <a:rPr spc="-55" dirty="0"/>
              <a:t>Giang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21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EDB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885825" cy="6858000"/>
          </a:xfrm>
          <a:custGeom>
            <a:avLst/>
            <a:gdLst/>
            <a:ahLst/>
            <a:cxnLst/>
            <a:rect l="l" t="t" r="r" b="b"/>
            <a:pathLst>
              <a:path w="885825" h="6858000">
                <a:moveTo>
                  <a:pt x="709307" y="0"/>
                </a:moveTo>
                <a:lnTo>
                  <a:pt x="0" y="0"/>
                </a:lnTo>
                <a:lnTo>
                  <a:pt x="0" y="6857999"/>
                </a:lnTo>
                <a:lnTo>
                  <a:pt x="709307" y="6857999"/>
                </a:lnTo>
                <a:lnTo>
                  <a:pt x="710895" y="6789736"/>
                </a:lnTo>
                <a:lnTo>
                  <a:pt x="718832" y="6729412"/>
                </a:lnTo>
                <a:lnTo>
                  <a:pt x="729932" y="6677025"/>
                </a:lnTo>
                <a:lnTo>
                  <a:pt x="744220" y="6630987"/>
                </a:lnTo>
                <a:lnTo>
                  <a:pt x="760082" y="6589712"/>
                </a:lnTo>
                <a:lnTo>
                  <a:pt x="779132" y="6553200"/>
                </a:lnTo>
                <a:lnTo>
                  <a:pt x="817206" y="6477000"/>
                </a:lnTo>
                <a:lnTo>
                  <a:pt x="833081" y="6440487"/>
                </a:lnTo>
                <a:lnTo>
                  <a:pt x="848944" y="6399212"/>
                </a:lnTo>
                <a:lnTo>
                  <a:pt x="864819" y="6353175"/>
                </a:lnTo>
                <a:lnTo>
                  <a:pt x="875919" y="6300787"/>
                </a:lnTo>
                <a:lnTo>
                  <a:pt x="882269" y="6240462"/>
                </a:lnTo>
                <a:lnTo>
                  <a:pt x="885444" y="6172200"/>
                </a:lnTo>
                <a:lnTo>
                  <a:pt x="882269" y="6103937"/>
                </a:lnTo>
                <a:lnTo>
                  <a:pt x="875919" y="6043612"/>
                </a:lnTo>
                <a:lnTo>
                  <a:pt x="864819" y="5991225"/>
                </a:lnTo>
                <a:lnTo>
                  <a:pt x="848944" y="5945187"/>
                </a:lnTo>
                <a:lnTo>
                  <a:pt x="833081" y="5903912"/>
                </a:lnTo>
                <a:lnTo>
                  <a:pt x="817206" y="5867400"/>
                </a:lnTo>
                <a:lnTo>
                  <a:pt x="779132" y="5791200"/>
                </a:lnTo>
                <a:lnTo>
                  <a:pt x="760082" y="5754687"/>
                </a:lnTo>
                <a:lnTo>
                  <a:pt x="744220" y="5713412"/>
                </a:lnTo>
                <a:lnTo>
                  <a:pt x="729932" y="5667375"/>
                </a:lnTo>
                <a:lnTo>
                  <a:pt x="718832" y="5614987"/>
                </a:lnTo>
                <a:lnTo>
                  <a:pt x="710895" y="5554599"/>
                </a:lnTo>
                <a:lnTo>
                  <a:pt x="709307" y="5486400"/>
                </a:lnTo>
                <a:lnTo>
                  <a:pt x="710895" y="5418074"/>
                </a:lnTo>
                <a:lnTo>
                  <a:pt x="718832" y="5357749"/>
                </a:lnTo>
                <a:lnTo>
                  <a:pt x="729932" y="5305425"/>
                </a:lnTo>
                <a:lnTo>
                  <a:pt x="744220" y="5259324"/>
                </a:lnTo>
                <a:lnTo>
                  <a:pt x="760082" y="5218049"/>
                </a:lnTo>
                <a:lnTo>
                  <a:pt x="779132" y="5181600"/>
                </a:lnTo>
                <a:lnTo>
                  <a:pt x="817206" y="5105400"/>
                </a:lnTo>
                <a:lnTo>
                  <a:pt x="833081" y="5068824"/>
                </a:lnTo>
                <a:lnTo>
                  <a:pt x="848944" y="5027549"/>
                </a:lnTo>
                <a:lnTo>
                  <a:pt x="864819" y="4981575"/>
                </a:lnTo>
                <a:lnTo>
                  <a:pt x="875919" y="4929124"/>
                </a:lnTo>
                <a:lnTo>
                  <a:pt x="882269" y="4868799"/>
                </a:lnTo>
                <a:lnTo>
                  <a:pt x="885444" y="4800600"/>
                </a:lnTo>
                <a:lnTo>
                  <a:pt x="882269" y="4732274"/>
                </a:lnTo>
                <a:lnTo>
                  <a:pt x="875919" y="4671949"/>
                </a:lnTo>
                <a:lnTo>
                  <a:pt x="864819" y="4619625"/>
                </a:lnTo>
                <a:lnTo>
                  <a:pt x="848944" y="4573524"/>
                </a:lnTo>
                <a:lnTo>
                  <a:pt x="833081" y="4532249"/>
                </a:lnTo>
                <a:lnTo>
                  <a:pt x="817206" y="4495800"/>
                </a:lnTo>
                <a:lnTo>
                  <a:pt x="779132" y="4419600"/>
                </a:lnTo>
                <a:lnTo>
                  <a:pt x="760082" y="4383024"/>
                </a:lnTo>
                <a:lnTo>
                  <a:pt x="744220" y="4341749"/>
                </a:lnTo>
                <a:lnTo>
                  <a:pt x="729932" y="4295775"/>
                </a:lnTo>
                <a:lnTo>
                  <a:pt x="718832" y="4243324"/>
                </a:lnTo>
                <a:lnTo>
                  <a:pt x="710895" y="4182999"/>
                </a:lnTo>
                <a:lnTo>
                  <a:pt x="709307" y="4114800"/>
                </a:lnTo>
                <a:lnTo>
                  <a:pt x="710895" y="4046474"/>
                </a:lnTo>
                <a:lnTo>
                  <a:pt x="718832" y="3986149"/>
                </a:lnTo>
                <a:lnTo>
                  <a:pt x="729932" y="3933825"/>
                </a:lnTo>
                <a:lnTo>
                  <a:pt x="744220" y="3887724"/>
                </a:lnTo>
                <a:lnTo>
                  <a:pt x="760082" y="3846449"/>
                </a:lnTo>
                <a:lnTo>
                  <a:pt x="779132" y="3810000"/>
                </a:lnTo>
                <a:lnTo>
                  <a:pt x="817206" y="3733800"/>
                </a:lnTo>
                <a:lnTo>
                  <a:pt x="833081" y="3697224"/>
                </a:lnTo>
                <a:lnTo>
                  <a:pt x="848944" y="3655949"/>
                </a:lnTo>
                <a:lnTo>
                  <a:pt x="864819" y="3609975"/>
                </a:lnTo>
                <a:lnTo>
                  <a:pt x="875919" y="3557524"/>
                </a:lnTo>
                <a:lnTo>
                  <a:pt x="882269" y="3497199"/>
                </a:lnTo>
                <a:lnTo>
                  <a:pt x="885444" y="3427349"/>
                </a:lnTo>
                <a:lnTo>
                  <a:pt x="882269" y="3360674"/>
                </a:lnTo>
                <a:lnTo>
                  <a:pt x="875919" y="3300349"/>
                </a:lnTo>
                <a:lnTo>
                  <a:pt x="864819" y="3248025"/>
                </a:lnTo>
                <a:lnTo>
                  <a:pt x="848944" y="3201924"/>
                </a:lnTo>
                <a:lnTo>
                  <a:pt x="833081" y="3160649"/>
                </a:lnTo>
                <a:lnTo>
                  <a:pt x="817206" y="3124200"/>
                </a:lnTo>
                <a:lnTo>
                  <a:pt x="779132" y="3048000"/>
                </a:lnTo>
                <a:lnTo>
                  <a:pt x="760082" y="3011424"/>
                </a:lnTo>
                <a:lnTo>
                  <a:pt x="744220" y="2970149"/>
                </a:lnTo>
                <a:lnTo>
                  <a:pt x="729932" y="2924175"/>
                </a:lnTo>
                <a:lnTo>
                  <a:pt x="718832" y="2871724"/>
                </a:lnTo>
                <a:lnTo>
                  <a:pt x="710895" y="2811399"/>
                </a:lnTo>
                <a:lnTo>
                  <a:pt x="709307" y="2743200"/>
                </a:lnTo>
                <a:lnTo>
                  <a:pt x="710895" y="2674874"/>
                </a:lnTo>
                <a:lnTo>
                  <a:pt x="718832" y="2614549"/>
                </a:lnTo>
                <a:lnTo>
                  <a:pt x="729932" y="2562225"/>
                </a:lnTo>
                <a:lnTo>
                  <a:pt x="744220" y="2516124"/>
                </a:lnTo>
                <a:lnTo>
                  <a:pt x="760082" y="2474849"/>
                </a:lnTo>
                <a:lnTo>
                  <a:pt x="779132" y="2438400"/>
                </a:lnTo>
                <a:lnTo>
                  <a:pt x="817206" y="2362200"/>
                </a:lnTo>
                <a:lnTo>
                  <a:pt x="833081" y="2325624"/>
                </a:lnTo>
                <a:lnTo>
                  <a:pt x="848944" y="2284349"/>
                </a:lnTo>
                <a:lnTo>
                  <a:pt x="864819" y="2238375"/>
                </a:lnTo>
                <a:lnTo>
                  <a:pt x="875919" y="2185924"/>
                </a:lnTo>
                <a:lnTo>
                  <a:pt x="882269" y="2125599"/>
                </a:lnTo>
                <a:lnTo>
                  <a:pt x="885444" y="2057400"/>
                </a:lnTo>
                <a:lnTo>
                  <a:pt x="882269" y="1989074"/>
                </a:lnTo>
                <a:lnTo>
                  <a:pt x="875919" y="1928749"/>
                </a:lnTo>
                <a:lnTo>
                  <a:pt x="864819" y="1876425"/>
                </a:lnTo>
                <a:lnTo>
                  <a:pt x="848944" y="1830324"/>
                </a:lnTo>
                <a:lnTo>
                  <a:pt x="833081" y="1789049"/>
                </a:lnTo>
                <a:lnTo>
                  <a:pt x="817206" y="1752600"/>
                </a:lnTo>
                <a:lnTo>
                  <a:pt x="779132" y="1676400"/>
                </a:lnTo>
                <a:lnTo>
                  <a:pt x="760082" y="1639824"/>
                </a:lnTo>
                <a:lnTo>
                  <a:pt x="744220" y="1598549"/>
                </a:lnTo>
                <a:lnTo>
                  <a:pt x="729932" y="1552575"/>
                </a:lnTo>
                <a:lnTo>
                  <a:pt x="718832" y="1500124"/>
                </a:lnTo>
                <a:lnTo>
                  <a:pt x="710895" y="1439799"/>
                </a:lnTo>
                <a:lnTo>
                  <a:pt x="709307" y="1371600"/>
                </a:lnTo>
                <a:lnTo>
                  <a:pt x="710895" y="1303274"/>
                </a:lnTo>
                <a:lnTo>
                  <a:pt x="718832" y="1242949"/>
                </a:lnTo>
                <a:lnTo>
                  <a:pt x="729932" y="1190625"/>
                </a:lnTo>
                <a:lnTo>
                  <a:pt x="744220" y="1144524"/>
                </a:lnTo>
                <a:lnTo>
                  <a:pt x="760082" y="1103249"/>
                </a:lnTo>
                <a:lnTo>
                  <a:pt x="779132" y="1066800"/>
                </a:lnTo>
                <a:lnTo>
                  <a:pt x="817206" y="990600"/>
                </a:lnTo>
                <a:lnTo>
                  <a:pt x="833081" y="954024"/>
                </a:lnTo>
                <a:lnTo>
                  <a:pt x="848944" y="912749"/>
                </a:lnTo>
                <a:lnTo>
                  <a:pt x="864819" y="866775"/>
                </a:lnTo>
                <a:lnTo>
                  <a:pt x="875919" y="814324"/>
                </a:lnTo>
                <a:lnTo>
                  <a:pt x="882269" y="753999"/>
                </a:lnTo>
                <a:lnTo>
                  <a:pt x="885444" y="685800"/>
                </a:lnTo>
                <a:lnTo>
                  <a:pt x="882269" y="617474"/>
                </a:lnTo>
                <a:lnTo>
                  <a:pt x="875919" y="557149"/>
                </a:lnTo>
                <a:lnTo>
                  <a:pt x="864819" y="504825"/>
                </a:lnTo>
                <a:lnTo>
                  <a:pt x="848944" y="458724"/>
                </a:lnTo>
                <a:lnTo>
                  <a:pt x="833081" y="417449"/>
                </a:lnTo>
                <a:lnTo>
                  <a:pt x="817206" y="381000"/>
                </a:lnTo>
                <a:lnTo>
                  <a:pt x="779132" y="304800"/>
                </a:lnTo>
                <a:lnTo>
                  <a:pt x="760082" y="268224"/>
                </a:lnTo>
                <a:lnTo>
                  <a:pt x="744220" y="226949"/>
                </a:lnTo>
                <a:lnTo>
                  <a:pt x="729932" y="180975"/>
                </a:lnTo>
                <a:lnTo>
                  <a:pt x="718832" y="128524"/>
                </a:lnTo>
                <a:lnTo>
                  <a:pt x="710895" y="68199"/>
                </a:lnTo>
                <a:lnTo>
                  <a:pt x="709307" y="0"/>
                </a:lnTo>
                <a:close/>
              </a:path>
            </a:pathLst>
          </a:custGeom>
          <a:solidFill>
            <a:srgbClr val="3735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08535" y="0"/>
            <a:ext cx="283845" cy="6858000"/>
          </a:xfrm>
          <a:custGeom>
            <a:avLst/>
            <a:gdLst/>
            <a:ahLst/>
            <a:cxnLst/>
            <a:rect l="l" t="t" r="r" b="b"/>
            <a:pathLst>
              <a:path w="283845" h="6858000">
                <a:moveTo>
                  <a:pt x="283464" y="0"/>
                </a:moveTo>
                <a:lnTo>
                  <a:pt x="0" y="0"/>
                </a:lnTo>
                <a:lnTo>
                  <a:pt x="0" y="6858000"/>
                </a:lnTo>
                <a:lnTo>
                  <a:pt x="283464" y="6858000"/>
                </a:lnTo>
                <a:lnTo>
                  <a:pt x="283464" y="0"/>
                </a:lnTo>
                <a:close/>
              </a:path>
            </a:pathLst>
          </a:custGeom>
          <a:solidFill>
            <a:srgbClr val="3493B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6" y="124968"/>
            <a:ext cx="12117324" cy="6144768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38100" y="126492"/>
            <a:ext cx="12115800" cy="6143625"/>
          </a:xfrm>
          <a:custGeom>
            <a:avLst/>
            <a:gdLst/>
            <a:ahLst/>
            <a:cxnLst/>
            <a:rect l="l" t="t" r="r" b="b"/>
            <a:pathLst>
              <a:path w="12115800" h="6143625">
                <a:moveTo>
                  <a:pt x="0" y="69850"/>
                </a:moveTo>
                <a:lnTo>
                  <a:pt x="5489" y="42648"/>
                </a:lnTo>
                <a:lnTo>
                  <a:pt x="20459" y="20447"/>
                </a:lnTo>
                <a:lnTo>
                  <a:pt x="42663" y="5484"/>
                </a:lnTo>
                <a:lnTo>
                  <a:pt x="69853" y="0"/>
                </a:lnTo>
                <a:lnTo>
                  <a:pt x="12045950" y="0"/>
                </a:lnTo>
                <a:lnTo>
                  <a:pt x="12073151" y="5484"/>
                </a:lnTo>
                <a:lnTo>
                  <a:pt x="12095353" y="20447"/>
                </a:lnTo>
                <a:lnTo>
                  <a:pt x="12110315" y="42648"/>
                </a:lnTo>
                <a:lnTo>
                  <a:pt x="12115800" y="69850"/>
                </a:lnTo>
                <a:lnTo>
                  <a:pt x="12115800" y="6073394"/>
                </a:lnTo>
                <a:lnTo>
                  <a:pt x="12110315" y="6100579"/>
                </a:lnTo>
                <a:lnTo>
                  <a:pt x="12095353" y="6122782"/>
                </a:lnTo>
                <a:lnTo>
                  <a:pt x="12073151" y="6137753"/>
                </a:lnTo>
                <a:lnTo>
                  <a:pt x="12045950" y="6143244"/>
                </a:lnTo>
                <a:lnTo>
                  <a:pt x="69853" y="6143244"/>
                </a:lnTo>
                <a:lnTo>
                  <a:pt x="42663" y="6137753"/>
                </a:lnTo>
                <a:lnTo>
                  <a:pt x="20459" y="6122782"/>
                </a:lnTo>
                <a:lnTo>
                  <a:pt x="5489" y="6100579"/>
                </a:lnTo>
                <a:lnTo>
                  <a:pt x="0" y="6073394"/>
                </a:lnTo>
                <a:lnTo>
                  <a:pt x="0" y="69850"/>
                </a:lnTo>
                <a:close/>
              </a:path>
            </a:pathLst>
          </a:custGeom>
          <a:ln w="3175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46126" y="214121"/>
            <a:ext cx="11737975" cy="6006465"/>
          </a:xfrm>
          <a:custGeom>
            <a:avLst/>
            <a:gdLst/>
            <a:ahLst/>
            <a:cxnLst/>
            <a:rect l="l" t="t" r="r" b="b"/>
            <a:pathLst>
              <a:path w="11737975" h="6006465">
                <a:moveTo>
                  <a:pt x="11737721" y="94361"/>
                </a:moveTo>
                <a:lnTo>
                  <a:pt x="11728069" y="57404"/>
                </a:lnTo>
                <a:lnTo>
                  <a:pt x="11715242" y="40386"/>
                </a:lnTo>
                <a:lnTo>
                  <a:pt x="11714861" y="39878"/>
                </a:lnTo>
                <a:lnTo>
                  <a:pt x="11714353" y="39497"/>
                </a:lnTo>
                <a:lnTo>
                  <a:pt x="11704320" y="31254"/>
                </a:lnTo>
                <a:lnTo>
                  <a:pt x="11703685" y="30607"/>
                </a:lnTo>
                <a:lnTo>
                  <a:pt x="11703304" y="30480"/>
                </a:lnTo>
                <a:lnTo>
                  <a:pt x="11696827" y="26555"/>
                </a:lnTo>
                <a:lnTo>
                  <a:pt x="11690096" y="23380"/>
                </a:lnTo>
                <a:lnTo>
                  <a:pt x="11682857" y="20701"/>
                </a:lnTo>
                <a:lnTo>
                  <a:pt x="11681803" y="20472"/>
                </a:lnTo>
                <a:lnTo>
                  <a:pt x="11681409" y="19862"/>
                </a:lnTo>
                <a:lnTo>
                  <a:pt x="11659845" y="5334"/>
                </a:lnTo>
                <a:lnTo>
                  <a:pt x="11633454" y="0"/>
                </a:lnTo>
                <a:lnTo>
                  <a:pt x="67868" y="0"/>
                </a:lnTo>
                <a:lnTo>
                  <a:pt x="41452" y="5334"/>
                </a:lnTo>
                <a:lnTo>
                  <a:pt x="19875" y="19862"/>
                </a:lnTo>
                <a:lnTo>
                  <a:pt x="5334" y="41427"/>
                </a:lnTo>
                <a:lnTo>
                  <a:pt x="0" y="67830"/>
                </a:lnTo>
                <a:lnTo>
                  <a:pt x="0" y="5901639"/>
                </a:lnTo>
                <a:lnTo>
                  <a:pt x="5334" y="5928055"/>
                </a:lnTo>
                <a:lnTo>
                  <a:pt x="19875" y="5949632"/>
                </a:lnTo>
                <a:lnTo>
                  <a:pt x="20523" y="5950077"/>
                </a:lnTo>
                <a:lnTo>
                  <a:pt x="21056" y="5952121"/>
                </a:lnTo>
                <a:lnTo>
                  <a:pt x="51968" y="5992965"/>
                </a:lnTo>
                <a:lnTo>
                  <a:pt x="94856" y="6005969"/>
                </a:lnTo>
                <a:lnTo>
                  <a:pt x="11660886" y="6005957"/>
                </a:lnTo>
                <a:lnTo>
                  <a:pt x="11703355" y="5992927"/>
                </a:lnTo>
                <a:lnTo>
                  <a:pt x="11704320" y="5992165"/>
                </a:lnTo>
                <a:lnTo>
                  <a:pt x="11710645" y="5986932"/>
                </a:lnTo>
                <a:lnTo>
                  <a:pt x="11714353" y="5983871"/>
                </a:lnTo>
                <a:lnTo>
                  <a:pt x="11714861" y="5983490"/>
                </a:lnTo>
                <a:lnTo>
                  <a:pt x="11715242" y="5983071"/>
                </a:lnTo>
                <a:lnTo>
                  <a:pt x="11723878" y="5972619"/>
                </a:lnTo>
                <a:lnTo>
                  <a:pt x="11724259" y="5972264"/>
                </a:lnTo>
                <a:lnTo>
                  <a:pt x="11724767" y="5971502"/>
                </a:lnTo>
                <a:lnTo>
                  <a:pt x="11737721" y="5928626"/>
                </a:lnTo>
                <a:lnTo>
                  <a:pt x="11737721" y="943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46125" y="214122"/>
            <a:ext cx="11701780" cy="5969635"/>
          </a:xfrm>
          <a:custGeom>
            <a:avLst/>
            <a:gdLst/>
            <a:ahLst/>
            <a:cxnLst/>
            <a:rect l="l" t="t" r="r" b="b"/>
            <a:pathLst>
              <a:path w="11701780" h="5969635">
                <a:moveTo>
                  <a:pt x="0" y="67818"/>
                </a:moveTo>
                <a:lnTo>
                  <a:pt x="5334" y="41415"/>
                </a:lnTo>
                <a:lnTo>
                  <a:pt x="19880" y="19859"/>
                </a:lnTo>
                <a:lnTo>
                  <a:pt x="41453" y="5328"/>
                </a:lnTo>
                <a:lnTo>
                  <a:pt x="67868" y="0"/>
                </a:lnTo>
                <a:lnTo>
                  <a:pt x="11633454" y="0"/>
                </a:lnTo>
                <a:lnTo>
                  <a:pt x="11659856" y="5328"/>
                </a:lnTo>
                <a:lnTo>
                  <a:pt x="11681412" y="19859"/>
                </a:lnTo>
                <a:lnTo>
                  <a:pt x="11695943" y="41415"/>
                </a:lnTo>
                <a:lnTo>
                  <a:pt x="11701272" y="67818"/>
                </a:lnTo>
                <a:lnTo>
                  <a:pt x="11701272" y="5901639"/>
                </a:lnTo>
                <a:lnTo>
                  <a:pt x="11695943" y="5928054"/>
                </a:lnTo>
                <a:lnTo>
                  <a:pt x="11681412" y="5949627"/>
                </a:lnTo>
                <a:lnTo>
                  <a:pt x="11659856" y="5964173"/>
                </a:lnTo>
                <a:lnTo>
                  <a:pt x="11633454" y="5969508"/>
                </a:lnTo>
                <a:lnTo>
                  <a:pt x="67868" y="5969508"/>
                </a:lnTo>
                <a:lnTo>
                  <a:pt x="41453" y="5964173"/>
                </a:lnTo>
                <a:lnTo>
                  <a:pt x="19880" y="5949627"/>
                </a:lnTo>
                <a:lnTo>
                  <a:pt x="5334" y="5928054"/>
                </a:lnTo>
                <a:lnTo>
                  <a:pt x="0" y="5901639"/>
                </a:lnTo>
                <a:lnTo>
                  <a:pt x="0" y="67818"/>
                </a:lnTo>
                <a:close/>
              </a:path>
            </a:pathLst>
          </a:custGeom>
          <a:ln w="19050">
            <a:solidFill>
              <a:srgbClr val="093B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727948" y="6272783"/>
            <a:ext cx="1240790" cy="431800"/>
          </a:xfrm>
          <a:custGeom>
            <a:avLst/>
            <a:gdLst/>
            <a:ahLst/>
            <a:cxnLst/>
            <a:rect l="l" t="t" r="r" b="b"/>
            <a:pathLst>
              <a:path w="1240790" h="431800">
                <a:moveTo>
                  <a:pt x="605028" y="0"/>
                </a:moveTo>
                <a:lnTo>
                  <a:pt x="431800" y="0"/>
                </a:lnTo>
                <a:lnTo>
                  <a:pt x="0" y="431292"/>
                </a:lnTo>
                <a:lnTo>
                  <a:pt x="173228" y="431292"/>
                </a:lnTo>
                <a:lnTo>
                  <a:pt x="605028" y="0"/>
                </a:lnTo>
                <a:close/>
              </a:path>
              <a:path w="1240790" h="431800">
                <a:moveTo>
                  <a:pt x="922020" y="0"/>
                </a:moveTo>
                <a:lnTo>
                  <a:pt x="749173" y="0"/>
                </a:lnTo>
                <a:lnTo>
                  <a:pt x="318516" y="431292"/>
                </a:lnTo>
                <a:lnTo>
                  <a:pt x="491363" y="431292"/>
                </a:lnTo>
                <a:lnTo>
                  <a:pt x="922020" y="0"/>
                </a:lnTo>
                <a:close/>
              </a:path>
              <a:path w="1240790" h="431800">
                <a:moveTo>
                  <a:pt x="1240536" y="0"/>
                </a:moveTo>
                <a:lnTo>
                  <a:pt x="1067689" y="0"/>
                </a:lnTo>
                <a:lnTo>
                  <a:pt x="637032" y="431292"/>
                </a:lnTo>
                <a:lnTo>
                  <a:pt x="809879" y="431292"/>
                </a:lnTo>
                <a:lnTo>
                  <a:pt x="1240536" y="0"/>
                </a:lnTo>
                <a:close/>
              </a:path>
            </a:pathLst>
          </a:custGeom>
          <a:solidFill>
            <a:srgbClr val="3493B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76588" y="6425178"/>
            <a:ext cx="605027" cy="432821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9276588" y="6422936"/>
            <a:ext cx="607060" cy="435609"/>
          </a:xfrm>
          <a:custGeom>
            <a:avLst/>
            <a:gdLst/>
            <a:ahLst/>
            <a:cxnLst/>
            <a:rect l="l" t="t" r="r" b="b"/>
            <a:pathLst>
              <a:path w="607059" h="435609">
                <a:moveTo>
                  <a:pt x="2285" y="0"/>
                </a:moveTo>
                <a:lnTo>
                  <a:pt x="940" y="3191"/>
                </a:lnTo>
                <a:lnTo>
                  <a:pt x="431297" y="435061"/>
                </a:lnTo>
                <a:lnTo>
                  <a:pt x="600514" y="435061"/>
                </a:lnTo>
                <a:lnTo>
                  <a:pt x="599799" y="434344"/>
                </a:lnTo>
                <a:lnTo>
                  <a:pt x="435101" y="434344"/>
                </a:lnTo>
                <a:lnTo>
                  <a:pt x="432815" y="433410"/>
                </a:lnTo>
                <a:lnTo>
                  <a:pt x="434171" y="433410"/>
                </a:lnTo>
                <a:lnTo>
                  <a:pt x="2285" y="0"/>
                </a:lnTo>
                <a:close/>
              </a:path>
              <a:path w="607059" h="435609">
                <a:moveTo>
                  <a:pt x="171450" y="4483"/>
                </a:moveTo>
                <a:lnTo>
                  <a:pt x="600514" y="435061"/>
                </a:lnTo>
                <a:lnTo>
                  <a:pt x="605033" y="435061"/>
                </a:lnTo>
                <a:lnTo>
                  <a:pt x="176899" y="5422"/>
                </a:lnTo>
                <a:lnTo>
                  <a:pt x="173735" y="5422"/>
                </a:lnTo>
                <a:lnTo>
                  <a:pt x="171450" y="4483"/>
                </a:lnTo>
                <a:close/>
              </a:path>
              <a:path w="607059" h="435609">
                <a:moveTo>
                  <a:pt x="606551" y="433410"/>
                </a:moveTo>
                <a:lnTo>
                  <a:pt x="603388" y="433410"/>
                </a:lnTo>
                <a:lnTo>
                  <a:pt x="605033" y="435061"/>
                </a:lnTo>
                <a:lnTo>
                  <a:pt x="605855" y="435061"/>
                </a:lnTo>
                <a:lnTo>
                  <a:pt x="606551" y="433410"/>
                </a:lnTo>
                <a:close/>
              </a:path>
              <a:path w="607059" h="435609">
                <a:moveTo>
                  <a:pt x="434171" y="433410"/>
                </a:moveTo>
                <a:lnTo>
                  <a:pt x="432815" y="433410"/>
                </a:lnTo>
                <a:lnTo>
                  <a:pt x="435101" y="434344"/>
                </a:lnTo>
                <a:lnTo>
                  <a:pt x="434171" y="433410"/>
                </a:lnTo>
                <a:close/>
              </a:path>
              <a:path w="607059" h="435609">
                <a:moveTo>
                  <a:pt x="598869" y="433410"/>
                </a:moveTo>
                <a:lnTo>
                  <a:pt x="434171" y="433410"/>
                </a:lnTo>
                <a:lnTo>
                  <a:pt x="435101" y="434344"/>
                </a:lnTo>
                <a:lnTo>
                  <a:pt x="599799" y="434344"/>
                </a:lnTo>
                <a:lnTo>
                  <a:pt x="598869" y="433410"/>
                </a:lnTo>
                <a:close/>
              </a:path>
              <a:path w="607059" h="435609">
                <a:moveTo>
                  <a:pt x="940" y="3191"/>
                </a:moveTo>
                <a:lnTo>
                  <a:pt x="0" y="5422"/>
                </a:lnTo>
                <a:lnTo>
                  <a:pt x="3163" y="5422"/>
                </a:lnTo>
                <a:lnTo>
                  <a:pt x="940" y="3191"/>
                </a:lnTo>
                <a:close/>
              </a:path>
              <a:path w="607059" h="435609">
                <a:moveTo>
                  <a:pt x="173735" y="2247"/>
                </a:moveTo>
                <a:lnTo>
                  <a:pt x="4525" y="2247"/>
                </a:lnTo>
                <a:lnTo>
                  <a:pt x="7689" y="5422"/>
                </a:lnTo>
                <a:lnTo>
                  <a:pt x="172386" y="5422"/>
                </a:lnTo>
                <a:lnTo>
                  <a:pt x="171450" y="4483"/>
                </a:lnTo>
                <a:lnTo>
                  <a:pt x="175963" y="4483"/>
                </a:lnTo>
                <a:lnTo>
                  <a:pt x="173735" y="2247"/>
                </a:lnTo>
                <a:close/>
              </a:path>
              <a:path w="607059" h="435609">
                <a:moveTo>
                  <a:pt x="175963" y="4483"/>
                </a:moveTo>
                <a:lnTo>
                  <a:pt x="171450" y="4483"/>
                </a:lnTo>
                <a:lnTo>
                  <a:pt x="173735" y="5422"/>
                </a:lnTo>
                <a:lnTo>
                  <a:pt x="176899" y="5422"/>
                </a:lnTo>
                <a:lnTo>
                  <a:pt x="175963" y="4483"/>
                </a:lnTo>
                <a:close/>
              </a:path>
              <a:path w="607059" h="435609">
                <a:moveTo>
                  <a:pt x="1338" y="2247"/>
                </a:moveTo>
                <a:lnTo>
                  <a:pt x="0" y="2247"/>
                </a:lnTo>
                <a:lnTo>
                  <a:pt x="940" y="3191"/>
                </a:lnTo>
                <a:lnTo>
                  <a:pt x="1338" y="2247"/>
                </a:lnTo>
                <a:close/>
              </a:path>
            </a:pathLst>
          </a:custGeom>
          <a:solidFill>
            <a:srgbClr val="093B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58071" y="6425178"/>
            <a:ext cx="606551" cy="432821"/>
          </a:xfrm>
          <a:prstGeom prst="rect">
            <a:avLst/>
          </a:prstGeom>
        </p:spPr>
      </p:pic>
      <p:sp>
        <p:nvSpPr>
          <p:cNvPr id="27" name="bg object 27"/>
          <p:cNvSpPr/>
          <p:nvPr/>
        </p:nvSpPr>
        <p:spPr>
          <a:xfrm>
            <a:off x="8958071" y="6422936"/>
            <a:ext cx="608330" cy="435609"/>
          </a:xfrm>
          <a:custGeom>
            <a:avLst/>
            <a:gdLst/>
            <a:ahLst/>
            <a:cxnLst/>
            <a:rect l="l" t="t" r="r" b="b"/>
            <a:pathLst>
              <a:path w="608329" h="435609">
                <a:moveTo>
                  <a:pt x="2285" y="0"/>
                </a:moveTo>
                <a:lnTo>
                  <a:pt x="941" y="3189"/>
                </a:lnTo>
                <a:lnTo>
                  <a:pt x="432436" y="435061"/>
                </a:lnTo>
                <a:lnTo>
                  <a:pt x="602026" y="435061"/>
                </a:lnTo>
                <a:lnTo>
                  <a:pt x="601307" y="434341"/>
                </a:lnTo>
                <a:lnTo>
                  <a:pt x="436118" y="434341"/>
                </a:lnTo>
                <a:lnTo>
                  <a:pt x="433958" y="433410"/>
                </a:lnTo>
                <a:lnTo>
                  <a:pt x="435188" y="433410"/>
                </a:lnTo>
                <a:lnTo>
                  <a:pt x="2285" y="0"/>
                </a:lnTo>
                <a:close/>
              </a:path>
              <a:path w="608329" h="435609">
                <a:moveTo>
                  <a:pt x="171957" y="4495"/>
                </a:moveTo>
                <a:lnTo>
                  <a:pt x="602026" y="435061"/>
                </a:lnTo>
                <a:lnTo>
                  <a:pt x="606553" y="435061"/>
                </a:lnTo>
                <a:lnTo>
                  <a:pt x="177289" y="5422"/>
                </a:lnTo>
                <a:lnTo>
                  <a:pt x="174117" y="5422"/>
                </a:lnTo>
                <a:lnTo>
                  <a:pt x="171957" y="4495"/>
                </a:lnTo>
                <a:close/>
              </a:path>
              <a:path w="608329" h="435609">
                <a:moveTo>
                  <a:pt x="608076" y="433410"/>
                </a:moveTo>
                <a:lnTo>
                  <a:pt x="604903" y="433410"/>
                </a:lnTo>
                <a:lnTo>
                  <a:pt x="606553" y="435061"/>
                </a:lnTo>
                <a:lnTo>
                  <a:pt x="607379" y="435061"/>
                </a:lnTo>
                <a:lnTo>
                  <a:pt x="608076" y="433410"/>
                </a:lnTo>
                <a:close/>
              </a:path>
              <a:path w="608329" h="435609">
                <a:moveTo>
                  <a:pt x="435188" y="433410"/>
                </a:moveTo>
                <a:lnTo>
                  <a:pt x="433958" y="433410"/>
                </a:lnTo>
                <a:lnTo>
                  <a:pt x="436118" y="434341"/>
                </a:lnTo>
                <a:lnTo>
                  <a:pt x="435188" y="433410"/>
                </a:lnTo>
                <a:close/>
              </a:path>
              <a:path w="608329" h="435609">
                <a:moveTo>
                  <a:pt x="600377" y="433410"/>
                </a:moveTo>
                <a:lnTo>
                  <a:pt x="435188" y="433410"/>
                </a:lnTo>
                <a:lnTo>
                  <a:pt x="436118" y="434341"/>
                </a:lnTo>
                <a:lnTo>
                  <a:pt x="601307" y="434341"/>
                </a:lnTo>
                <a:lnTo>
                  <a:pt x="600377" y="433410"/>
                </a:lnTo>
                <a:close/>
              </a:path>
              <a:path w="608329" h="435609">
                <a:moveTo>
                  <a:pt x="941" y="3189"/>
                </a:moveTo>
                <a:lnTo>
                  <a:pt x="0" y="5422"/>
                </a:lnTo>
                <a:lnTo>
                  <a:pt x="3172" y="5422"/>
                </a:lnTo>
                <a:lnTo>
                  <a:pt x="941" y="3189"/>
                </a:lnTo>
                <a:close/>
              </a:path>
              <a:path w="608329" h="435609">
                <a:moveTo>
                  <a:pt x="174117" y="2247"/>
                </a:moveTo>
                <a:lnTo>
                  <a:pt x="4531" y="2247"/>
                </a:lnTo>
                <a:lnTo>
                  <a:pt x="7702" y="5422"/>
                </a:lnTo>
                <a:lnTo>
                  <a:pt x="172884" y="5422"/>
                </a:lnTo>
                <a:lnTo>
                  <a:pt x="171957" y="4495"/>
                </a:lnTo>
                <a:lnTo>
                  <a:pt x="176362" y="4495"/>
                </a:lnTo>
                <a:lnTo>
                  <a:pt x="174117" y="2247"/>
                </a:lnTo>
                <a:close/>
              </a:path>
              <a:path w="608329" h="435609">
                <a:moveTo>
                  <a:pt x="176362" y="4495"/>
                </a:moveTo>
                <a:lnTo>
                  <a:pt x="171957" y="4495"/>
                </a:lnTo>
                <a:lnTo>
                  <a:pt x="174117" y="5422"/>
                </a:lnTo>
                <a:lnTo>
                  <a:pt x="177289" y="5422"/>
                </a:lnTo>
                <a:lnTo>
                  <a:pt x="176362" y="4495"/>
                </a:lnTo>
                <a:close/>
              </a:path>
              <a:path w="608329" h="435609">
                <a:moveTo>
                  <a:pt x="1338" y="2247"/>
                </a:moveTo>
                <a:lnTo>
                  <a:pt x="0" y="2247"/>
                </a:lnTo>
                <a:lnTo>
                  <a:pt x="941" y="3189"/>
                </a:lnTo>
                <a:lnTo>
                  <a:pt x="1338" y="2247"/>
                </a:lnTo>
                <a:close/>
              </a:path>
            </a:pathLst>
          </a:custGeom>
          <a:solidFill>
            <a:srgbClr val="093B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bg object 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41080" y="6425178"/>
            <a:ext cx="605027" cy="432821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5766815"/>
            <a:ext cx="1703832" cy="1091181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18576" y="5961888"/>
            <a:ext cx="2596896" cy="896111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51135" y="0"/>
            <a:ext cx="2282698" cy="420624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753856" y="6362700"/>
            <a:ext cx="349757" cy="319265"/>
          </a:xfrm>
          <a:prstGeom prst="rect">
            <a:avLst/>
          </a:prstGeom>
        </p:spPr>
      </p:pic>
      <p:sp>
        <p:nvSpPr>
          <p:cNvPr id="33" name="bg object 33"/>
          <p:cNvSpPr/>
          <p:nvPr/>
        </p:nvSpPr>
        <p:spPr>
          <a:xfrm>
            <a:off x="8754744" y="6364389"/>
            <a:ext cx="350520" cy="318770"/>
          </a:xfrm>
          <a:custGeom>
            <a:avLst/>
            <a:gdLst/>
            <a:ahLst/>
            <a:cxnLst/>
            <a:rect l="l" t="t" r="r" b="b"/>
            <a:pathLst>
              <a:path w="350520" h="318770">
                <a:moveTo>
                  <a:pt x="350393" y="206235"/>
                </a:moveTo>
                <a:lnTo>
                  <a:pt x="235203" y="128346"/>
                </a:lnTo>
                <a:lnTo>
                  <a:pt x="217804" y="0"/>
                </a:lnTo>
                <a:lnTo>
                  <a:pt x="138683" y="102476"/>
                </a:lnTo>
                <a:lnTo>
                  <a:pt x="0" y="112344"/>
                </a:lnTo>
                <a:lnTo>
                  <a:pt x="115188" y="190233"/>
                </a:lnTo>
                <a:lnTo>
                  <a:pt x="132460" y="318579"/>
                </a:lnTo>
                <a:lnTo>
                  <a:pt x="211708" y="216090"/>
                </a:lnTo>
                <a:lnTo>
                  <a:pt x="350393" y="206235"/>
                </a:lnTo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bg object 3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10956" y="6577583"/>
            <a:ext cx="128016" cy="117347"/>
          </a:xfrm>
          <a:prstGeom prst="rect">
            <a:avLst/>
          </a:prstGeom>
        </p:spPr>
      </p:pic>
      <p:sp>
        <p:nvSpPr>
          <p:cNvPr id="35" name="bg object 35"/>
          <p:cNvSpPr/>
          <p:nvPr/>
        </p:nvSpPr>
        <p:spPr>
          <a:xfrm>
            <a:off x="8412480" y="6579107"/>
            <a:ext cx="127000" cy="116205"/>
          </a:xfrm>
          <a:custGeom>
            <a:avLst/>
            <a:gdLst/>
            <a:ahLst/>
            <a:cxnLst/>
            <a:rect l="l" t="t" r="r" b="b"/>
            <a:pathLst>
              <a:path w="127000" h="116204">
                <a:moveTo>
                  <a:pt x="126492" y="57912"/>
                </a:moveTo>
                <a:lnTo>
                  <a:pt x="121521" y="35372"/>
                </a:lnTo>
                <a:lnTo>
                  <a:pt x="107965" y="16964"/>
                </a:lnTo>
                <a:lnTo>
                  <a:pt x="87862" y="4551"/>
                </a:lnTo>
                <a:lnTo>
                  <a:pt x="63246" y="0"/>
                </a:lnTo>
                <a:lnTo>
                  <a:pt x="38629" y="4551"/>
                </a:lnTo>
                <a:lnTo>
                  <a:pt x="18526" y="16964"/>
                </a:lnTo>
                <a:lnTo>
                  <a:pt x="4970" y="35372"/>
                </a:lnTo>
                <a:lnTo>
                  <a:pt x="0" y="57912"/>
                </a:lnTo>
                <a:lnTo>
                  <a:pt x="4970" y="80451"/>
                </a:lnTo>
                <a:lnTo>
                  <a:pt x="18526" y="98859"/>
                </a:lnTo>
                <a:lnTo>
                  <a:pt x="38629" y="111272"/>
                </a:lnTo>
                <a:lnTo>
                  <a:pt x="63246" y="115824"/>
                </a:lnTo>
                <a:lnTo>
                  <a:pt x="87862" y="111272"/>
                </a:lnTo>
                <a:lnTo>
                  <a:pt x="107965" y="98859"/>
                </a:lnTo>
                <a:lnTo>
                  <a:pt x="121521" y="80451"/>
                </a:lnTo>
                <a:lnTo>
                  <a:pt x="126492" y="57912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bg object 3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003792" y="6092952"/>
            <a:ext cx="204850" cy="186461"/>
          </a:xfrm>
          <a:prstGeom prst="rect">
            <a:avLst/>
          </a:prstGeom>
        </p:spPr>
      </p:pic>
      <p:sp>
        <p:nvSpPr>
          <p:cNvPr id="37" name="bg object 37"/>
          <p:cNvSpPr/>
          <p:nvPr/>
        </p:nvSpPr>
        <p:spPr>
          <a:xfrm>
            <a:off x="9005951" y="6095149"/>
            <a:ext cx="203200" cy="184785"/>
          </a:xfrm>
          <a:custGeom>
            <a:avLst/>
            <a:gdLst/>
            <a:ahLst/>
            <a:cxnLst/>
            <a:rect l="l" t="t" r="r" b="b"/>
            <a:pathLst>
              <a:path w="203200" h="184785">
                <a:moveTo>
                  <a:pt x="202692" y="106781"/>
                </a:moveTo>
                <a:lnTo>
                  <a:pt x="132969" y="70789"/>
                </a:lnTo>
                <a:lnTo>
                  <a:pt x="114680" y="0"/>
                </a:lnTo>
                <a:lnTo>
                  <a:pt x="77089" y="62725"/>
                </a:lnTo>
                <a:lnTo>
                  <a:pt x="0" y="77482"/>
                </a:lnTo>
                <a:lnTo>
                  <a:pt x="69723" y="113474"/>
                </a:lnTo>
                <a:lnTo>
                  <a:pt x="88010" y="184264"/>
                </a:lnTo>
                <a:lnTo>
                  <a:pt x="125602" y="121539"/>
                </a:lnTo>
                <a:lnTo>
                  <a:pt x="202692" y="106781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bg object 3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682228" y="6153911"/>
            <a:ext cx="97536" cy="89915"/>
          </a:xfrm>
          <a:prstGeom prst="rect">
            <a:avLst/>
          </a:prstGeom>
        </p:spPr>
      </p:pic>
      <p:sp>
        <p:nvSpPr>
          <p:cNvPr id="39" name="bg object 39"/>
          <p:cNvSpPr/>
          <p:nvPr/>
        </p:nvSpPr>
        <p:spPr>
          <a:xfrm>
            <a:off x="8683752" y="6155435"/>
            <a:ext cx="96520" cy="88900"/>
          </a:xfrm>
          <a:custGeom>
            <a:avLst/>
            <a:gdLst/>
            <a:ahLst/>
            <a:cxnLst/>
            <a:rect l="l" t="t" r="r" b="b"/>
            <a:pathLst>
              <a:path w="96520" h="88900">
                <a:moveTo>
                  <a:pt x="96012" y="44195"/>
                </a:moveTo>
                <a:lnTo>
                  <a:pt x="92243" y="26992"/>
                </a:lnTo>
                <a:lnTo>
                  <a:pt x="81962" y="12944"/>
                </a:lnTo>
                <a:lnTo>
                  <a:pt x="66704" y="3473"/>
                </a:lnTo>
                <a:lnTo>
                  <a:pt x="48005" y="0"/>
                </a:lnTo>
                <a:lnTo>
                  <a:pt x="29307" y="3473"/>
                </a:lnTo>
                <a:lnTo>
                  <a:pt x="14049" y="12944"/>
                </a:lnTo>
                <a:lnTo>
                  <a:pt x="3768" y="26992"/>
                </a:lnTo>
                <a:lnTo>
                  <a:pt x="0" y="44195"/>
                </a:lnTo>
                <a:lnTo>
                  <a:pt x="3768" y="61399"/>
                </a:lnTo>
                <a:lnTo>
                  <a:pt x="14049" y="75447"/>
                </a:lnTo>
                <a:lnTo>
                  <a:pt x="29307" y="84918"/>
                </a:lnTo>
                <a:lnTo>
                  <a:pt x="48005" y="88391"/>
                </a:lnTo>
                <a:lnTo>
                  <a:pt x="66704" y="84918"/>
                </a:lnTo>
                <a:lnTo>
                  <a:pt x="81962" y="75447"/>
                </a:lnTo>
                <a:lnTo>
                  <a:pt x="92243" y="61399"/>
                </a:lnTo>
                <a:lnTo>
                  <a:pt x="96012" y="44195"/>
                </a:lnTo>
                <a:close/>
              </a:path>
            </a:pathLst>
          </a:custGeom>
          <a:ln w="12699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bg object 4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343643" y="6291071"/>
            <a:ext cx="128015" cy="117348"/>
          </a:xfrm>
          <a:prstGeom prst="rect">
            <a:avLst/>
          </a:prstGeom>
        </p:spPr>
      </p:pic>
      <p:sp>
        <p:nvSpPr>
          <p:cNvPr id="41" name="bg object 41"/>
          <p:cNvSpPr/>
          <p:nvPr/>
        </p:nvSpPr>
        <p:spPr>
          <a:xfrm>
            <a:off x="9345168" y="6292596"/>
            <a:ext cx="127000" cy="116205"/>
          </a:xfrm>
          <a:custGeom>
            <a:avLst/>
            <a:gdLst/>
            <a:ahLst/>
            <a:cxnLst/>
            <a:rect l="l" t="t" r="r" b="b"/>
            <a:pathLst>
              <a:path w="127000" h="116204">
                <a:moveTo>
                  <a:pt x="126491" y="57911"/>
                </a:moveTo>
                <a:lnTo>
                  <a:pt x="121521" y="35372"/>
                </a:lnTo>
                <a:lnTo>
                  <a:pt x="107965" y="16964"/>
                </a:lnTo>
                <a:lnTo>
                  <a:pt x="87862" y="4551"/>
                </a:lnTo>
                <a:lnTo>
                  <a:pt x="63246" y="0"/>
                </a:lnTo>
                <a:lnTo>
                  <a:pt x="38629" y="4551"/>
                </a:lnTo>
                <a:lnTo>
                  <a:pt x="18526" y="16964"/>
                </a:lnTo>
                <a:lnTo>
                  <a:pt x="4970" y="35372"/>
                </a:lnTo>
                <a:lnTo>
                  <a:pt x="0" y="57911"/>
                </a:lnTo>
                <a:lnTo>
                  <a:pt x="4970" y="80451"/>
                </a:lnTo>
                <a:lnTo>
                  <a:pt x="18526" y="98859"/>
                </a:lnTo>
                <a:lnTo>
                  <a:pt x="38629" y="111272"/>
                </a:lnTo>
                <a:lnTo>
                  <a:pt x="63246" y="115823"/>
                </a:lnTo>
                <a:lnTo>
                  <a:pt x="87862" y="111272"/>
                </a:lnTo>
                <a:lnTo>
                  <a:pt x="107965" y="98859"/>
                </a:lnTo>
                <a:lnTo>
                  <a:pt x="121521" y="80451"/>
                </a:lnTo>
                <a:lnTo>
                  <a:pt x="126491" y="57911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bg object 4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221723" y="6330696"/>
            <a:ext cx="73151" cy="67055"/>
          </a:xfrm>
          <a:prstGeom prst="rect">
            <a:avLst/>
          </a:prstGeom>
        </p:spPr>
      </p:pic>
      <p:sp>
        <p:nvSpPr>
          <p:cNvPr id="43" name="bg object 43"/>
          <p:cNvSpPr/>
          <p:nvPr/>
        </p:nvSpPr>
        <p:spPr>
          <a:xfrm>
            <a:off x="9223247" y="6332220"/>
            <a:ext cx="71755" cy="66040"/>
          </a:xfrm>
          <a:custGeom>
            <a:avLst/>
            <a:gdLst/>
            <a:ahLst/>
            <a:cxnLst/>
            <a:rect l="l" t="t" r="r" b="b"/>
            <a:pathLst>
              <a:path w="71754" h="66039">
                <a:moveTo>
                  <a:pt x="71627" y="32765"/>
                </a:moveTo>
                <a:lnTo>
                  <a:pt x="68818" y="20011"/>
                </a:lnTo>
                <a:lnTo>
                  <a:pt x="61150" y="9596"/>
                </a:lnTo>
                <a:lnTo>
                  <a:pt x="49768" y="2574"/>
                </a:lnTo>
                <a:lnTo>
                  <a:pt x="35813" y="0"/>
                </a:lnTo>
                <a:lnTo>
                  <a:pt x="21859" y="2574"/>
                </a:lnTo>
                <a:lnTo>
                  <a:pt x="10477" y="9596"/>
                </a:lnTo>
                <a:lnTo>
                  <a:pt x="2809" y="20011"/>
                </a:lnTo>
                <a:lnTo>
                  <a:pt x="0" y="32765"/>
                </a:lnTo>
                <a:lnTo>
                  <a:pt x="2809" y="45520"/>
                </a:lnTo>
                <a:lnTo>
                  <a:pt x="10477" y="55935"/>
                </a:lnTo>
                <a:lnTo>
                  <a:pt x="21859" y="62957"/>
                </a:lnTo>
                <a:lnTo>
                  <a:pt x="35813" y="65531"/>
                </a:lnTo>
                <a:lnTo>
                  <a:pt x="49768" y="62957"/>
                </a:lnTo>
                <a:lnTo>
                  <a:pt x="61150" y="55935"/>
                </a:lnTo>
                <a:lnTo>
                  <a:pt x="68818" y="45520"/>
                </a:lnTo>
                <a:lnTo>
                  <a:pt x="71627" y="32765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bg object 4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529828" y="6380988"/>
            <a:ext cx="73151" cy="67056"/>
          </a:xfrm>
          <a:prstGeom prst="rect">
            <a:avLst/>
          </a:prstGeom>
        </p:spPr>
      </p:pic>
      <p:sp>
        <p:nvSpPr>
          <p:cNvPr id="45" name="bg object 45"/>
          <p:cNvSpPr/>
          <p:nvPr/>
        </p:nvSpPr>
        <p:spPr>
          <a:xfrm>
            <a:off x="8531352" y="6382511"/>
            <a:ext cx="71755" cy="66040"/>
          </a:xfrm>
          <a:custGeom>
            <a:avLst/>
            <a:gdLst/>
            <a:ahLst/>
            <a:cxnLst/>
            <a:rect l="l" t="t" r="r" b="b"/>
            <a:pathLst>
              <a:path w="71754" h="66039">
                <a:moveTo>
                  <a:pt x="71627" y="32765"/>
                </a:moveTo>
                <a:lnTo>
                  <a:pt x="68818" y="20011"/>
                </a:lnTo>
                <a:lnTo>
                  <a:pt x="61150" y="9596"/>
                </a:lnTo>
                <a:lnTo>
                  <a:pt x="49768" y="2574"/>
                </a:lnTo>
                <a:lnTo>
                  <a:pt x="35814" y="0"/>
                </a:lnTo>
                <a:lnTo>
                  <a:pt x="21859" y="2574"/>
                </a:lnTo>
                <a:lnTo>
                  <a:pt x="10477" y="9596"/>
                </a:lnTo>
                <a:lnTo>
                  <a:pt x="2809" y="20011"/>
                </a:lnTo>
                <a:lnTo>
                  <a:pt x="0" y="32765"/>
                </a:lnTo>
                <a:lnTo>
                  <a:pt x="2809" y="45520"/>
                </a:lnTo>
                <a:lnTo>
                  <a:pt x="10477" y="55935"/>
                </a:lnTo>
                <a:lnTo>
                  <a:pt x="21859" y="62957"/>
                </a:lnTo>
                <a:lnTo>
                  <a:pt x="35814" y="65531"/>
                </a:lnTo>
                <a:lnTo>
                  <a:pt x="49768" y="62957"/>
                </a:lnTo>
                <a:lnTo>
                  <a:pt x="61150" y="55935"/>
                </a:lnTo>
                <a:lnTo>
                  <a:pt x="68818" y="45520"/>
                </a:lnTo>
                <a:lnTo>
                  <a:pt x="71627" y="32765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6" name="bg object 4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371076" y="6518147"/>
            <a:ext cx="204597" cy="186004"/>
          </a:xfrm>
          <a:prstGeom prst="rect">
            <a:avLst/>
          </a:prstGeom>
        </p:spPr>
      </p:pic>
      <p:sp>
        <p:nvSpPr>
          <p:cNvPr id="47" name="bg object 47"/>
          <p:cNvSpPr/>
          <p:nvPr/>
        </p:nvSpPr>
        <p:spPr>
          <a:xfrm>
            <a:off x="9372981" y="6519900"/>
            <a:ext cx="203200" cy="184785"/>
          </a:xfrm>
          <a:custGeom>
            <a:avLst/>
            <a:gdLst/>
            <a:ahLst/>
            <a:cxnLst/>
            <a:rect l="l" t="t" r="r" b="b"/>
            <a:pathLst>
              <a:path w="203200" h="184784">
                <a:moveTo>
                  <a:pt x="202692" y="106781"/>
                </a:moveTo>
                <a:lnTo>
                  <a:pt x="132969" y="70789"/>
                </a:lnTo>
                <a:lnTo>
                  <a:pt x="114680" y="0"/>
                </a:lnTo>
                <a:lnTo>
                  <a:pt x="77089" y="62712"/>
                </a:lnTo>
                <a:lnTo>
                  <a:pt x="0" y="77469"/>
                </a:lnTo>
                <a:lnTo>
                  <a:pt x="69850" y="113461"/>
                </a:lnTo>
                <a:lnTo>
                  <a:pt x="88011" y="184251"/>
                </a:lnTo>
                <a:lnTo>
                  <a:pt x="125602" y="121538"/>
                </a:lnTo>
                <a:lnTo>
                  <a:pt x="202692" y="106781"/>
                </a:lnTo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" name="bg object 4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713976" y="6617207"/>
            <a:ext cx="73151" cy="67056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93B7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5A6C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35"/>
              </a:lnSpc>
            </a:pPr>
            <a:r>
              <a:rPr spc="-50" dirty="0"/>
              <a:t>Lesson</a:t>
            </a:r>
            <a:r>
              <a:rPr spc="-85" dirty="0"/>
              <a:t> </a:t>
            </a:r>
            <a:r>
              <a:rPr dirty="0"/>
              <a:t>2</a:t>
            </a:r>
            <a:r>
              <a:rPr spc="-100" dirty="0"/>
              <a:t> </a:t>
            </a:r>
            <a:r>
              <a:rPr dirty="0"/>
              <a:t>-</a:t>
            </a:r>
            <a:r>
              <a:rPr spc="-75" dirty="0"/>
              <a:t> </a:t>
            </a:r>
            <a:r>
              <a:rPr spc="-35" dirty="0"/>
              <a:t>By</a:t>
            </a:r>
            <a:r>
              <a:rPr spc="-85" dirty="0"/>
              <a:t> </a:t>
            </a:r>
            <a:r>
              <a:rPr spc="80" dirty="0"/>
              <a:t>LHK</a:t>
            </a:r>
            <a:r>
              <a:rPr spc="-90" dirty="0"/>
              <a:t> </a:t>
            </a:r>
            <a:r>
              <a:rPr spc="-55" dirty="0"/>
              <a:t>Giang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21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EDB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885825" cy="6858000"/>
          </a:xfrm>
          <a:custGeom>
            <a:avLst/>
            <a:gdLst/>
            <a:ahLst/>
            <a:cxnLst/>
            <a:rect l="l" t="t" r="r" b="b"/>
            <a:pathLst>
              <a:path w="885825" h="6858000">
                <a:moveTo>
                  <a:pt x="709307" y="0"/>
                </a:moveTo>
                <a:lnTo>
                  <a:pt x="0" y="0"/>
                </a:lnTo>
                <a:lnTo>
                  <a:pt x="0" y="6857999"/>
                </a:lnTo>
                <a:lnTo>
                  <a:pt x="709307" y="6857999"/>
                </a:lnTo>
                <a:lnTo>
                  <a:pt x="710895" y="6789736"/>
                </a:lnTo>
                <a:lnTo>
                  <a:pt x="718832" y="6729412"/>
                </a:lnTo>
                <a:lnTo>
                  <a:pt x="729932" y="6677025"/>
                </a:lnTo>
                <a:lnTo>
                  <a:pt x="744220" y="6630987"/>
                </a:lnTo>
                <a:lnTo>
                  <a:pt x="760082" y="6589712"/>
                </a:lnTo>
                <a:lnTo>
                  <a:pt x="779132" y="6553200"/>
                </a:lnTo>
                <a:lnTo>
                  <a:pt x="817206" y="6477000"/>
                </a:lnTo>
                <a:lnTo>
                  <a:pt x="833081" y="6440487"/>
                </a:lnTo>
                <a:lnTo>
                  <a:pt x="848944" y="6399212"/>
                </a:lnTo>
                <a:lnTo>
                  <a:pt x="864819" y="6353175"/>
                </a:lnTo>
                <a:lnTo>
                  <a:pt x="875919" y="6300787"/>
                </a:lnTo>
                <a:lnTo>
                  <a:pt x="882269" y="6240462"/>
                </a:lnTo>
                <a:lnTo>
                  <a:pt x="885444" y="6172200"/>
                </a:lnTo>
                <a:lnTo>
                  <a:pt x="882269" y="6103937"/>
                </a:lnTo>
                <a:lnTo>
                  <a:pt x="875919" y="6043612"/>
                </a:lnTo>
                <a:lnTo>
                  <a:pt x="864819" y="5991225"/>
                </a:lnTo>
                <a:lnTo>
                  <a:pt x="848944" y="5945187"/>
                </a:lnTo>
                <a:lnTo>
                  <a:pt x="833081" y="5903912"/>
                </a:lnTo>
                <a:lnTo>
                  <a:pt x="817206" y="5867400"/>
                </a:lnTo>
                <a:lnTo>
                  <a:pt x="779132" y="5791200"/>
                </a:lnTo>
                <a:lnTo>
                  <a:pt x="760082" y="5754687"/>
                </a:lnTo>
                <a:lnTo>
                  <a:pt x="744220" y="5713412"/>
                </a:lnTo>
                <a:lnTo>
                  <a:pt x="729932" y="5667375"/>
                </a:lnTo>
                <a:lnTo>
                  <a:pt x="718832" y="5614987"/>
                </a:lnTo>
                <a:lnTo>
                  <a:pt x="710895" y="5554599"/>
                </a:lnTo>
                <a:lnTo>
                  <a:pt x="709307" y="5486400"/>
                </a:lnTo>
                <a:lnTo>
                  <a:pt x="710895" y="5418074"/>
                </a:lnTo>
                <a:lnTo>
                  <a:pt x="718832" y="5357749"/>
                </a:lnTo>
                <a:lnTo>
                  <a:pt x="729932" y="5305425"/>
                </a:lnTo>
                <a:lnTo>
                  <a:pt x="744220" y="5259324"/>
                </a:lnTo>
                <a:lnTo>
                  <a:pt x="760082" y="5218049"/>
                </a:lnTo>
                <a:lnTo>
                  <a:pt x="779132" y="5181600"/>
                </a:lnTo>
                <a:lnTo>
                  <a:pt x="817206" y="5105400"/>
                </a:lnTo>
                <a:lnTo>
                  <a:pt x="833081" y="5068824"/>
                </a:lnTo>
                <a:lnTo>
                  <a:pt x="848944" y="5027549"/>
                </a:lnTo>
                <a:lnTo>
                  <a:pt x="864819" y="4981575"/>
                </a:lnTo>
                <a:lnTo>
                  <a:pt x="875919" y="4929124"/>
                </a:lnTo>
                <a:lnTo>
                  <a:pt x="882269" y="4868799"/>
                </a:lnTo>
                <a:lnTo>
                  <a:pt x="885444" y="4800600"/>
                </a:lnTo>
                <a:lnTo>
                  <a:pt x="882269" y="4732274"/>
                </a:lnTo>
                <a:lnTo>
                  <a:pt x="875919" y="4671949"/>
                </a:lnTo>
                <a:lnTo>
                  <a:pt x="864819" y="4619625"/>
                </a:lnTo>
                <a:lnTo>
                  <a:pt x="848944" y="4573524"/>
                </a:lnTo>
                <a:lnTo>
                  <a:pt x="833081" y="4532249"/>
                </a:lnTo>
                <a:lnTo>
                  <a:pt x="817206" y="4495800"/>
                </a:lnTo>
                <a:lnTo>
                  <a:pt x="779132" y="4419600"/>
                </a:lnTo>
                <a:lnTo>
                  <a:pt x="760082" y="4383024"/>
                </a:lnTo>
                <a:lnTo>
                  <a:pt x="744220" y="4341749"/>
                </a:lnTo>
                <a:lnTo>
                  <a:pt x="729932" y="4295775"/>
                </a:lnTo>
                <a:lnTo>
                  <a:pt x="718832" y="4243324"/>
                </a:lnTo>
                <a:lnTo>
                  <a:pt x="710895" y="4182999"/>
                </a:lnTo>
                <a:lnTo>
                  <a:pt x="709307" y="4114800"/>
                </a:lnTo>
                <a:lnTo>
                  <a:pt x="710895" y="4046474"/>
                </a:lnTo>
                <a:lnTo>
                  <a:pt x="718832" y="3986149"/>
                </a:lnTo>
                <a:lnTo>
                  <a:pt x="729932" y="3933825"/>
                </a:lnTo>
                <a:lnTo>
                  <a:pt x="744220" y="3887724"/>
                </a:lnTo>
                <a:lnTo>
                  <a:pt x="760082" y="3846449"/>
                </a:lnTo>
                <a:lnTo>
                  <a:pt x="779132" y="3810000"/>
                </a:lnTo>
                <a:lnTo>
                  <a:pt x="817206" y="3733800"/>
                </a:lnTo>
                <a:lnTo>
                  <a:pt x="833081" y="3697224"/>
                </a:lnTo>
                <a:lnTo>
                  <a:pt x="848944" y="3655949"/>
                </a:lnTo>
                <a:lnTo>
                  <a:pt x="864819" y="3609975"/>
                </a:lnTo>
                <a:lnTo>
                  <a:pt x="875919" y="3557524"/>
                </a:lnTo>
                <a:lnTo>
                  <a:pt x="882269" y="3497199"/>
                </a:lnTo>
                <a:lnTo>
                  <a:pt x="885444" y="3427349"/>
                </a:lnTo>
                <a:lnTo>
                  <a:pt x="882269" y="3360674"/>
                </a:lnTo>
                <a:lnTo>
                  <a:pt x="875919" y="3300349"/>
                </a:lnTo>
                <a:lnTo>
                  <a:pt x="864819" y="3248025"/>
                </a:lnTo>
                <a:lnTo>
                  <a:pt x="848944" y="3201924"/>
                </a:lnTo>
                <a:lnTo>
                  <a:pt x="833081" y="3160649"/>
                </a:lnTo>
                <a:lnTo>
                  <a:pt x="817206" y="3124200"/>
                </a:lnTo>
                <a:lnTo>
                  <a:pt x="779132" y="3048000"/>
                </a:lnTo>
                <a:lnTo>
                  <a:pt x="760082" y="3011424"/>
                </a:lnTo>
                <a:lnTo>
                  <a:pt x="744220" y="2970149"/>
                </a:lnTo>
                <a:lnTo>
                  <a:pt x="729932" y="2924175"/>
                </a:lnTo>
                <a:lnTo>
                  <a:pt x="718832" y="2871724"/>
                </a:lnTo>
                <a:lnTo>
                  <a:pt x="710895" y="2811399"/>
                </a:lnTo>
                <a:lnTo>
                  <a:pt x="709307" y="2743200"/>
                </a:lnTo>
                <a:lnTo>
                  <a:pt x="710895" y="2674874"/>
                </a:lnTo>
                <a:lnTo>
                  <a:pt x="718832" y="2614549"/>
                </a:lnTo>
                <a:lnTo>
                  <a:pt x="729932" y="2562225"/>
                </a:lnTo>
                <a:lnTo>
                  <a:pt x="744220" y="2516124"/>
                </a:lnTo>
                <a:lnTo>
                  <a:pt x="760082" y="2474849"/>
                </a:lnTo>
                <a:lnTo>
                  <a:pt x="779132" y="2438400"/>
                </a:lnTo>
                <a:lnTo>
                  <a:pt x="817206" y="2362200"/>
                </a:lnTo>
                <a:lnTo>
                  <a:pt x="833081" y="2325624"/>
                </a:lnTo>
                <a:lnTo>
                  <a:pt x="848944" y="2284349"/>
                </a:lnTo>
                <a:lnTo>
                  <a:pt x="864819" y="2238375"/>
                </a:lnTo>
                <a:lnTo>
                  <a:pt x="875919" y="2185924"/>
                </a:lnTo>
                <a:lnTo>
                  <a:pt x="882269" y="2125599"/>
                </a:lnTo>
                <a:lnTo>
                  <a:pt x="885444" y="2057400"/>
                </a:lnTo>
                <a:lnTo>
                  <a:pt x="882269" y="1989074"/>
                </a:lnTo>
                <a:lnTo>
                  <a:pt x="875919" y="1928749"/>
                </a:lnTo>
                <a:lnTo>
                  <a:pt x="864819" y="1876425"/>
                </a:lnTo>
                <a:lnTo>
                  <a:pt x="848944" y="1830324"/>
                </a:lnTo>
                <a:lnTo>
                  <a:pt x="833081" y="1789049"/>
                </a:lnTo>
                <a:lnTo>
                  <a:pt x="817206" y="1752600"/>
                </a:lnTo>
                <a:lnTo>
                  <a:pt x="779132" y="1676400"/>
                </a:lnTo>
                <a:lnTo>
                  <a:pt x="760082" y="1639824"/>
                </a:lnTo>
                <a:lnTo>
                  <a:pt x="744220" y="1598549"/>
                </a:lnTo>
                <a:lnTo>
                  <a:pt x="729932" y="1552575"/>
                </a:lnTo>
                <a:lnTo>
                  <a:pt x="718832" y="1500124"/>
                </a:lnTo>
                <a:lnTo>
                  <a:pt x="710895" y="1439799"/>
                </a:lnTo>
                <a:lnTo>
                  <a:pt x="709307" y="1371600"/>
                </a:lnTo>
                <a:lnTo>
                  <a:pt x="710895" y="1303274"/>
                </a:lnTo>
                <a:lnTo>
                  <a:pt x="718832" y="1242949"/>
                </a:lnTo>
                <a:lnTo>
                  <a:pt x="729932" y="1190625"/>
                </a:lnTo>
                <a:lnTo>
                  <a:pt x="744220" y="1144524"/>
                </a:lnTo>
                <a:lnTo>
                  <a:pt x="760082" y="1103249"/>
                </a:lnTo>
                <a:lnTo>
                  <a:pt x="779132" y="1066800"/>
                </a:lnTo>
                <a:lnTo>
                  <a:pt x="817206" y="990600"/>
                </a:lnTo>
                <a:lnTo>
                  <a:pt x="833081" y="954024"/>
                </a:lnTo>
                <a:lnTo>
                  <a:pt x="848944" y="912749"/>
                </a:lnTo>
                <a:lnTo>
                  <a:pt x="864819" y="866775"/>
                </a:lnTo>
                <a:lnTo>
                  <a:pt x="875919" y="814324"/>
                </a:lnTo>
                <a:lnTo>
                  <a:pt x="882269" y="753999"/>
                </a:lnTo>
                <a:lnTo>
                  <a:pt x="885444" y="685800"/>
                </a:lnTo>
                <a:lnTo>
                  <a:pt x="882269" y="617474"/>
                </a:lnTo>
                <a:lnTo>
                  <a:pt x="875919" y="557149"/>
                </a:lnTo>
                <a:lnTo>
                  <a:pt x="864819" y="504825"/>
                </a:lnTo>
                <a:lnTo>
                  <a:pt x="848944" y="458724"/>
                </a:lnTo>
                <a:lnTo>
                  <a:pt x="833081" y="417449"/>
                </a:lnTo>
                <a:lnTo>
                  <a:pt x="817206" y="381000"/>
                </a:lnTo>
                <a:lnTo>
                  <a:pt x="779132" y="304800"/>
                </a:lnTo>
                <a:lnTo>
                  <a:pt x="760082" y="268224"/>
                </a:lnTo>
                <a:lnTo>
                  <a:pt x="744220" y="226949"/>
                </a:lnTo>
                <a:lnTo>
                  <a:pt x="729932" y="180975"/>
                </a:lnTo>
                <a:lnTo>
                  <a:pt x="718832" y="128524"/>
                </a:lnTo>
                <a:lnTo>
                  <a:pt x="710895" y="68199"/>
                </a:lnTo>
                <a:lnTo>
                  <a:pt x="709307" y="0"/>
                </a:lnTo>
                <a:close/>
              </a:path>
            </a:pathLst>
          </a:custGeom>
          <a:solidFill>
            <a:srgbClr val="3735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08535" y="0"/>
            <a:ext cx="283845" cy="6858000"/>
          </a:xfrm>
          <a:custGeom>
            <a:avLst/>
            <a:gdLst/>
            <a:ahLst/>
            <a:cxnLst/>
            <a:rect l="l" t="t" r="r" b="b"/>
            <a:pathLst>
              <a:path w="283845" h="6858000">
                <a:moveTo>
                  <a:pt x="283464" y="0"/>
                </a:moveTo>
                <a:lnTo>
                  <a:pt x="0" y="0"/>
                </a:lnTo>
                <a:lnTo>
                  <a:pt x="0" y="6858000"/>
                </a:lnTo>
                <a:lnTo>
                  <a:pt x="283464" y="6858000"/>
                </a:lnTo>
                <a:lnTo>
                  <a:pt x="283464" y="0"/>
                </a:lnTo>
                <a:close/>
              </a:path>
            </a:pathLst>
          </a:custGeom>
          <a:solidFill>
            <a:srgbClr val="3493B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6" y="124968"/>
            <a:ext cx="12117324" cy="6144768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38100" y="126492"/>
            <a:ext cx="12115800" cy="6143625"/>
          </a:xfrm>
          <a:custGeom>
            <a:avLst/>
            <a:gdLst/>
            <a:ahLst/>
            <a:cxnLst/>
            <a:rect l="l" t="t" r="r" b="b"/>
            <a:pathLst>
              <a:path w="12115800" h="6143625">
                <a:moveTo>
                  <a:pt x="0" y="69850"/>
                </a:moveTo>
                <a:lnTo>
                  <a:pt x="5489" y="42648"/>
                </a:lnTo>
                <a:lnTo>
                  <a:pt x="20459" y="20447"/>
                </a:lnTo>
                <a:lnTo>
                  <a:pt x="42663" y="5484"/>
                </a:lnTo>
                <a:lnTo>
                  <a:pt x="69853" y="0"/>
                </a:lnTo>
                <a:lnTo>
                  <a:pt x="12045950" y="0"/>
                </a:lnTo>
                <a:lnTo>
                  <a:pt x="12073151" y="5484"/>
                </a:lnTo>
                <a:lnTo>
                  <a:pt x="12095353" y="20447"/>
                </a:lnTo>
                <a:lnTo>
                  <a:pt x="12110315" y="42648"/>
                </a:lnTo>
                <a:lnTo>
                  <a:pt x="12115800" y="69850"/>
                </a:lnTo>
                <a:lnTo>
                  <a:pt x="12115800" y="6073394"/>
                </a:lnTo>
                <a:lnTo>
                  <a:pt x="12110315" y="6100579"/>
                </a:lnTo>
                <a:lnTo>
                  <a:pt x="12095353" y="6122782"/>
                </a:lnTo>
                <a:lnTo>
                  <a:pt x="12073151" y="6137753"/>
                </a:lnTo>
                <a:lnTo>
                  <a:pt x="12045950" y="6143244"/>
                </a:lnTo>
                <a:lnTo>
                  <a:pt x="69853" y="6143244"/>
                </a:lnTo>
                <a:lnTo>
                  <a:pt x="42663" y="6137753"/>
                </a:lnTo>
                <a:lnTo>
                  <a:pt x="20459" y="6122782"/>
                </a:lnTo>
                <a:lnTo>
                  <a:pt x="5489" y="6100579"/>
                </a:lnTo>
                <a:lnTo>
                  <a:pt x="0" y="6073394"/>
                </a:lnTo>
                <a:lnTo>
                  <a:pt x="0" y="69850"/>
                </a:lnTo>
                <a:close/>
              </a:path>
            </a:pathLst>
          </a:custGeom>
          <a:ln w="3175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46126" y="214121"/>
            <a:ext cx="11737975" cy="6006465"/>
          </a:xfrm>
          <a:custGeom>
            <a:avLst/>
            <a:gdLst/>
            <a:ahLst/>
            <a:cxnLst/>
            <a:rect l="l" t="t" r="r" b="b"/>
            <a:pathLst>
              <a:path w="11737975" h="6006465">
                <a:moveTo>
                  <a:pt x="11737721" y="94361"/>
                </a:moveTo>
                <a:lnTo>
                  <a:pt x="11728069" y="57404"/>
                </a:lnTo>
                <a:lnTo>
                  <a:pt x="11715242" y="40386"/>
                </a:lnTo>
                <a:lnTo>
                  <a:pt x="11714861" y="39878"/>
                </a:lnTo>
                <a:lnTo>
                  <a:pt x="11714353" y="39497"/>
                </a:lnTo>
                <a:lnTo>
                  <a:pt x="11704320" y="31254"/>
                </a:lnTo>
                <a:lnTo>
                  <a:pt x="11703685" y="30607"/>
                </a:lnTo>
                <a:lnTo>
                  <a:pt x="11703304" y="30480"/>
                </a:lnTo>
                <a:lnTo>
                  <a:pt x="11696827" y="26555"/>
                </a:lnTo>
                <a:lnTo>
                  <a:pt x="11690096" y="23380"/>
                </a:lnTo>
                <a:lnTo>
                  <a:pt x="11682857" y="20701"/>
                </a:lnTo>
                <a:lnTo>
                  <a:pt x="11681803" y="20472"/>
                </a:lnTo>
                <a:lnTo>
                  <a:pt x="11681409" y="19862"/>
                </a:lnTo>
                <a:lnTo>
                  <a:pt x="11659845" y="5334"/>
                </a:lnTo>
                <a:lnTo>
                  <a:pt x="11633454" y="0"/>
                </a:lnTo>
                <a:lnTo>
                  <a:pt x="67868" y="0"/>
                </a:lnTo>
                <a:lnTo>
                  <a:pt x="41452" y="5334"/>
                </a:lnTo>
                <a:lnTo>
                  <a:pt x="19875" y="19862"/>
                </a:lnTo>
                <a:lnTo>
                  <a:pt x="5334" y="41427"/>
                </a:lnTo>
                <a:lnTo>
                  <a:pt x="0" y="67830"/>
                </a:lnTo>
                <a:lnTo>
                  <a:pt x="0" y="5901639"/>
                </a:lnTo>
                <a:lnTo>
                  <a:pt x="5334" y="5928055"/>
                </a:lnTo>
                <a:lnTo>
                  <a:pt x="19875" y="5949632"/>
                </a:lnTo>
                <a:lnTo>
                  <a:pt x="20523" y="5950077"/>
                </a:lnTo>
                <a:lnTo>
                  <a:pt x="21056" y="5952121"/>
                </a:lnTo>
                <a:lnTo>
                  <a:pt x="51968" y="5992965"/>
                </a:lnTo>
                <a:lnTo>
                  <a:pt x="94856" y="6005969"/>
                </a:lnTo>
                <a:lnTo>
                  <a:pt x="11660886" y="6005957"/>
                </a:lnTo>
                <a:lnTo>
                  <a:pt x="11703355" y="5992927"/>
                </a:lnTo>
                <a:lnTo>
                  <a:pt x="11704320" y="5992165"/>
                </a:lnTo>
                <a:lnTo>
                  <a:pt x="11710645" y="5986932"/>
                </a:lnTo>
                <a:lnTo>
                  <a:pt x="11714353" y="5983871"/>
                </a:lnTo>
                <a:lnTo>
                  <a:pt x="11714861" y="5983490"/>
                </a:lnTo>
                <a:lnTo>
                  <a:pt x="11715242" y="5983071"/>
                </a:lnTo>
                <a:lnTo>
                  <a:pt x="11723878" y="5972619"/>
                </a:lnTo>
                <a:lnTo>
                  <a:pt x="11724259" y="5972264"/>
                </a:lnTo>
                <a:lnTo>
                  <a:pt x="11724767" y="5971502"/>
                </a:lnTo>
                <a:lnTo>
                  <a:pt x="11737721" y="5928626"/>
                </a:lnTo>
                <a:lnTo>
                  <a:pt x="11737721" y="943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46125" y="214122"/>
            <a:ext cx="11701780" cy="5969635"/>
          </a:xfrm>
          <a:custGeom>
            <a:avLst/>
            <a:gdLst/>
            <a:ahLst/>
            <a:cxnLst/>
            <a:rect l="l" t="t" r="r" b="b"/>
            <a:pathLst>
              <a:path w="11701780" h="5969635">
                <a:moveTo>
                  <a:pt x="0" y="67818"/>
                </a:moveTo>
                <a:lnTo>
                  <a:pt x="5334" y="41415"/>
                </a:lnTo>
                <a:lnTo>
                  <a:pt x="19880" y="19859"/>
                </a:lnTo>
                <a:lnTo>
                  <a:pt x="41453" y="5328"/>
                </a:lnTo>
                <a:lnTo>
                  <a:pt x="67868" y="0"/>
                </a:lnTo>
                <a:lnTo>
                  <a:pt x="11633454" y="0"/>
                </a:lnTo>
                <a:lnTo>
                  <a:pt x="11659856" y="5328"/>
                </a:lnTo>
                <a:lnTo>
                  <a:pt x="11681412" y="19859"/>
                </a:lnTo>
                <a:lnTo>
                  <a:pt x="11695943" y="41415"/>
                </a:lnTo>
                <a:lnTo>
                  <a:pt x="11701272" y="67818"/>
                </a:lnTo>
                <a:lnTo>
                  <a:pt x="11701272" y="5901639"/>
                </a:lnTo>
                <a:lnTo>
                  <a:pt x="11695943" y="5928054"/>
                </a:lnTo>
                <a:lnTo>
                  <a:pt x="11681412" y="5949627"/>
                </a:lnTo>
                <a:lnTo>
                  <a:pt x="11659856" y="5964173"/>
                </a:lnTo>
                <a:lnTo>
                  <a:pt x="11633454" y="5969508"/>
                </a:lnTo>
                <a:lnTo>
                  <a:pt x="67868" y="5969508"/>
                </a:lnTo>
                <a:lnTo>
                  <a:pt x="41453" y="5964173"/>
                </a:lnTo>
                <a:lnTo>
                  <a:pt x="19880" y="5949627"/>
                </a:lnTo>
                <a:lnTo>
                  <a:pt x="5334" y="5928054"/>
                </a:lnTo>
                <a:lnTo>
                  <a:pt x="0" y="5901639"/>
                </a:lnTo>
                <a:lnTo>
                  <a:pt x="0" y="67818"/>
                </a:lnTo>
                <a:close/>
              </a:path>
            </a:pathLst>
          </a:custGeom>
          <a:ln w="19050">
            <a:solidFill>
              <a:srgbClr val="093B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727948" y="6272783"/>
            <a:ext cx="1240790" cy="431800"/>
          </a:xfrm>
          <a:custGeom>
            <a:avLst/>
            <a:gdLst/>
            <a:ahLst/>
            <a:cxnLst/>
            <a:rect l="l" t="t" r="r" b="b"/>
            <a:pathLst>
              <a:path w="1240790" h="431800">
                <a:moveTo>
                  <a:pt x="605028" y="0"/>
                </a:moveTo>
                <a:lnTo>
                  <a:pt x="431800" y="0"/>
                </a:lnTo>
                <a:lnTo>
                  <a:pt x="0" y="431292"/>
                </a:lnTo>
                <a:lnTo>
                  <a:pt x="173228" y="431292"/>
                </a:lnTo>
                <a:lnTo>
                  <a:pt x="605028" y="0"/>
                </a:lnTo>
                <a:close/>
              </a:path>
              <a:path w="1240790" h="431800">
                <a:moveTo>
                  <a:pt x="922020" y="0"/>
                </a:moveTo>
                <a:lnTo>
                  <a:pt x="749173" y="0"/>
                </a:lnTo>
                <a:lnTo>
                  <a:pt x="318516" y="431292"/>
                </a:lnTo>
                <a:lnTo>
                  <a:pt x="491363" y="431292"/>
                </a:lnTo>
                <a:lnTo>
                  <a:pt x="922020" y="0"/>
                </a:lnTo>
                <a:close/>
              </a:path>
              <a:path w="1240790" h="431800">
                <a:moveTo>
                  <a:pt x="1240536" y="0"/>
                </a:moveTo>
                <a:lnTo>
                  <a:pt x="1067689" y="0"/>
                </a:lnTo>
                <a:lnTo>
                  <a:pt x="637032" y="431292"/>
                </a:lnTo>
                <a:lnTo>
                  <a:pt x="809879" y="431292"/>
                </a:lnTo>
                <a:lnTo>
                  <a:pt x="1240536" y="0"/>
                </a:lnTo>
                <a:close/>
              </a:path>
            </a:pathLst>
          </a:custGeom>
          <a:solidFill>
            <a:srgbClr val="3493B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76588" y="6425178"/>
            <a:ext cx="605027" cy="432821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9276588" y="6422936"/>
            <a:ext cx="607060" cy="435609"/>
          </a:xfrm>
          <a:custGeom>
            <a:avLst/>
            <a:gdLst/>
            <a:ahLst/>
            <a:cxnLst/>
            <a:rect l="l" t="t" r="r" b="b"/>
            <a:pathLst>
              <a:path w="607059" h="435609">
                <a:moveTo>
                  <a:pt x="2285" y="0"/>
                </a:moveTo>
                <a:lnTo>
                  <a:pt x="940" y="3191"/>
                </a:lnTo>
                <a:lnTo>
                  <a:pt x="431297" y="435061"/>
                </a:lnTo>
                <a:lnTo>
                  <a:pt x="600514" y="435061"/>
                </a:lnTo>
                <a:lnTo>
                  <a:pt x="599799" y="434344"/>
                </a:lnTo>
                <a:lnTo>
                  <a:pt x="435101" y="434344"/>
                </a:lnTo>
                <a:lnTo>
                  <a:pt x="432815" y="433410"/>
                </a:lnTo>
                <a:lnTo>
                  <a:pt x="434171" y="433410"/>
                </a:lnTo>
                <a:lnTo>
                  <a:pt x="2285" y="0"/>
                </a:lnTo>
                <a:close/>
              </a:path>
              <a:path w="607059" h="435609">
                <a:moveTo>
                  <a:pt x="171450" y="4483"/>
                </a:moveTo>
                <a:lnTo>
                  <a:pt x="600514" y="435061"/>
                </a:lnTo>
                <a:lnTo>
                  <a:pt x="605033" y="435061"/>
                </a:lnTo>
                <a:lnTo>
                  <a:pt x="176899" y="5422"/>
                </a:lnTo>
                <a:lnTo>
                  <a:pt x="173735" y="5422"/>
                </a:lnTo>
                <a:lnTo>
                  <a:pt x="171450" y="4483"/>
                </a:lnTo>
                <a:close/>
              </a:path>
              <a:path w="607059" h="435609">
                <a:moveTo>
                  <a:pt x="606551" y="433410"/>
                </a:moveTo>
                <a:lnTo>
                  <a:pt x="603388" y="433410"/>
                </a:lnTo>
                <a:lnTo>
                  <a:pt x="605033" y="435061"/>
                </a:lnTo>
                <a:lnTo>
                  <a:pt x="605855" y="435061"/>
                </a:lnTo>
                <a:lnTo>
                  <a:pt x="606551" y="433410"/>
                </a:lnTo>
                <a:close/>
              </a:path>
              <a:path w="607059" h="435609">
                <a:moveTo>
                  <a:pt x="434171" y="433410"/>
                </a:moveTo>
                <a:lnTo>
                  <a:pt x="432815" y="433410"/>
                </a:lnTo>
                <a:lnTo>
                  <a:pt x="435101" y="434344"/>
                </a:lnTo>
                <a:lnTo>
                  <a:pt x="434171" y="433410"/>
                </a:lnTo>
                <a:close/>
              </a:path>
              <a:path w="607059" h="435609">
                <a:moveTo>
                  <a:pt x="598869" y="433410"/>
                </a:moveTo>
                <a:lnTo>
                  <a:pt x="434171" y="433410"/>
                </a:lnTo>
                <a:lnTo>
                  <a:pt x="435101" y="434344"/>
                </a:lnTo>
                <a:lnTo>
                  <a:pt x="599799" y="434344"/>
                </a:lnTo>
                <a:lnTo>
                  <a:pt x="598869" y="433410"/>
                </a:lnTo>
                <a:close/>
              </a:path>
              <a:path w="607059" h="435609">
                <a:moveTo>
                  <a:pt x="940" y="3191"/>
                </a:moveTo>
                <a:lnTo>
                  <a:pt x="0" y="5422"/>
                </a:lnTo>
                <a:lnTo>
                  <a:pt x="3163" y="5422"/>
                </a:lnTo>
                <a:lnTo>
                  <a:pt x="940" y="3191"/>
                </a:lnTo>
                <a:close/>
              </a:path>
              <a:path w="607059" h="435609">
                <a:moveTo>
                  <a:pt x="173735" y="2247"/>
                </a:moveTo>
                <a:lnTo>
                  <a:pt x="4525" y="2247"/>
                </a:lnTo>
                <a:lnTo>
                  <a:pt x="7689" y="5422"/>
                </a:lnTo>
                <a:lnTo>
                  <a:pt x="172386" y="5422"/>
                </a:lnTo>
                <a:lnTo>
                  <a:pt x="171450" y="4483"/>
                </a:lnTo>
                <a:lnTo>
                  <a:pt x="175963" y="4483"/>
                </a:lnTo>
                <a:lnTo>
                  <a:pt x="173735" y="2247"/>
                </a:lnTo>
                <a:close/>
              </a:path>
              <a:path w="607059" h="435609">
                <a:moveTo>
                  <a:pt x="175963" y="4483"/>
                </a:moveTo>
                <a:lnTo>
                  <a:pt x="171450" y="4483"/>
                </a:lnTo>
                <a:lnTo>
                  <a:pt x="173735" y="5422"/>
                </a:lnTo>
                <a:lnTo>
                  <a:pt x="176899" y="5422"/>
                </a:lnTo>
                <a:lnTo>
                  <a:pt x="175963" y="4483"/>
                </a:lnTo>
                <a:close/>
              </a:path>
              <a:path w="607059" h="435609">
                <a:moveTo>
                  <a:pt x="1338" y="2247"/>
                </a:moveTo>
                <a:lnTo>
                  <a:pt x="0" y="2247"/>
                </a:lnTo>
                <a:lnTo>
                  <a:pt x="940" y="3191"/>
                </a:lnTo>
                <a:lnTo>
                  <a:pt x="1338" y="2247"/>
                </a:lnTo>
                <a:close/>
              </a:path>
            </a:pathLst>
          </a:custGeom>
          <a:solidFill>
            <a:srgbClr val="093B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58071" y="6425178"/>
            <a:ext cx="606551" cy="432821"/>
          </a:xfrm>
          <a:prstGeom prst="rect">
            <a:avLst/>
          </a:prstGeom>
        </p:spPr>
      </p:pic>
      <p:sp>
        <p:nvSpPr>
          <p:cNvPr id="27" name="bg object 27"/>
          <p:cNvSpPr/>
          <p:nvPr/>
        </p:nvSpPr>
        <p:spPr>
          <a:xfrm>
            <a:off x="8958071" y="6422936"/>
            <a:ext cx="608330" cy="435609"/>
          </a:xfrm>
          <a:custGeom>
            <a:avLst/>
            <a:gdLst/>
            <a:ahLst/>
            <a:cxnLst/>
            <a:rect l="l" t="t" r="r" b="b"/>
            <a:pathLst>
              <a:path w="608329" h="435609">
                <a:moveTo>
                  <a:pt x="2285" y="0"/>
                </a:moveTo>
                <a:lnTo>
                  <a:pt x="941" y="3189"/>
                </a:lnTo>
                <a:lnTo>
                  <a:pt x="432436" y="435061"/>
                </a:lnTo>
                <a:lnTo>
                  <a:pt x="602026" y="435061"/>
                </a:lnTo>
                <a:lnTo>
                  <a:pt x="601307" y="434341"/>
                </a:lnTo>
                <a:lnTo>
                  <a:pt x="436118" y="434341"/>
                </a:lnTo>
                <a:lnTo>
                  <a:pt x="433958" y="433410"/>
                </a:lnTo>
                <a:lnTo>
                  <a:pt x="435188" y="433410"/>
                </a:lnTo>
                <a:lnTo>
                  <a:pt x="2285" y="0"/>
                </a:lnTo>
                <a:close/>
              </a:path>
              <a:path w="608329" h="435609">
                <a:moveTo>
                  <a:pt x="171957" y="4495"/>
                </a:moveTo>
                <a:lnTo>
                  <a:pt x="602026" y="435061"/>
                </a:lnTo>
                <a:lnTo>
                  <a:pt x="606553" y="435061"/>
                </a:lnTo>
                <a:lnTo>
                  <a:pt x="177289" y="5422"/>
                </a:lnTo>
                <a:lnTo>
                  <a:pt x="174117" y="5422"/>
                </a:lnTo>
                <a:lnTo>
                  <a:pt x="171957" y="4495"/>
                </a:lnTo>
                <a:close/>
              </a:path>
              <a:path w="608329" h="435609">
                <a:moveTo>
                  <a:pt x="608076" y="433410"/>
                </a:moveTo>
                <a:lnTo>
                  <a:pt x="604903" y="433410"/>
                </a:lnTo>
                <a:lnTo>
                  <a:pt x="606553" y="435061"/>
                </a:lnTo>
                <a:lnTo>
                  <a:pt x="607379" y="435061"/>
                </a:lnTo>
                <a:lnTo>
                  <a:pt x="608076" y="433410"/>
                </a:lnTo>
                <a:close/>
              </a:path>
              <a:path w="608329" h="435609">
                <a:moveTo>
                  <a:pt x="435188" y="433410"/>
                </a:moveTo>
                <a:lnTo>
                  <a:pt x="433958" y="433410"/>
                </a:lnTo>
                <a:lnTo>
                  <a:pt x="436118" y="434341"/>
                </a:lnTo>
                <a:lnTo>
                  <a:pt x="435188" y="433410"/>
                </a:lnTo>
                <a:close/>
              </a:path>
              <a:path w="608329" h="435609">
                <a:moveTo>
                  <a:pt x="600377" y="433410"/>
                </a:moveTo>
                <a:lnTo>
                  <a:pt x="435188" y="433410"/>
                </a:lnTo>
                <a:lnTo>
                  <a:pt x="436118" y="434341"/>
                </a:lnTo>
                <a:lnTo>
                  <a:pt x="601307" y="434341"/>
                </a:lnTo>
                <a:lnTo>
                  <a:pt x="600377" y="433410"/>
                </a:lnTo>
                <a:close/>
              </a:path>
              <a:path w="608329" h="435609">
                <a:moveTo>
                  <a:pt x="941" y="3189"/>
                </a:moveTo>
                <a:lnTo>
                  <a:pt x="0" y="5422"/>
                </a:lnTo>
                <a:lnTo>
                  <a:pt x="3172" y="5422"/>
                </a:lnTo>
                <a:lnTo>
                  <a:pt x="941" y="3189"/>
                </a:lnTo>
                <a:close/>
              </a:path>
              <a:path w="608329" h="435609">
                <a:moveTo>
                  <a:pt x="174117" y="2247"/>
                </a:moveTo>
                <a:lnTo>
                  <a:pt x="4531" y="2247"/>
                </a:lnTo>
                <a:lnTo>
                  <a:pt x="7702" y="5422"/>
                </a:lnTo>
                <a:lnTo>
                  <a:pt x="172884" y="5422"/>
                </a:lnTo>
                <a:lnTo>
                  <a:pt x="171957" y="4495"/>
                </a:lnTo>
                <a:lnTo>
                  <a:pt x="176362" y="4495"/>
                </a:lnTo>
                <a:lnTo>
                  <a:pt x="174117" y="2247"/>
                </a:lnTo>
                <a:close/>
              </a:path>
              <a:path w="608329" h="435609">
                <a:moveTo>
                  <a:pt x="176362" y="4495"/>
                </a:moveTo>
                <a:lnTo>
                  <a:pt x="171957" y="4495"/>
                </a:lnTo>
                <a:lnTo>
                  <a:pt x="174117" y="5422"/>
                </a:lnTo>
                <a:lnTo>
                  <a:pt x="177289" y="5422"/>
                </a:lnTo>
                <a:lnTo>
                  <a:pt x="176362" y="4495"/>
                </a:lnTo>
                <a:close/>
              </a:path>
              <a:path w="608329" h="435609">
                <a:moveTo>
                  <a:pt x="1338" y="2247"/>
                </a:moveTo>
                <a:lnTo>
                  <a:pt x="0" y="2247"/>
                </a:lnTo>
                <a:lnTo>
                  <a:pt x="941" y="3189"/>
                </a:lnTo>
                <a:lnTo>
                  <a:pt x="1338" y="2247"/>
                </a:lnTo>
                <a:close/>
              </a:path>
            </a:pathLst>
          </a:custGeom>
          <a:solidFill>
            <a:srgbClr val="093B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bg object 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41080" y="6425178"/>
            <a:ext cx="605027" cy="432821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5766815"/>
            <a:ext cx="1703832" cy="1091181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18576" y="5961888"/>
            <a:ext cx="2596896" cy="896111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51135" y="0"/>
            <a:ext cx="2282698" cy="420624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753856" y="6362700"/>
            <a:ext cx="349757" cy="319265"/>
          </a:xfrm>
          <a:prstGeom prst="rect">
            <a:avLst/>
          </a:prstGeom>
        </p:spPr>
      </p:pic>
      <p:sp>
        <p:nvSpPr>
          <p:cNvPr id="33" name="bg object 33"/>
          <p:cNvSpPr/>
          <p:nvPr/>
        </p:nvSpPr>
        <p:spPr>
          <a:xfrm>
            <a:off x="8754744" y="6364389"/>
            <a:ext cx="350520" cy="318770"/>
          </a:xfrm>
          <a:custGeom>
            <a:avLst/>
            <a:gdLst/>
            <a:ahLst/>
            <a:cxnLst/>
            <a:rect l="l" t="t" r="r" b="b"/>
            <a:pathLst>
              <a:path w="350520" h="318770">
                <a:moveTo>
                  <a:pt x="350393" y="206235"/>
                </a:moveTo>
                <a:lnTo>
                  <a:pt x="235203" y="128346"/>
                </a:lnTo>
                <a:lnTo>
                  <a:pt x="217804" y="0"/>
                </a:lnTo>
                <a:lnTo>
                  <a:pt x="138683" y="102476"/>
                </a:lnTo>
                <a:lnTo>
                  <a:pt x="0" y="112344"/>
                </a:lnTo>
                <a:lnTo>
                  <a:pt x="115188" y="190233"/>
                </a:lnTo>
                <a:lnTo>
                  <a:pt x="132460" y="318579"/>
                </a:lnTo>
                <a:lnTo>
                  <a:pt x="211708" y="216090"/>
                </a:lnTo>
                <a:lnTo>
                  <a:pt x="350393" y="206235"/>
                </a:lnTo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bg object 3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10956" y="6577583"/>
            <a:ext cx="128016" cy="117347"/>
          </a:xfrm>
          <a:prstGeom prst="rect">
            <a:avLst/>
          </a:prstGeom>
        </p:spPr>
      </p:pic>
      <p:sp>
        <p:nvSpPr>
          <p:cNvPr id="35" name="bg object 35"/>
          <p:cNvSpPr/>
          <p:nvPr/>
        </p:nvSpPr>
        <p:spPr>
          <a:xfrm>
            <a:off x="8412480" y="6579107"/>
            <a:ext cx="127000" cy="116205"/>
          </a:xfrm>
          <a:custGeom>
            <a:avLst/>
            <a:gdLst/>
            <a:ahLst/>
            <a:cxnLst/>
            <a:rect l="l" t="t" r="r" b="b"/>
            <a:pathLst>
              <a:path w="127000" h="116204">
                <a:moveTo>
                  <a:pt x="126492" y="57912"/>
                </a:moveTo>
                <a:lnTo>
                  <a:pt x="121521" y="35372"/>
                </a:lnTo>
                <a:lnTo>
                  <a:pt x="107965" y="16964"/>
                </a:lnTo>
                <a:lnTo>
                  <a:pt x="87862" y="4551"/>
                </a:lnTo>
                <a:lnTo>
                  <a:pt x="63246" y="0"/>
                </a:lnTo>
                <a:lnTo>
                  <a:pt x="38629" y="4551"/>
                </a:lnTo>
                <a:lnTo>
                  <a:pt x="18526" y="16964"/>
                </a:lnTo>
                <a:lnTo>
                  <a:pt x="4970" y="35372"/>
                </a:lnTo>
                <a:lnTo>
                  <a:pt x="0" y="57912"/>
                </a:lnTo>
                <a:lnTo>
                  <a:pt x="4970" y="80451"/>
                </a:lnTo>
                <a:lnTo>
                  <a:pt x="18526" y="98859"/>
                </a:lnTo>
                <a:lnTo>
                  <a:pt x="38629" y="111272"/>
                </a:lnTo>
                <a:lnTo>
                  <a:pt x="63246" y="115824"/>
                </a:lnTo>
                <a:lnTo>
                  <a:pt x="87862" y="111272"/>
                </a:lnTo>
                <a:lnTo>
                  <a:pt x="107965" y="98859"/>
                </a:lnTo>
                <a:lnTo>
                  <a:pt x="121521" y="80451"/>
                </a:lnTo>
                <a:lnTo>
                  <a:pt x="126492" y="57912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bg object 3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003792" y="6092952"/>
            <a:ext cx="204850" cy="186461"/>
          </a:xfrm>
          <a:prstGeom prst="rect">
            <a:avLst/>
          </a:prstGeom>
        </p:spPr>
      </p:pic>
      <p:sp>
        <p:nvSpPr>
          <p:cNvPr id="37" name="bg object 37"/>
          <p:cNvSpPr/>
          <p:nvPr/>
        </p:nvSpPr>
        <p:spPr>
          <a:xfrm>
            <a:off x="9005951" y="6095149"/>
            <a:ext cx="203200" cy="184785"/>
          </a:xfrm>
          <a:custGeom>
            <a:avLst/>
            <a:gdLst/>
            <a:ahLst/>
            <a:cxnLst/>
            <a:rect l="l" t="t" r="r" b="b"/>
            <a:pathLst>
              <a:path w="203200" h="184785">
                <a:moveTo>
                  <a:pt x="202692" y="106781"/>
                </a:moveTo>
                <a:lnTo>
                  <a:pt x="132969" y="70789"/>
                </a:lnTo>
                <a:lnTo>
                  <a:pt x="114680" y="0"/>
                </a:lnTo>
                <a:lnTo>
                  <a:pt x="77089" y="62725"/>
                </a:lnTo>
                <a:lnTo>
                  <a:pt x="0" y="77482"/>
                </a:lnTo>
                <a:lnTo>
                  <a:pt x="69723" y="113474"/>
                </a:lnTo>
                <a:lnTo>
                  <a:pt x="88010" y="184264"/>
                </a:lnTo>
                <a:lnTo>
                  <a:pt x="125602" y="121539"/>
                </a:lnTo>
                <a:lnTo>
                  <a:pt x="202692" y="106781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bg object 3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682228" y="6153911"/>
            <a:ext cx="97536" cy="89915"/>
          </a:xfrm>
          <a:prstGeom prst="rect">
            <a:avLst/>
          </a:prstGeom>
        </p:spPr>
      </p:pic>
      <p:sp>
        <p:nvSpPr>
          <p:cNvPr id="39" name="bg object 39"/>
          <p:cNvSpPr/>
          <p:nvPr/>
        </p:nvSpPr>
        <p:spPr>
          <a:xfrm>
            <a:off x="8683752" y="6155435"/>
            <a:ext cx="96520" cy="88900"/>
          </a:xfrm>
          <a:custGeom>
            <a:avLst/>
            <a:gdLst/>
            <a:ahLst/>
            <a:cxnLst/>
            <a:rect l="l" t="t" r="r" b="b"/>
            <a:pathLst>
              <a:path w="96520" h="88900">
                <a:moveTo>
                  <a:pt x="96012" y="44195"/>
                </a:moveTo>
                <a:lnTo>
                  <a:pt x="92243" y="26992"/>
                </a:lnTo>
                <a:lnTo>
                  <a:pt x="81962" y="12944"/>
                </a:lnTo>
                <a:lnTo>
                  <a:pt x="66704" y="3473"/>
                </a:lnTo>
                <a:lnTo>
                  <a:pt x="48005" y="0"/>
                </a:lnTo>
                <a:lnTo>
                  <a:pt x="29307" y="3473"/>
                </a:lnTo>
                <a:lnTo>
                  <a:pt x="14049" y="12944"/>
                </a:lnTo>
                <a:lnTo>
                  <a:pt x="3768" y="26992"/>
                </a:lnTo>
                <a:lnTo>
                  <a:pt x="0" y="44195"/>
                </a:lnTo>
                <a:lnTo>
                  <a:pt x="3768" y="61399"/>
                </a:lnTo>
                <a:lnTo>
                  <a:pt x="14049" y="75447"/>
                </a:lnTo>
                <a:lnTo>
                  <a:pt x="29307" y="84918"/>
                </a:lnTo>
                <a:lnTo>
                  <a:pt x="48005" y="88391"/>
                </a:lnTo>
                <a:lnTo>
                  <a:pt x="66704" y="84918"/>
                </a:lnTo>
                <a:lnTo>
                  <a:pt x="81962" y="75447"/>
                </a:lnTo>
                <a:lnTo>
                  <a:pt x="92243" y="61399"/>
                </a:lnTo>
                <a:lnTo>
                  <a:pt x="96012" y="44195"/>
                </a:lnTo>
                <a:close/>
              </a:path>
            </a:pathLst>
          </a:custGeom>
          <a:ln w="12699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bg object 4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343643" y="6291071"/>
            <a:ext cx="128015" cy="117348"/>
          </a:xfrm>
          <a:prstGeom prst="rect">
            <a:avLst/>
          </a:prstGeom>
        </p:spPr>
      </p:pic>
      <p:sp>
        <p:nvSpPr>
          <p:cNvPr id="41" name="bg object 41"/>
          <p:cNvSpPr/>
          <p:nvPr/>
        </p:nvSpPr>
        <p:spPr>
          <a:xfrm>
            <a:off x="9345168" y="6292596"/>
            <a:ext cx="127000" cy="116205"/>
          </a:xfrm>
          <a:custGeom>
            <a:avLst/>
            <a:gdLst/>
            <a:ahLst/>
            <a:cxnLst/>
            <a:rect l="l" t="t" r="r" b="b"/>
            <a:pathLst>
              <a:path w="127000" h="116204">
                <a:moveTo>
                  <a:pt x="126491" y="57911"/>
                </a:moveTo>
                <a:lnTo>
                  <a:pt x="121521" y="35372"/>
                </a:lnTo>
                <a:lnTo>
                  <a:pt x="107965" y="16964"/>
                </a:lnTo>
                <a:lnTo>
                  <a:pt x="87862" y="4551"/>
                </a:lnTo>
                <a:lnTo>
                  <a:pt x="63246" y="0"/>
                </a:lnTo>
                <a:lnTo>
                  <a:pt x="38629" y="4551"/>
                </a:lnTo>
                <a:lnTo>
                  <a:pt x="18526" y="16964"/>
                </a:lnTo>
                <a:lnTo>
                  <a:pt x="4970" y="35372"/>
                </a:lnTo>
                <a:lnTo>
                  <a:pt x="0" y="57911"/>
                </a:lnTo>
                <a:lnTo>
                  <a:pt x="4970" y="80451"/>
                </a:lnTo>
                <a:lnTo>
                  <a:pt x="18526" y="98859"/>
                </a:lnTo>
                <a:lnTo>
                  <a:pt x="38629" y="111272"/>
                </a:lnTo>
                <a:lnTo>
                  <a:pt x="63246" y="115823"/>
                </a:lnTo>
                <a:lnTo>
                  <a:pt x="87862" y="111272"/>
                </a:lnTo>
                <a:lnTo>
                  <a:pt x="107965" y="98859"/>
                </a:lnTo>
                <a:lnTo>
                  <a:pt x="121521" y="80451"/>
                </a:lnTo>
                <a:lnTo>
                  <a:pt x="126491" y="57911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bg object 4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221723" y="6330696"/>
            <a:ext cx="73151" cy="67055"/>
          </a:xfrm>
          <a:prstGeom prst="rect">
            <a:avLst/>
          </a:prstGeom>
        </p:spPr>
      </p:pic>
      <p:sp>
        <p:nvSpPr>
          <p:cNvPr id="43" name="bg object 43"/>
          <p:cNvSpPr/>
          <p:nvPr/>
        </p:nvSpPr>
        <p:spPr>
          <a:xfrm>
            <a:off x="9223247" y="6332220"/>
            <a:ext cx="71755" cy="66040"/>
          </a:xfrm>
          <a:custGeom>
            <a:avLst/>
            <a:gdLst/>
            <a:ahLst/>
            <a:cxnLst/>
            <a:rect l="l" t="t" r="r" b="b"/>
            <a:pathLst>
              <a:path w="71754" h="66039">
                <a:moveTo>
                  <a:pt x="71627" y="32765"/>
                </a:moveTo>
                <a:lnTo>
                  <a:pt x="68818" y="20011"/>
                </a:lnTo>
                <a:lnTo>
                  <a:pt x="61150" y="9596"/>
                </a:lnTo>
                <a:lnTo>
                  <a:pt x="49768" y="2574"/>
                </a:lnTo>
                <a:lnTo>
                  <a:pt x="35813" y="0"/>
                </a:lnTo>
                <a:lnTo>
                  <a:pt x="21859" y="2574"/>
                </a:lnTo>
                <a:lnTo>
                  <a:pt x="10477" y="9596"/>
                </a:lnTo>
                <a:lnTo>
                  <a:pt x="2809" y="20011"/>
                </a:lnTo>
                <a:lnTo>
                  <a:pt x="0" y="32765"/>
                </a:lnTo>
                <a:lnTo>
                  <a:pt x="2809" y="45520"/>
                </a:lnTo>
                <a:lnTo>
                  <a:pt x="10477" y="55935"/>
                </a:lnTo>
                <a:lnTo>
                  <a:pt x="21859" y="62957"/>
                </a:lnTo>
                <a:lnTo>
                  <a:pt x="35813" y="65531"/>
                </a:lnTo>
                <a:lnTo>
                  <a:pt x="49768" y="62957"/>
                </a:lnTo>
                <a:lnTo>
                  <a:pt x="61150" y="55935"/>
                </a:lnTo>
                <a:lnTo>
                  <a:pt x="68818" y="45520"/>
                </a:lnTo>
                <a:lnTo>
                  <a:pt x="71627" y="32765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bg object 4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529828" y="6380988"/>
            <a:ext cx="73151" cy="67056"/>
          </a:xfrm>
          <a:prstGeom prst="rect">
            <a:avLst/>
          </a:prstGeom>
        </p:spPr>
      </p:pic>
      <p:sp>
        <p:nvSpPr>
          <p:cNvPr id="45" name="bg object 45"/>
          <p:cNvSpPr/>
          <p:nvPr/>
        </p:nvSpPr>
        <p:spPr>
          <a:xfrm>
            <a:off x="8531352" y="6382511"/>
            <a:ext cx="71755" cy="66040"/>
          </a:xfrm>
          <a:custGeom>
            <a:avLst/>
            <a:gdLst/>
            <a:ahLst/>
            <a:cxnLst/>
            <a:rect l="l" t="t" r="r" b="b"/>
            <a:pathLst>
              <a:path w="71754" h="66039">
                <a:moveTo>
                  <a:pt x="71627" y="32765"/>
                </a:moveTo>
                <a:lnTo>
                  <a:pt x="68818" y="20011"/>
                </a:lnTo>
                <a:lnTo>
                  <a:pt x="61150" y="9596"/>
                </a:lnTo>
                <a:lnTo>
                  <a:pt x="49768" y="2574"/>
                </a:lnTo>
                <a:lnTo>
                  <a:pt x="35814" y="0"/>
                </a:lnTo>
                <a:lnTo>
                  <a:pt x="21859" y="2574"/>
                </a:lnTo>
                <a:lnTo>
                  <a:pt x="10477" y="9596"/>
                </a:lnTo>
                <a:lnTo>
                  <a:pt x="2809" y="20011"/>
                </a:lnTo>
                <a:lnTo>
                  <a:pt x="0" y="32765"/>
                </a:lnTo>
                <a:lnTo>
                  <a:pt x="2809" y="45520"/>
                </a:lnTo>
                <a:lnTo>
                  <a:pt x="10477" y="55935"/>
                </a:lnTo>
                <a:lnTo>
                  <a:pt x="21859" y="62957"/>
                </a:lnTo>
                <a:lnTo>
                  <a:pt x="35814" y="65531"/>
                </a:lnTo>
                <a:lnTo>
                  <a:pt x="49768" y="62957"/>
                </a:lnTo>
                <a:lnTo>
                  <a:pt x="61150" y="55935"/>
                </a:lnTo>
                <a:lnTo>
                  <a:pt x="68818" y="45520"/>
                </a:lnTo>
                <a:lnTo>
                  <a:pt x="71627" y="32765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6" name="bg object 4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371076" y="6518147"/>
            <a:ext cx="204597" cy="186004"/>
          </a:xfrm>
          <a:prstGeom prst="rect">
            <a:avLst/>
          </a:prstGeom>
        </p:spPr>
      </p:pic>
      <p:sp>
        <p:nvSpPr>
          <p:cNvPr id="47" name="bg object 47"/>
          <p:cNvSpPr/>
          <p:nvPr/>
        </p:nvSpPr>
        <p:spPr>
          <a:xfrm>
            <a:off x="9372981" y="6519900"/>
            <a:ext cx="203200" cy="184785"/>
          </a:xfrm>
          <a:custGeom>
            <a:avLst/>
            <a:gdLst/>
            <a:ahLst/>
            <a:cxnLst/>
            <a:rect l="l" t="t" r="r" b="b"/>
            <a:pathLst>
              <a:path w="203200" h="184784">
                <a:moveTo>
                  <a:pt x="202692" y="106781"/>
                </a:moveTo>
                <a:lnTo>
                  <a:pt x="132969" y="70789"/>
                </a:lnTo>
                <a:lnTo>
                  <a:pt x="114680" y="0"/>
                </a:lnTo>
                <a:lnTo>
                  <a:pt x="77089" y="62712"/>
                </a:lnTo>
                <a:lnTo>
                  <a:pt x="0" y="77469"/>
                </a:lnTo>
                <a:lnTo>
                  <a:pt x="69850" y="113461"/>
                </a:lnTo>
                <a:lnTo>
                  <a:pt x="88011" y="184251"/>
                </a:lnTo>
                <a:lnTo>
                  <a:pt x="125602" y="121538"/>
                </a:lnTo>
                <a:lnTo>
                  <a:pt x="202692" y="106781"/>
                </a:lnTo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" name="bg object 4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713976" y="6617207"/>
            <a:ext cx="73151" cy="67056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93B7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5A6C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35"/>
              </a:lnSpc>
            </a:pPr>
            <a:r>
              <a:rPr spc="-50" dirty="0"/>
              <a:t>Lesson</a:t>
            </a:r>
            <a:r>
              <a:rPr spc="-85" dirty="0"/>
              <a:t> </a:t>
            </a:r>
            <a:r>
              <a:rPr dirty="0"/>
              <a:t>2</a:t>
            </a:r>
            <a:r>
              <a:rPr spc="-100" dirty="0"/>
              <a:t> </a:t>
            </a:r>
            <a:r>
              <a:rPr dirty="0"/>
              <a:t>-</a:t>
            </a:r>
            <a:r>
              <a:rPr spc="-75" dirty="0"/>
              <a:t> </a:t>
            </a:r>
            <a:r>
              <a:rPr spc="-35" dirty="0"/>
              <a:t>By</a:t>
            </a:r>
            <a:r>
              <a:rPr spc="-85" dirty="0"/>
              <a:t> </a:t>
            </a:r>
            <a:r>
              <a:rPr spc="80" dirty="0"/>
              <a:t>LHK</a:t>
            </a:r>
            <a:r>
              <a:rPr spc="-90" dirty="0"/>
              <a:t> </a:t>
            </a:r>
            <a:r>
              <a:rPr spc="-55" dirty="0"/>
              <a:t>Giang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21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5A6C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35"/>
              </a:lnSpc>
            </a:pPr>
            <a:r>
              <a:rPr spc="-50" dirty="0"/>
              <a:t>Lesson</a:t>
            </a:r>
            <a:r>
              <a:rPr spc="-85" dirty="0"/>
              <a:t> </a:t>
            </a:r>
            <a:r>
              <a:rPr dirty="0"/>
              <a:t>2</a:t>
            </a:r>
            <a:r>
              <a:rPr spc="-100" dirty="0"/>
              <a:t> </a:t>
            </a:r>
            <a:r>
              <a:rPr dirty="0"/>
              <a:t>-</a:t>
            </a:r>
            <a:r>
              <a:rPr spc="-75" dirty="0"/>
              <a:t> </a:t>
            </a:r>
            <a:r>
              <a:rPr spc="-35" dirty="0"/>
              <a:t>By</a:t>
            </a:r>
            <a:r>
              <a:rPr spc="-85" dirty="0"/>
              <a:t> </a:t>
            </a:r>
            <a:r>
              <a:rPr spc="80" dirty="0"/>
              <a:t>LHK</a:t>
            </a:r>
            <a:r>
              <a:rPr spc="-90" dirty="0"/>
              <a:t> </a:t>
            </a:r>
            <a:r>
              <a:rPr spc="-55" dirty="0"/>
              <a:t>Giang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21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5.png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19" Type="http://schemas.openxmlformats.org/officeDocument/2006/relationships/image" Target="../media/image1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EDB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885825" cy="6858000"/>
          </a:xfrm>
          <a:custGeom>
            <a:avLst/>
            <a:gdLst/>
            <a:ahLst/>
            <a:cxnLst/>
            <a:rect l="l" t="t" r="r" b="b"/>
            <a:pathLst>
              <a:path w="885825" h="6858000">
                <a:moveTo>
                  <a:pt x="709307" y="0"/>
                </a:moveTo>
                <a:lnTo>
                  <a:pt x="0" y="0"/>
                </a:lnTo>
                <a:lnTo>
                  <a:pt x="0" y="6857999"/>
                </a:lnTo>
                <a:lnTo>
                  <a:pt x="709307" y="6857999"/>
                </a:lnTo>
                <a:lnTo>
                  <a:pt x="710895" y="6789736"/>
                </a:lnTo>
                <a:lnTo>
                  <a:pt x="718832" y="6729412"/>
                </a:lnTo>
                <a:lnTo>
                  <a:pt x="729932" y="6677025"/>
                </a:lnTo>
                <a:lnTo>
                  <a:pt x="744220" y="6630987"/>
                </a:lnTo>
                <a:lnTo>
                  <a:pt x="760082" y="6589712"/>
                </a:lnTo>
                <a:lnTo>
                  <a:pt x="779132" y="6553200"/>
                </a:lnTo>
                <a:lnTo>
                  <a:pt x="817206" y="6477000"/>
                </a:lnTo>
                <a:lnTo>
                  <a:pt x="833081" y="6440487"/>
                </a:lnTo>
                <a:lnTo>
                  <a:pt x="848944" y="6399212"/>
                </a:lnTo>
                <a:lnTo>
                  <a:pt x="864819" y="6353175"/>
                </a:lnTo>
                <a:lnTo>
                  <a:pt x="875919" y="6300787"/>
                </a:lnTo>
                <a:lnTo>
                  <a:pt x="882269" y="6240462"/>
                </a:lnTo>
                <a:lnTo>
                  <a:pt x="885444" y="6172200"/>
                </a:lnTo>
                <a:lnTo>
                  <a:pt x="882269" y="6103937"/>
                </a:lnTo>
                <a:lnTo>
                  <a:pt x="875919" y="6043612"/>
                </a:lnTo>
                <a:lnTo>
                  <a:pt x="864819" y="5991225"/>
                </a:lnTo>
                <a:lnTo>
                  <a:pt x="848944" y="5945187"/>
                </a:lnTo>
                <a:lnTo>
                  <a:pt x="833081" y="5903912"/>
                </a:lnTo>
                <a:lnTo>
                  <a:pt x="817206" y="5867400"/>
                </a:lnTo>
                <a:lnTo>
                  <a:pt x="779132" y="5791200"/>
                </a:lnTo>
                <a:lnTo>
                  <a:pt x="760082" y="5754687"/>
                </a:lnTo>
                <a:lnTo>
                  <a:pt x="744220" y="5713412"/>
                </a:lnTo>
                <a:lnTo>
                  <a:pt x="729932" y="5667375"/>
                </a:lnTo>
                <a:lnTo>
                  <a:pt x="718832" y="5614987"/>
                </a:lnTo>
                <a:lnTo>
                  <a:pt x="710895" y="5554599"/>
                </a:lnTo>
                <a:lnTo>
                  <a:pt x="709307" y="5486400"/>
                </a:lnTo>
                <a:lnTo>
                  <a:pt x="710895" y="5418074"/>
                </a:lnTo>
                <a:lnTo>
                  <a:pt x="718832" y="5357749"/>
                </a:lnTo>
                <a:lnTo>
                  <a:pt x="729932" y="5305425"/>
                </a:lnTo>
                <a:lnTo>
                  <a:pt x="744220" y="5259324"/>
                </a:lnTo>
                <a:lnTo>
                  <a:pt x="760082" y="5218049"/>
                </a:lnTo>
                <a:lnTo>
                  <a:pt x="779132" y="5181600"/>
                </a:lnTo>
                <a:lnTo>
                  <a:pt x="817206" y="5105400"/>
                </a:lnTo>
                <a:lnTo>
                  <a:pt x="833081" y="5068824"/>
                </a:lnTo>
                <a:lnTo>
                  <a:pt x="848944" y="5027549"/>
                </a:lnTo>
                <a:lnTo>
                  <a:pt x="864819" y="4981575"/>
                </a:lnTo>
                <a:lnTo>
                  <a:pt x="875919" y="4929124"/>
                </a:lnTo>
                <a:lnTo>
                  <a:pt x="882269" y="4868799"/>
                </a:lnTo>
                <a:lnTo>
                  <a:pt x="885444" y="4800600"/>
                </a:lnTo>
                <a:lnTo>
                  <a:pt x="882269" y="4732274"/>
                </a:lnTo>
                <a:lnTo>
                  <a:pt x="875919" y="4671949"/>
                </a:lnTo>
                <a:lnTo>
                  <a:pt x="864819" y="4619625"/>
                </a:lnTo>
                <a:lnTo>
                  <a:pt x="848944" y="4573524"/>
                </a:lnTo>
                <a:lnTo>
                  <a:pt x="833081" y="4532249"/>
                </a:lnTo>
                <a:lnTo>
                  <a:pt x="817206" y="4495800"/>
                </a:lnTo>
                <a:lnTo>
                  <a:pt x="779132" y="4419600"/>
                </a:lnTo>
                <a:lnTo>
                  <a:pt x="760082" y="4383024"/>
                </a:lnTo>
                <a:lnTo>
                  <a:pt x="744220" y="4341749"/>
                </a:lnTo>
                <a:lnTo>
                  <a:pt x="729932" y="4295775"/>
                </a:lnTo>
                <a:lnTo>
                  <a:pt x="718832" y="4243324"/>
                </a:lnTo>
                <a:lnTo>
                  <a:pt x="710895" y="4182999"/>
                </a:lnTo>
                <a:lnTo>
                  <a:pt x="709307" y="4114800"/>
                </a:lnTo>
                <a:lnTo>
                  <a:pt x="710895" y="4046474"/>
                </a:lnTo>
                <a:lnTo>
                  <a:pt x="718832" y="3986149"/>
                </a:lnTo>
                <a:lnTo>
                  <a:pt x="729932" y="3933825"/>
                </a:lnTo>
                <a:lnTo>
                  <a:pt x="744220" y="3887724"/>
                </a:lnTo>
                <a:lnTo>
                  <a:pt x="760082" y="3846449"/>
                </a:lnTo>
                <a:lnTo>
                  <a:pt x="779132" y="3810000"/>
                </a:lnTo>
                <a:lnTo>
                  <a:pt x="817206" y="3733800"/>
                </a:lnTo>
                <a:lnTo>
                  <a:pt x="833081" y="3697224"/>
                </a:lnTo>
                <a:lnTo>
                  <a:pt x="848944" y="3655949"/>
                </a:lnTo>
                <a:lnTo>
                  <a:pt x="864819" y="3609975"/>
                </a:lnTo>
                <a:lnTo>
                  <a:pt x="875919" y="3557524"/>
                </a:lnTo>
                <a:lnTo>
                  <a:pt x="882269" y="3497199"/>
                </a:lnTo>
                <a:lnTo>
                  <a:pt x="885444" y="3427349"/>
                </a:lnTo>
                <a:lnTo>
                  <a:pt x="882269" y="3360674"/>
                </a:lnTo>
                <a:lnTo>
                  <a:pt x="875919" y="3300349"/>
                </a:lnTo>
                <a:lnTo>
                  <a:pt x="864819" y="3248025"/>
                </a:lnTo>
                <a:lnTo>
                  <a:pt x="848944" y="3201924"/>
                </a:lnTo>
                <a:lnTo>
                  <a:pt x="833081" y="3160649"/>
                </a:lnTo>
                <a:lnTo>
                  <a:pt x="817206" y="3124200"/>
                </a:lnTo>
                <a:lnTo>
                  <a:pt x="779132" y="3048000"/>
                </a:lnTo>
                <a:lnTo>
                  <a:pt x="760082" y="3011424"/>
                </a:lnTo>
                <a:lnTo>
                  <a:pt x="744220" y="2970149"/>
                </a:lnTo>
                <a:lnTo>
                  <a:pt x="729932" y="2924175"/>
                </a:lnTo>
                <a:lnTo>
                  <a:pt x="718832" y="2871724"/>
                </a:lnTo>
                <a:lnTo>
                  <a:pt x="710895" y="2811399"/>
                </a:lnTo>
                <a:lnTo>
                  <a:pt x="709307" y="2743200"/>
                </a:lnTo>
                <a:lnTo>
                  <a:pt x="710895" y="2674874"/>
                </a:lnTo>
                <a:lnTo>
                  <a:pt x="718832" y="2614549"/>
                </a:lnTo>
                <a:lnTo>
                  <a:pt x="729932" y="2562225"/>
                </a:lnTo>
                <a:lnTo>
                  <a:pt x="744220" y="2516124"/>
                </a:lnTo>
                <a:lnTo>
                  <a:pt x="760082" y="2474849"/>
                </a:lnTo>
                <a:lnTo>
                  <a:pt x="779132" y="2438400"/>
                </a:lnTo>
                <a:lnTo>
                  <a:pt x="817206" y="2362200"/>
                </a:lnTo>
                <a:lnTo>
                  <a:pt x="833081" y="2325624"/>
                </a:lnTo>
                <a:lnTo>
                  <a:pt x="848944" y="2284349"/>
                </a:lnTo>
                <a:lnTo>
                  <a:pt x="864819" y="2238375"/>
                </a:lnTo>
                <a:lnTo>
                  <a:pt x="875919" y="2185924"/>
                </a:lnTo>
                <a:lnTo>
                  <a:pt x="882269" y="2125599"/>
                </a:lnTo>
                <a:lnTo>
                  <a:pt x="885444" y="2057400"/>
                </a:lnTo>
                <a:lnTo>
                  <a:pt x="882269" y="1989074"/>
                </a:lnTo>
                <a:lnTo>
                  <a:pt x="875919" y="1928749"/>
                </a:lnTo>
                <a:lnTo>
                  <a:pt x="864819" y="1876425"/>
                </a:lnTo>
                <a:lnTo>
                  <a:pt x="848944" y="1830324"/>
                </a:lnTo>
                <a:lnTo>
                  <a:pt x="833081" y="1789049"/>
                </a:lnTo>
                <a:lnTo>
                  <a:pt x="817206" y="1752600"/>
                </a:lnTo>
                <a:lnTo>
                  <a:pt x="779132" y="1676400"/>
                </a:lnTo>
                <a:lnTo>
                  <a:pt x="760082" y="1639824"/>
                </a:lnTo>
                <a:lnTo>
                  <a:pt x="744220" y="1598549"/>
                </a:lnTo>
                <a:lnTo>
                  <a:pt x="729932" y="1552575"/>
                </a:lnTo>
                <a:lnTo>
                  <a:pt x="718832" y="1500124"/>
                </a:lnTo>
                <a:lnTo>
                  <a:pt x="710895" y="1439799"/>
                </a:lnTo>
                <a:lnTo>
                  <a:pt x="709307" y="1371600"/>
                </a:lnTo>
                <a:lnTo>
                  <a:pt x="710895" y="1303274"/>
                </a:lnTo>
                <a:lnTo>
                  <a:pt x="718832" y="1242949"/>
                </a:lnTo>
                <a:lnTo>
                  <a:pt x="729932" y="1190625"/>
                </a:lnTo>
                <a:lnTo>
                  <a:pt x="744220" y="1144524"/>
                </a:lnTo>
                <a:lnTo>
                  <a:pt x="760082" y="1103249"/>
                </a:lnTo>
                <a:lnTo>
                  <a:pt x="779132" y="1066800"/>
                </a:lnTo>
                <a:lnTo>
                  <a:pt x="817206" y="990600"/>
                </a:lnTo>
                <a:lnTo>
                  <a:pt x="833081" y="954024"/>
                </a:lnTo>
                <a:lnTo>
                  <a:pt x="848944" y="912749"/>
                </a:lnTo>
                <a:lnTo>
                  <a:pt x="864819" y="866775"/>
                </a:lnTo>
                <a:lnTo>
                  <a:pt x="875919" y="814324"/>
                </a:lnTo>
                <a:lnTo>
                  <a:pt x="882269" y="753999"/>
                </a:lnTo>
                <a:lnTo>
                  <a:pt x="885444" y="685800"/>
                </a:lnTo>
                <a:lnTo>
                  <a:pt x="882269" y="617474"/>
                </a:lnTo>
                <a:lnTo>
                  <a:pt x="875919" y="557149"/>
                </a:lnTo>
                <a:lnTo>
                  <a:pt x="864819" y="504825"/>
                </a:lnTo>
                <a:lnTo>
                  <a:pt x="848944" y="458724"/>
                </a:lnTo>
                <a:lnTo>
                  <a:pt x="833081" y="417449"/>
                </a:lnTo>
                <a:lnTo>
                  <a:pt x="817206" y="381000"/>
                </a:lnTo>
                <a:lnTo>
                  <a:pt x="779132" y="304800"/>
                </a:lnTo>
                <a:lnTo>
                  <a:pt x="760082" y="268224"/>
                </a:lnTo>
                <a:lnTo>
                  <a:pt x="744220" y="226949"/>
                </a:lnTo>
                <a:lnTo>
                  <a:pt x="729932" y="180975"/>
                </a:lnTo>
                <a:lnTo>
                  <a:pt x="718832" y="128524"/>
                </a:lnTo>
                <a:lnTo>
                  <a:pt x="710895" y="68199"/>
                </a:lnTo>
                <a:lnTo>
                  <a:pt x="709307" y="0"/>
                </a:lnTo>
                <a:close/>
              </a:path>
            </a:pathLst>
          </a:custGeom>
          <a:solidFill>
            <a:srgbClr val="3735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08535" y="0"/>
            <a:ext cx="283845" cy="6858000"/>
          </a:xfrm>
          <a:custGeom>
            <a:avLst/>
            <a:gdLst/>
            <a:ahLst/>
            <a:cxnLst/>
            <a:rect l="l" t="t" r="r" b="b"/>
            <a:pathLst>
              <a:path w="283845" h="6858000">
                <a:moveTo>
                  <a:pt x="283464" y="0"/>
                </a:moveTo>
                <a:lnTo>
                  <a:pt x="0" y="0"/>
                </a:lnTo>
                <a:lnTo>
                  <a:pt x="0" y="6858000"/>
                </a:lnTo>
                <a:lnTo>
                  <a:pt x="283464" y="6858000"/>
                </a:lnTo>
                <a:lnTo>
                  <a:pt x="283464" y="0"/>
                </a:lnTo>
                <a:close/>
              </a:path>
            </a:pathLst>
          </a:custGeom>
          <a:solidFill>
            <a:srgbClr val="3493B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576" y="124968"/>
            <a:ext cx="12117324" cy="6144768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38100" y="126492"/>
            <a:ext cx="12115800" cy="6143625"/>
          </a:xfrm>
          <a:custGeom>
            <a:avLst/>
            <a:gdLst/>
            <a:ahLst/>
            <a:cxnLst/>
            <a:rect l="l" t="t" r="r" b="b"/>
            <a:pathLst>
              <a:path w="12115800" h="6143625">
                <a:moveTo>
                  <a:pt x="0" y="69850"/>
                </a:moveTo>
                <a:lnTo>
                  <a:pt x="5489" y="42648"/>
                </a:lnTo>
                <a:lnTo>
                  <a:pt x="20459" y="20447"/>
                </a:lnTo>
                <a:lnTo>
                  <a:pt x="42663" y="5484"/>
                </a:lnTo>
                <a:lnTo>
                  <a:pt x="69853" y="0"/>
                </a:lnTo>
                <a:lnTo>
                  <a:pt x="12045950" y="0"/>
                </a:lnTo>
                <a:lnTo>
                  <a:pt x="12073151" y="5484"/>
                </a:lnTo>
                <a:lnTo>
                  <a:pt x="12095353" y="20447"/>
                </a:lnTo>
                <a:lnTo>
                  <a:pt x="12110315" y="42648"/>
                </a:lnTo>
                <a:lnTo>
                  <a:pt x="12115800" y="69850"/>
                </a:lnTo>
                <a:lnTo>
                  <a:pt x="12115800" y="6073394"/>
                </a:lnTo>
                <a:lnTo>
                  <a:pt x="12110315" y="6100579"/>
                </a:lnTo>
                <a:lnTo>
                  <a:pt x="12095353" y="6122782"/>
                </a:lnTo>
                <a:lnTo>
                  <a:pt x="12073151" y="6137753"/>
                </a:lnTo>
                <a:lnTo>
                  <a:pt x="12045950" y="6143244"/>
                </a:lnTo>
                <a:lnTo>
                  <a:pt x="69853" y="6143244"/>
                </a:lnTo>
                <a:lnTo>
                  <a:pt x="42663" y="6137753"/>
                </a:lnTo>
                <a:lnTo>
                  <a:pt x="20459" y="6122782"/>
                </a:lnTo>
                <a:lnTo>
                  <a:pt x="5489" y="6100579"/>
                </a:lnTo>
                <a:lnTo>
                  <a:pt x="0" y="6073394"/>
                </a:lnTo>
                <a:lnTo>
                  <a:pt x="0" y="69850"/>
                </a:lnTo>
                <a:close/>
              </a:path>
            </a:pathLst>
          </a:custGeom>
          <a:ln w="3175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46126" y="214121"/>
            <a:ext cx="11737975" cy="6006465"/>
          </a:xfrm>
          <a:custGeom>
            <a:avLst/>
            <a:gdLst/>
            <a:ahLst/>
            <a:cxnLst/>
            <a:rect l="l" t="t" r="r" b="b"/>
            <a:pathLst>
              <a:path w="11737975" h="6006465">
                <a:moveTo>
                  <a:pt x="11737721" y="94361"/>
                </a:moveTo>
                <a:lnTo>
                  <a:pt x="11728069" y="57404"/>
                </a:lnTo>
                <a:lnTo>
                  <a:pt x="11715242" y="40386"/>
                </a:lnTo>
                <a:lnTo>
                  <a:pt x="11714861" y="39878"/>
                </a:lnTo>
                <a:lnTo>
                  <a:pt x="11714353" y="39497"/>
                </a:lnTo>
                <a:lnTo>
                  <a:pt x="11704320" y="31254"/>
                </a:lnTo>
                <a:lnTo>
                  <a:pt x="11703685" y="30607"/>
                </a:lnTo>
                <a:lnTo>
                  <a:pt x="11703304" y="30480"/>
                </a:lnTo>
                <a:lnTo>
                  <a:pt x="11696827" y="26555"/>
                </a:lnTo>
                <a:lnTo>
                  <a:pt x="11690096" y="23380"/>
                </a:lnTo>
                <a:lnTo>
                  <a:pt x="11682857" y="20701"/>
                </a:lnTo>
                <a:lnTo>
                  <a:pt x="11681803" y="20472"/>
                </a:lnTo>
                <a:lnTo>
                  <a:pt x="11681409" y="19862"/>
                </a:lnTo>
                <a:lnTo>
                  <a:pt x="11659845" y="5334"/>
                </a:lnTo>
                <a:lnTo>
                  <a:pt x="11633454" y="0"/>
                </a:lnTo>
                <a:lnTo>
                  <a:pt x="67868" y="0"/>
                </a:lnTo>
                <a:lnTo>
                  <a:pt x="41452" y="5334"/>
                </a:lnTo>
                <a:lnTo>
                  <a:pt x="19875" y="19862"/>
                </a:lnTo>
                <a:lnTo>
                  <a:pt x="5334" y="41427"/>
                </a:lnTo>
                <a:lnTo>
                  <a:pt x="0" y="67830"/>
                </a:lnTo>
                <a:lnTo>
                  <a:pt x="0" y="5901639"/>
                </a:lnTo>
                <a:lnTo>
                  <a:pt x="5334" y="5928055"/>
                </a:lnTo>
                <a:lnTo>
                  <a:pt x="19875" y="5949632"/>
                </a:lnTo>
                <a:lnTo>
                  <a:pt x="20523" y="5950077"/>
                </a:lnTo>
                <a:lnTo>
                  <a:pt x="21056" y="5952121"/>
                </a:lnTo>
                <a:lnTo>
                  <a:pt x="51968" y="5992965"/>
                </a:lnTo>
                <a:lnTo>
                  <a:pt x="94856" y="6005969"/>
                </a:lnTo>
                <a:lnTo>
                  <a:pt x="11660886" y="6005957"/>
                </a:lnTo>
                <a:lnTo>
                  <a:pt x="11703355" y="5992927"/>
                </a:lnTo>
                <a:lnTo>
                  <a:pt x="11704320" y="5992165"/>
                </a:lnTo>
                <a:lnTo>
                  <a:pt x="11710645" y="5986932"/>
                </a:lnTo>
                <a:lnTo>
                  <a:pt x="11714353" y="5983871"/>
                </a:lnTo>
                <a:lnTo>
                  <a:pt x="11714861" y="5983490"/>
                </a:lnTo>
                <a:lnTo>
                  <a:pt x="11715242" y="5983071"/>
                </a:lnTo>
                <a:lnTo>
                  <a:pt x="11723878" y="5972619"/>
                </a:lnTo>
                <a:lnTo>
                  <a:pt x="11724259" y="5972264"/>
                </a:lnTo>
                <a:lnTo>
                  <a:pt x="11724767" y="5971502"/>
                </a:lnTo>
                <a:lnTo>
                  <a:pt x="11737721" y="5928626"/>
                </a:lnTo>
                <a:lnTo>
                  <a:pt x="11737721" y="9436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46125" y="214122"/>
            <a:ext cx="11701780" cy="5969635"/>
          </a:xfrm>
          <a:custGeom>
            <a:avLst/>
            <a:gdLst/>
            <a:ahLst/>
            <a:cxnLst/>
            <a:rect l="l" t="t" r="r" b="b"/>
            <a:pathLst>
              <a:path w="11701780" h="5969635">
                <a:moveTo>
                  <a:pt x="0" y="67818"/>
                </a:moveTo>
                <a:lnTo>
                  <a:pt x="5334" y="41415"/>
                </a:lnTo>
                <a:lnTo>
                  <a:pt x="19880" y="19859"/>
                </a:lnTo>
                <a:lnTo>
                  <a:pt x="41453" y="5328"/>
                </a:lnTo>
                <a:lnTo>
                  <a:pt x="67868" y="0"/>
                </a:lnTo>
                <a:lnTo>
                  <a:pt x="11633454" y="0"/>
                </a:lnTo>
                <a:lnTo>
                  <a:pt x="11659856" y="5328"/>
                </a:lnTo>
                <a:lnTo>
                  <a:pt x="11681412" y="19859"/>
                </a:lnTo>
                <a:lnTo>
                  <a:pt x="11695943" y="41415"/>
                </a:lnTo>
                <a:lnTo>
                  <a:pt x="11701272" y="67818"/>
                </a:lnTo>
                <a:lnTo>
                  <a:pt x="11701272" y="5901639"/>
                </a:lnTo>
                <a:lnTo>
                  <a:pt x="11695943" y="5928054"/>
                </a:lnTo>
                <a:lnTo>
                  <a:pt x="11681412" y="5949627"/>
                </a:lnTo>
                <a:lnTo>
                  <a:pt x="11659856" y="5964173"/>
                </a:lnTo>
                <a:lnTo>
                  <a:pt x="11633454" y="5969508"/>
                </a:lnTo>
                <a:lnTo>
                  <a:pt x="67868" y="5969508"/>
                </a:lnTo>
                <a:lnTo>
                  <a:pt x="41453" y="5964173"/>
                </a:lnTo>
                <a:lnTo>
                  <a:pt x="19880" y="5949627"/>
                </a:lnTo>
                <a:lnTo>
                  <a:pt x="5334" y="5928054"/>
                </a:lnTo>
                <a:lnTo>
                  <a:pt x="0" y="5901639"/>
                </a:lnTo>
                <a:lnTo>
                  <a:pt x="0" y="67818"/>
                </a:lnTo>
                <a:close/>
              </a:path>
            </a:pathLst>
          </a:custGeom>
          <a:ln w="19050">
            <a:solidFill>
              <a:srgbClr val="093B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727948" y="6272783"/>
            <a:ext cx="1240790" cy="431800"/>
          </a:xfrm>
          <a:custGeom>
            <a:avLst/>
            <a:gdLst/>
            <a:ahLst/>
            <a:cxnLst/>
            <a:rect l="l" t="t" r="r" b="b"/>
            <a:pathLst>
              <a:path w="1240790" h="431800">
                <a:moveTo>
                  <a:pt x="605028" y="0"/>
                </a:moveTo>
                <a:lnTo>
                  <a:pt x="431800" y="0"/>
                </a:lnTo>
                <a:lnTo>
                  <a:pt x="0" y="431292"/>
                </a:lnTo>
                <a:lnTo>
                  <a:pt x="173228" y="431292"/>
                </a:lnTo>
                <a:lnTo>
                  <a:pt x="605028" y="0"/>
                </a:lnTo>
                <a:close/>
              </a:path>
              <a:path w="1240790" h="431800">
                <a:moveTo>
                  <a:pt x="922020" y="0"/>
                </a:moveTo>
                <a:lnTo>
                  <a:pt x="749173" y="0"/>
                </a:lnTo>
                <a:lnTo>
                  <a:pt x="318516" y="431292"/>
                </a:lnTo>
                <a:lnTo>
                  <a:pt x="491363" y="431292"/>
                </a:lnTo>
                <a:lnTo>
                  <a:pt x="922020" y="0"/>
                </a:lnTo>
                <a:close/>
              </a:path>
              <a:path w="1240790" h="431800">
                <a:moveTo>
                  <a:pt x="1240536" y="0"/>
                </a:moveTo>
                <a:lnTo>
                  <a:pt x="1067689" y="0"/>
                </a:lnTo>
                <a:lnTo>
                  <a:pt x="637032" y="431292"/>
                </a:lnTo>
                <a:lnTo>
                  <a:pt x="809879" y="431292"/>
                </a:lnTo>
                <a:lnTo>
                  <a:pt x="1240536" y="0"/>
                </a:lnTo>
                <a:close/>
              </a:path>
            </a:pathLst>
          </a:custGeom>
          <a:solidFill>
            <a:srgbClr val="3493B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276588" y="6425178"/>
            <a:ext cx="605027" cy="432821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9276588" y="6422936"/>
            <a:ext cx="607060" cy="435609"/>
          </a:xfrm>
          <a:custGeom>
            <a:avLst/>
            <a:gdLst/>
            <a:ahLst/>
            <a:cxnLst/>
            <a:rect l="l" t="t" r="r" b="b"/>
            <a:pathLst>
              <a:path w="607059" h="435609">
                <a:moveTo>
                  <a:pt x="2285" y="0"/>
                </a:moveTo>
                <a:lnTo>
                  <a:pt x="940" y="3191"/>
                </a:lnTo>
                <a:lnTo>
                  <a:pt x="431297" y="435061"/>
                </a:lnTo>
                <a:lnTo>
                  <a:pt x="600514" y="435061"/>
                </a:lnTo>
                <a:lnTo>
                  <a:pt x="599799" y="434344"/>
                </a:lnTo>
                <a:lnTo>
                  <a:pt x="435101" y="434344"/>
                </a:lnTo>
                <a:lnTo>
                  <a:pt x="432815" y="433410"/>
                </a:lnTo>
                <a:lnTo>
                  <a:pt x="434171" y="433410"/>
                </a:lnTo>
                <a:lnTo>
                  <a:pt x="2285" y="0"/>
                </a:lnTo>
                <a:close/>
              </a:path>
              <a:path w="607059" h="435609">
                <a:moveTo>
                  <a:pt x="171450" y="4483"/>
                </a:moveTo>
                <a:lnTo>
                  <a:pt x="600514" y="435061"/>
                </a:lnTo>
                <a:lnTo>
                  <a:pt x="605033" y="435061"/>
                </a:lnTo>
                <a:lnTo>
                  <a:pt x="176899" y="5422"/>
                </a:lnTo>
                <a:lnTo>
                  <a:pt x="173735" y="5422"/>
                </a:lnTo>
                <a:lnTo>
                  <a:pt x="171450" y="4483"/>
                </a:lnTo>
                <a:close/>
              </a:path>
              <a:path w="607059" h="435609">
                <a:moveTo>
                  <a:pt x="606551" y="433410"/>
                </a:moveTo>
                <a:lnTo>
                  <a:pt x="603388" y="433410"/>
                </a:lnTo>
                <a:lnTo>
                  <a:pt x="605033" y="435061"/>
                </a:lnTo>
                <a:lnTo>
                  <a:pt x="605855" y="435061"/>
                </a:lnTo>
                <a:lnTo>
                  <a:pt x="606551" y="433410"/>
                </a:lnTo>
                <a:close/>
              </a:path>
              <a:path w="607059" h="435609">
                <a:moveTo>
                  <a:pt x="434171" y="433410"/>
                </a:moveTo>
                <a:lnTo>
                  <a:pt x="432815" y="433410"/>
                </a:lnTo>
                <a:lnTo>
                  <a:pt x="435101" y="434344"/>
                </a:lnTo>
                <a:lnTo>
                  <a:pt x="434171" y="433410"/>
                </a:lnTo>
                <a:close/>
              </a:path>
              <a:path w="607059" h="435609">
                <a:moveTo>
                  <a:pt x="598869" y="433410"/>
                </a:moveTo>
                <a:lnTo>
                  <a:pt x="434171" y="433410"/>
                </a:lnTo>
                <a:lnTo>
                  <a:pt x="435101" y="434344"/>
                </a:lnTo>
                <a:lnTo>
                  <a:pt x="599799" y="434344"/>
                </a:lnTo>
                <a:lnTo>
                  <a:pt x="598869" y="433410"/>
                </a:lnTo>
                <a:close/>
              </a:path>
              <a:path w="607059" h="435609">
                <a:moveTo>
                  <a:pt x="940" y="3191"/>
                </a:moveTo>
                <a:lnTo>
                  <a:pt x="0" y="5422"/>
                </a:lnTo>
                <a:lnTo>
                  <a:pt x="3163" y="5422"/>
                </a:lnTo>
                <a:lnTo>
                  <a:pt x="940" y="3191"/>
                </a:lnTo>
                <a:close/>
              </a:path>
              <a:path w="607059" h="435609">
                <a:moveTo>
                  <a:pt x="173735" y="2247"/>
                </a:moveTo>
                <a:lnTo>
                  <a:pt x="4525" y="2247"/>
                </a:lnTo>
                <a:lnTo>
                  <a:pt x="7689" y="5422"/>
                </a:lnTo>
                <a:lnTo>
                  <a:pt x="172386" y="5422"/>
                </a:lnTo>
                <a:lnTo>
                  <a:pt x="171450" y="4483"/>
                </a:lnTo>
                <a:lnTo>
                  <a:pt x="175963" y="4483"/>
                </a:lnTo>
                <a:lnTo>
                  <a:pt x="173735" y="2247"/>
                </a:lnTo>
                <a:close/>
              </a:path>
              <a:path w="607059" h="435609">
                <a:moveTo>
                  <a:pt x="175963" y="4483"/>
                </a:moveTo>
                <a:lnTo>
                  <a:pt x="171450" y="4483"/>
                </a:lnTo>
                <a:lnTo>
                  <a:pt x="173735" y="5422"/>
                </a:lnTo>
                <a:lnTo>
                  <a:pt x="176899" y="5422"/>
                </a:lnTo>
                <a:lnTo>
                  <a:pt x="175963" y="4483"/>
                </a:lnTo>
                <a:close/>
              </a:path>
              <a:path w="607059" h="435609">
                <a:moveTo>
                  <a:pt x="1338" y="2247"/>
                </a:moveTo>
                <a:lnTo>
                  <a:pt x="0" y="2247"/>
                </a:lnTo>
                <a:lnTo>
                  <a:pt x="940" y="3191"/>
                </a:lnTo>
                <a:lnTo>
                  <a:pt x="1338" y="2247"/>
                </a:lnTo>
                <a:close/>
              </a:path>
            </a:pathLst>
          </a:custGeom>
          <a:solidFill>
            <a:srgbClr val="093B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58071" y="6425178"/>
            <a:ext cx="606551" cy="432821"/>
          </a:xfrm>
          <a:prstGeom prst="rect">
            <a:avLst/>
          </a:prstGeom>
        </p:spPr>
      </p:pic>
      <p:sp>
        <p:nvSpPr>
          <p:cNvPr id="27" name="bg object 27"/>
          <p:cNvSpPr/>
          <p:nvPr/>
        </p:nvSpPr>
        <p:spPr>
          <a:xfrm>
            <a:off x="8958071" y="6422936"/>
            <a:ext cx="608330" cy="435609"/>
          </a:xfrm>
          <a:custGeom>
            <a:avLst/>
            <a:gdLst/>
            <a:ahLst/>
            <a:cxnLst/>
            <a:rect l="l" t="t" r="r" b="b"/>
            <a:pathLst>
              <a:path w="608329" h="435609">
                <a:moveTo>
                  <a:pt x="2285" y="0"/>
                </a:moveTo>
                <a:lnTo>
                  <a:pt x="941" y="3189"/>
                </a:lnTo>
                <a:lnTo>
                  <a:pt x="432436" y="435061"/>
                </a:lnTo>
                <a:lnTo>
                  <a:pt x="602026" y="435061"/>
                </a:lnTo>
                <a:lnTo>
                  <a:pt x="601307" y="434341"/>
                </a:lnTo>
                <a:lnTo>
                  <a:pt x="436118" y="434341"/>
                </a:lnTo>
                <a:lnTo>
                  <a:pt x="433958" y="433410"/>
                </a:lnTo>
                <a:lnTo>
                  <a:pt x="435188" y="433410"/>
                </a:lnTo>
                <a:lnTo>
                  <a:pt x="2285" y="0"/>
                </a:lnTo>
                <a:close/>
              </a:path>
              <a:path w="608329" h="435609">
                <a:moveTo>
                  <a:pt x="171957" y="4495"/>
                </a:moveTo>
                <a:lnTo>
                  <a:pt x="602026" y="435061"/>
                </a:lnTo>
                <a:lnTo>
                  <a:pt x="606553" y="435061"/>
                </a:lnTo>
                <a:lnTo>
                  <a:pt x="177289" y="5422"/>
                </a:lnTo>
                <a:lnTo>
                  <a:pt x="174117" y="5422"/>
                </a:lnTo>
                <a:lnTo>
                  <a:pt x="171957" y="4495"/>
                </a:lnTo>
                <a:close/>
              </a:path>
              <a:path w="608329" h="435609">
                <a:moveTo>
                  <a:pt x="608076" y="433410"/>
                </a:moveTo>
                <a:lnTo>
                  <a:pt x="604903" y="433410"/>
                </a:lnTo>
                <a:lnTo>
                  <a:pt x="606553" y="435061"/>
                </a:lnTo>
                <a:lnTo>
                  <a:pt x="607379" y="435061"/>
                </a:lnTo>
                <a:lnTo>
                  <a:pt x="608076" y="433410"/>
                </a:lnTo>
                <a:close/>
              </a:path>
              <a:path w="608329" h="435609">
                <a:moveTo>
                  <a:pt x="435188" y="433410"/>
                </a:moveTo>
                <a:lnTo>
                  <a:pt x="433958" y="433410"/>
                </a:lnTo>
                <a:lnTo>
                  <a:pt x="436118" y="434341"/>
                </a:lnTo>
                <a:lnTo>
                  <a:pt x="435188" y="433410"/>
                </a:lnTo>
                <a:close/>
              </a:path>
              <a:path w="608329" h="435609">
                <a:moveTo>
                  <a:pt x="600377" y="433410"/>
                </a:moveTo>
                <a:lnTo>
                  <a:pt x="435188" y="433410"/>
                </a:lnTo>
                <a:lnTo>
                  <a:pt x="436118" y="434341"/>
                </a:lnTo>
                <a:lnTo>
                  <a:pt x="601307" y="434341"/>
                </a:lnTo>
                <a:lnTo>
                  <a:pt x="600377" y="433410"/>
                </a:lnTo>
                <a:close/>
              </a:path>
              <a:path w="608329" h="435609">
                <a:moveTo>
                  <a:pt x="941" y="3189"/>
                </a:moveTo>
                <a:lnTo>
                  <a:pt x="0" y="5422"/>
                </a:lnTo>
                <a:lnTo>
                  <a:pt x="3172" y="5422"/>
                </a:lnTo>
                <a:lnTo>
                  <a:pt x="941" y="3189"/>
                </a:lnTo>
                <a:close/>
              </a:path>
              <a:path w="608329" h="435609">
                <a:moveTo>
                  <a:pt x="174117" y="2247"/>
                </a:moveTo>
                <a:lnTo>
                  <a:pt x="4531" y="2247"/>
                </a:lnTo>
                <a:lnTo>
                  <a:pt x="7702" y="5422"/>
                </a:lnTo>
                <a:lnTo>
                  <a:pt x="172884" y="5422"/>
                </a:lnTo>
                <a:lnTo>
                  <a:pt x="171957" y="4495"/>
                </a:lnTo>
                <a:lnTo>
                  <a:pt x="176362" y="4495"/>
                </a:lnTo>
                <a:lnTo>
                  <a:pt x="174117" y="2247"/>
                </a:lnTo>
                <a:close/>
              </a:path>
              <a:path w="608329" h="435609">
                <a:moveTo>
                  <a:pt x="176362" y="4495"/>
                </a:moveTo>
                <a:lnTo>
                  <a:pt x="171957" y="4495"/>
                </a:lnTo>
                <a:lnTo>
                  <a:pt x="174117" y="5422"/>
                </a:lnTo>
                <a:lnTo>
                  <a:pt x="177289" y="5422"/>
                </a:lnTo>
                <a:lnTo>
                  <a:pt x="176362" y="4495"/>
                </a:lnTo>
                <a:close/>
              </a:path>
              <a:path w="608329" h="435609">
                <a:moveTo>
                  <a:pt x="1338" y="2247"/>
                </a:moveTo>
                <a:lnTo>
                  <a:pt x="0" y="2247"/>
                </a:lnTo>
                <a:lnTo>
                  <a:pt x="941" y="3189"/>
                </a:lnTo>
                <a:lnTo>
                  <a:pt x="1338" y="2247"/>
                </a:lnTo>
                <a:close/>
              </a:path>
            </a:pathLst>
          </a:custGeom>
          <a:solidFill>
            <a:srgbClr val="093B7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bg 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641080" y="6425178"/>
            <a:ext cx="605027" cy="432821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5766815"/>
            <a:ext cx="1703832" cy="1091181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418576" y="5961888"/>
            <a:ext cx="2596896" cy="896111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851135" y="0"/>
            <a:ext cx="2282698" cy="420624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753856" y="6362700"/>
            <a:ext cx="349757" cy="319265"/>
          </a:xfrm>
          <a:prstGeom prst="rect">
            <a:avLst/>
          </a:prstGeom>
        </p:spPr>
      </p:pic>
      <p:sp>
        <p:nvSpPr>
          <p:cNvPr id="33" name="bg object 33"/>
          <p:cNvSpPr/>
          <p:nvPr/>
        </p:nvSpPr>
        <p:spPr>
          <a:xfrm>
            <a:off x="8754744" y="6364389"/>
            <a:ext cx="350520" cy="318770"/>
          </a:xfrm>
          <a:custGeom>
            <a:avLst/>
            <a:gdLst/>
            <a:ahLst/>
            <a:cxnLst/>
            <a:rect l="l" t="t" r="r" b="b"/>
            <a:pathLst>
              <a:path w="350520" h="318770">
                <a:moveTo>
                  <a:pt x="350393" y="206235"/>
                </a:moveTo>
                <a:lnTo>
                  <a:pt x="235203" y="128346"/>
                </a:lnTo>
                <a:lnTo>
                  <a:pt x="217804" y="0"/>
                </a:lnTo>
                <a:lnTo>
                  <a:pt x="138683" y="102476"/>
                </a:lnTo>
                <a:lnTo>
                  <a:pt x="0" y="112344"/>
                </a:lnTo>
                <a:lnTo>
                  <a:pt x="115188" y="190233"/>
                </a:lnTo>
                <a:lnTo>
                  <a:pt x="132460" y="318579"/>
                </a:lnTo>
                <a:lnTo>
                  <a:pt x="211708" y="216090"/>
                </a:lnTo>
                <a:lnTo>
                  <a:pt x="350393" y="206235"/>
                </a:lnTo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bg object 3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410956" y="6577583"/>
            <a:ext cx="128016" cy="117347"/>
          </a:xfrm>
          <a:prstGeom prst="rect">
            <a:avLst/>
          </a:prstGeom>
        </p:spPr>
      </p:pic>
      <p:sp>
        <p:nvSpPr>
          <p:cNvPr id="35" name="bg object 35"/>
          <p:cNvSpPr/>
          <p:nvPr/>
        </p:nvSpPr>
        <p:spPr>
          <a:xfrm>
            <a:off x="8412480" y="6579107"/>
            <a:ext cx="127000" cy="116205"/>
          </a:xfrm>
          <a:custGeom>
            <a:avLst/>
            <a:gdLst/>
            <a:ahLst/>
            <a:cxnLst/>
            <a:rect l="l" t="t" r="r" b="b"/>
            <a:pathLst>
              <a:path w="127000" h="116204">
                <a:moveTo>
                  <a:pt x="126492" y="57912"/>
                </a:moveTo>
                <a:lnTo>
                  <a:pt x="121521" y="35372"/>
                </a:lnTo>
                <a:lnTo>
                  <a:pt x="107965" y="16964"/>
                </a:lnTo>
                <a:lnTo>
                  <a:pt x="87862" y="4551"/>
                </a:lnTo>
                <a:lnTo>
                  <a:pt x="63246" y="0"/>
                </a:lnTo>
                <a:lnTo>
                  <a:pt x="38629" y="4551"/>
                </a:lnTo>
                <a:lnTo>
                  <a:pt x="18526" y="16964"/>
                </a:lnTo>
                <a:lnTo>
                  <a:pt x="4970" y="35372"/>
                </a:lnTo>
                <a:lnTo>
                  <a:pt x="0" y="57912"/>
                </a:lnTo>
                <a:lnTo>
                  <a:pt x="4970" y="80451"/>
                </a:lnTo>
                <a:lnTo>
                  <a:pt x="18526" y="98859"/>
                </a:lnTo>
                <a:lnTo>
                  <a:pt x="38629" y="111272"/>
                </a:lnTo>
                <a:lnTo>
                  <a:pt x="63246" y="115824"/>
                </a:lnTo>
                <a:lnTo>
                  <a:pt x="87862" y="111272"/>
                </a:lnTo>
                <a:lnTo>
                  <a:pt x="107965" y="98859"/>
                </a:lnTo>
                <a:lnTo>
                  <a:pt x="121521" y="80451"/>
                </a:lnTo>
                <a:lnTo>
                  <a:pt x="126492" y="57912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bg object 3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003792" y="6092952"/>
            <a:ext cx="204850" cy="186461"/>
          </a:xfrm>
          <a:prstGeom prst="rect">
            <a:avLst/>
          </a:prstGeom>
        </p:spPr>
      </p:pic>
      <p:sp>
        <p:nvSpPr>
          <p:cNvPr id="37" name="bg object 37"/>
          <p:cNvSpPr/>
          <p:nvPr/>
        </p:nvSpPr>
        <p:spPr>
          <a:xfrm>
            <a:off x="9005951" y="6095149"/>
            <a:ext cx="203200" cy="184785"/>
          </a:xfrm>
          <a:custGeom>
            <a:avLst/>
            <a:gdLst/>
            <a:ahLst/>
            <a:cxnLst/>
            <a:rect l="l" t="t" r="r" b="b"/>
            <a:pathLst>
              <a:path w="203200" h="184785">
                <a:moveTo>
                  <a:pt x="202692" y="106781"/>
                </a:moveTo>
                <a:lnTo>
                  <a:pt x="132969" y="70789"/>
                </a:lnTo>
                <a:lnTo>
                  <a:pt x="114680" y="0"/>
                </a:lnTo>
                <a:lnTo>
                  <a:pt x="77089" y="62725"/>
                </a:lnTo>
                <a:lnTo>
                  <a:pt x="0" y="77482"/>
                </a:lnTo>
                <a:lnTo>
                  <a:pt x="69723" y="113474"/>
                </a:lnTo>
                <a:lnTo>
                  <a:pt x="88010" y="184264"/>
                </a:lnTo>
                <a:lnTo>
                  <a:pt x="125602" y="121539"/>
                </a:lnTo>
                <a:lnTo>
                  <a:pt x="202692" y="106781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bg object 3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682228" y="6153911"/>
            <a:ext cx="97536" cy="89915"/>
          </a:xfrm>
          <a:prstGeom prst="rect">
            <a:avLst/>
          </a:prstGeom>
        </p:spPr>
      </p:pic>
      <p:sp>
        <p:nvSpPr>
          <p:cNvPr id="39" name="bg object 39"/>
          <p:cNvSpPr/>
          <p:nvPr/>
        </p:nvSpPr>
        <p:spPr>
          <a:xfrm>
            <a:off x="8683752" y="6155435"/>
            <a:ext cx="96520" cy="88900"/>
          </a:xfrm>
          <a:custGeom>
            <a:avLst/>
            <a:gdLst/>
            <a:ahLst/>
            <a:cxnLst/>
            <a:rect l="l" t="t" r="r" b="b"/>
            <a:pathLst>
              <a:path w="96520" h="88900">
                <a:moveTo>
                  <a:pt x="96012" y="44195"/>
                </a:moveTo>
                <a:lnTo>
                  <a:pt x="92243" y="26992"/>
                </a:lnTo>
                <a:lnTo>
                  <a:pt x="81962" y="12944"/>
                </a:lnTo>
                <a:lnTo>
                  <a:pt x="66704" y="3473"/>
                </a:lnTo>
                <a:lnTo>
                  <a:pt x="48005" y="0"/>
                </a:lnTo>
                <a:lnTo>
                  <a:pt x="29307" y="3473"/>
                </a:lnTo>
                <a:lnTo>
                  <a:pt x="14049" y="12944"/>
                </a:lnTo>
                <a:lnTo>
                  <a:pt x="3768" y="26992"/>
                </a:lnTo>
                <a:lnTo>
                  <a:pt x="0" y="44195"/>
                </a:lnTo>
                <a:lnTo>
                  <a:pt x="3768" y="61399"/>
                </a:lnTo>
                <a:lnTo>
                  <a:pt x="14049" y="75447"/>
                </a:lnTo>
                <a:lnTo>
                  <a:pt x="29307" y="84918"/>
                </a:lnTo>
                <a:lnTo>
                  <a:pt x="48005" y="88391"/>
                </a:lnTo>
                <a:lnTo>
                  <a:pt x="66704" y="84918"/>
                </a:lnTo>
                <a:lnTo>
                  <a:pt x="81962" y="75447"/>
                </a:lnTo>
                <a:lnTo>
                  <a:pt x="92243" y="61399"/>
                </a:lnTo>
                <a:lnTo>
                  <a:pt x="96012" y="44195"/>
                </a:lnTo>
                <a:close/>
              </a:path>
            </a:pathLst>
          </a:custGeom>
          <a:ln w="12699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bg object 4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343643" y="6291071"/>
            <a:ext cx="128015" cy="117348"/>
          </a:xfrm>
          <a:prstGeom prst="rect">
            <a:avLst/>
          </a:prstGeom>
        </p:spPr>
      </p:pic>
      <p:sp>
        <p:nvSpPr>
          <p:cNvPr id="41" name="bg object 41"/>
          <p:cNvSpPr/>
          <p:nvPr/>
        </p:nvSpPr>
        <p:spPr>
          <a:xfrm>
            <a:off x="9345168" y="6292596"/>
            <a:ext cx="127000" cy="116205"/>
          </a:xfrm>
          <a:custGeom>
            <a:avLst/>
            <a:gdLst/>
            <a:ahLst/>
            <a:cxnLst/>
            <a:rect l="l" t="t" r="r" b="b"/>
            <a:pathLst>
              <a:path w="127000" h="116204">
                <a:moveTo>
                  <a:pt x="126491" y="57911"/>
                </a:moveTo>
                <a:lnTo>
                  <a:pt x="121521" y="35372"/>
                </a:lnTo>
                <a:lnTo>
                  <a:pt x="107965" y="16964"/>
                </a:lnTo>
                <a:lnTo>
                  <a:pt x="87862" y="4551"/>
                </a:lnTo>
                <a:lnTo>
                  <a:pt x="63246" y="0"/>
                </a:lnTo>
                <a:lnTo>
                  <a:pt x="38629" y="4551"/>
                </a:lnTo>
                <a:lnTo>
                  <a:pt x="18526" y="16964"/>
                </a:lnTo>
                <a:lnTo>
                  <a:pt x="4970" y="35372"/>
                </a:lnTo>
                <a:lnTo>
                  <a:pt x="0" y="57911"/>
                </a:lnTo>
                <a:lnTo>
                  <a:pt x="4970" y="80451"/>
                </a:lnTo>
                <a:lnTo>
                  <a:pt x="18526" y="98859"/>
                </a:lnTo>
                <a:lnTo>
                  <a:pt x="38629" y="111272"/>
                </a:lnTo>
                <a:lnTo>
                  <a:pt x="63246" y="115823"/>
                </a:lnTo>
                <a:lnTo>
                  <a:pt x="87862" y="111272"/>
                </a:lnTo>
                <a:lnTo>
                  <a:pt x="107965" y="98859"/>
                </a:lnTo>
                <a:lnTo>
                  <a:pt x="121521" y="80451"/>
                </a:lnTo>
                <a:lnTo>
                  <a:pt x="126491" y="57911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bg object 4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9221723" y="6330696"/>
            <a:ext cx="73151" cy="67055"/>
          </a:xfrm>
          <a:prstGeom prst="rect">
            <a:avLst/>
          </a:prstGeom>
        </p:spPr>
      </p:pic>
      <p:sp>
        <p:nvSpPr>
          <p:cNvPr id="43" name="bg object 43"/>
          <p:cNvSpPr/>
          <p:nvPr/>
        </p:nvSpPr>
        <p:spPr>
          <a:xfrm>
            <a:off x="9223247" y="6332220"/>
            <a:ext cx="71755" cy="66040"/>
          </a:xfrm>
          <a:custGeom>
            <a:avLst/>
            <a:gdLst/>
            <a:ahLst/>
            <a:cxnLst/>
            <a:rect l="l" t="t" r="r" b="b"/>
            <a:pathLst>
              <a:path w="71754" h="66039">
                <a:moveTo>
                  <a:pt x="71627" y="32765"/>
                </a:moveTo>
                <a:lnTo>
                  <a:pt x="68818" y="20011"/>
                </a:lnTo>
                <a:lnTo>
                  <a:pt x="61150" y="9596"/>
                </a:lnTo>
                <a:lnTo>
                  <a:pt x="49768" y="2574"/>
                </a:lnTo>
                <a:lnTo>
                  <a:pt x="35813" y="0"/>
                </a:lnTo>
                <a:lnTo>
                  <a:pt x="21859" y="2574"/>
                </a:lnTo>
                <a:lnTo>
                  <a:pt x="10477" y="9596"/>
                </a:lnTo>
                <a:lnTo>
                  <a:pt x="2809" y="20011"/>
                </a:lnTo>
                <a:lnTo>
                  <a:pt x="0" y="32765"/>
                </a:lnTo>
                <a:lnTo>
                  <a:pt x="2809" y="45520"/>
                </a:lnTo>
                <a:lnTo>
                  <a:pt x="10477" y="55935"/>
                </a:lnTo>
                <a:lnTo>
                  <a:pt x="21859" y="62957"/>
                </a:lnTo>
                <a:lnTo>
                  <a:pt x="35813" y="65531"/>
                </a:lnTo>
                <a:lnTo>
                  <a:pt x="49768" y="62957"/>
                </a:lnTo>
                <a:lnTo>
                  <a:pt x="61150" y="55935"/>
                </a:lnTo>
                <a:lnTo>
                  <a:pt x="68818" y="45520"/>
                </a:lnTo>
                <a:lnTo>
                  <a:pt x="71627" y="32765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bg object 4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529828" y="6380988"/>
            <a:ext cx="73151" cy="67056"/>
          </a:xfrm>
          <a:prstGeom prst="rect">
            <a:avLst/>
          </a:prstGeom>
        </p:spPr>
      </p:pic>
      <p:sp>
        <p:nvSpPr>
          <p:cNvPr id="45" name="bg object 45"/>
          <p:cNvSpPr/>
          <p:nvPr/>
        </p:nvSpPr>
        <p:spPr>
          <a:xfrm>
            <a:off x="8531352" y="6382511"/>
            <a:ext cx="71755" cy="66040"/>
          </a:xfrm>
          <a:custGeom>
            <a:avLst/>
            <a:gdLst/>
            <a:ahLst/>
            <a:cxnLst/>
            <a:rect l="l" t="t" r="r" b="b"/>
            <a:pathLst>
              <a:path w="71754" h="66039">
                <a:moveTo>
                  <a:pt x="71627" y="32765"/>
                </a:moveTo>
                <a:lnTo>
                  <a:pt x="68818" y="20011"/>
                </a:lnTo>
                <a:lnTo>
                  <a:pt x="61150" y="9596"/>
                </a:lnTo>
                <a:lnTo>
                  <a:pt x="49768" y="2574"/>
                </a:lnTo>
                <a:lnTo>
                  <a:pt x="35814" y="0"/>
                </a:lnTo>
                <a:lnTo>
                  <a:pt x="21859" y="2574"/>
                </a:lnTo>
                <a:lnTo>
                  <a:pt x="10477" y="9596"/>
                </a:lnTo>
                <a:lnTo>
                  <a:pt x="2809" y="20011"/>
                </a:lnTo>
                <a:lnTo>
                  <a:pt x="0" y="32765"/>
                </a:lnTo>
                <a:lnTo>
                  <a:pt x="2809" y="45520"/>
                </a:lnTo>
                <a:lnTo>
                  <a:pt x="10477" y="55935"/>
                </a:lnTo>
                <a:lnTo>
                  <a:pt x="21859" y="62957"/>
                </a:lnTo>
                <a:lnTo>
                  <a:pt x="35814" y="65531"/>
                </a:lnTo>
                <a:lnTo>
                  <a:pt x="49768" y="62957"/>
                </a:lnTo>
                <a:lnTo>
                  <a:pt x="61150" y="55935"/>
                </a:lnTo>
                <a:lnTo>
                  <a:pt x="68818" y="45520"/>
                </a:lnTo>
                <a:lnTo>
                  <a:pt x="71627" y="32765"/>
                </a:lnTo>
                <a:close/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6" name="bg object 4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371076" y="6518147"/>
            <a:ext cx="204597" cy="186004"/>
          </a:xfrm>
          <a:prstGeom prst="rect">
            <a:avLst/>
          </a:prstGeom>
        </p:spPr>
      </p:pic>
      <p:sp>
        <p:nvSpPr>
          <p:cNvPr id="47" name="bg object 47"/>
          <p:cNvSpPr/>
          <p:nvPr/>
        </p:nvSpPr>
        <p:spPr>
          <a:xfrm>
            <a:off x="9372981" y="6519900"/>
            <a:ext cx="203200" cy="184785"/>
          </a:xfrm>
          <a:custGeom>
            <a:avLst/>
            <a:gdLst/>
            <a:ahLst/>
            <a:cxnLst/>
            <a:rect l="l" t="t" r="r" b="b"/>
            <a:pathLst>
              <a:path w="203200" h="184784">
                <a:moveTo>
                  <a:pt x="202692" y="106781"/>
                </a:moveTo>
                <a:lnTo>
                  <a:pt x="132969" y="70789"/>
                </a:lnTo>
                <a:lnTo>
                  <a:pt x="114680" y="0"/>
                </a:lnTo>
                <a:lnTo>
                  <a:pt x="77089" y="62712"/>
                </a:lnTo>
                <a:lnTo>
                  <a:pt x="0" y="77469"/>
                </a:lnTo>
                <a:lnTo>
                  <a:pt x="69850" y="113461"/>
                </a:lnTo>
                <a:lnTo>
                  <a:pt x="88011" y="184251"/>
                </a:lnTo>
                <a:lnTo>
                  <a:pt x="125602" y="121538"/>
                </a:lnTo>
                <a:lnTo>
                  <a:pt x="202692" y="106781"/>
                </a:lnTo>
              </a:path>
            </a:pathLst>
          </a:custGeom>
          <a:ln w="12700">
            <a:solidFill>
              <a:srgbClr val="3493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8" name="bg object 4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713976" y="6617207"/>
            <a:ext cx="73151" cy="670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907" y="305562"/>
            <a:ext cx="11002645" cy="6819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93B7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0777" y="2594927"/>
            <a:ext cx="10210800" cy="2056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728464" y="6514339"/>
            <a:ext cx="2355850" cy="291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85A6C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2135"/>
              </a:lnSpc>
            </a:pPr>
            <a:r>
              <a:rPr spc="-50" dirty="0"/>
              <a:t>Lesson</a:t>
            </a:r>
            <a:r>
              <a:rPr spc="-85" dirty="0"/>
              <a:t> </a:t>
            </a:r>
            <a:r>
              <a:rPr dirty="0"/>
              <a:t>2</a:t>
            </a:r>
            <a:r>
              <a:rPr spc="-100" dirty="0"/>
              <a:t> </a:t>
            </a:r>
            <a:r>
              <a:rPr dirty="0"/>
              <a:t>-</a:t>
            </a:r>
            <a:r>
              <a:rPr spc="-75" dirty="0"/>
              <a:t> </a:t>
            </a:r>
            <a:r>
              <a:rPr spc="-35" dirty="0"/>
              <a:t>By</a:t>
            </a:r>
            <a:r>
              <a:rPr spc="-85" dirty="0"/>
              <a:t> </a:t>
            </a:r>
            <a:r>
              <a:rPr spc="80" dirty="0"/>
              <a:t>LHK</a:t>
            </a:r>
            <a:r>
              <a:rPr spc="-90" dirty="0"/>
              <a:t> </a:t>
            </a:r>
            <a:r>
              <a:rPr spc="-55" dirty="0"/>
              <a:t>Giang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73766" y="6416476"/>
            <a:ext cx="317500" cy="290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213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7.jpg"/><Relationship Id="rId7" Type="http://schemas.openxmlformats.org/officeDocument/2006/relationships/image" Target="../media/image31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jpg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What is Decision Making? Steps, Features, Examples, &amp; FAQs">
            <a:extLst>
              <a:ext uri="{FF2B5EF4-FFF2-40B4-BE49-F238E27FC236}">
                <a16:creationId xmlns:a16="http://schemas.microsoft.com/office/drawing/2014/main" id="{F32037CB-7695-0C58-9331-DD5968860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4312"/>
            <a:ext cx="11430000" cy="642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8019" y="6388608"/>
            <a:ext cx="1363979" cy="4693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51135" y="0"/>
            <a:ext cx="2282698" cy="420624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0" y="1229867"/>
            <a:ext cx="1684020" cy="5605780"/>
            <a:chOff x="0" y="1229867"/>
            <a:chExt cx="1684020" cy="560578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2772207"/>
              <a:ext cx="1123188" cy="40634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2355" y="3028188"/>
              <a:ext cx="1121664" cy="20604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1229867"/>
              <a:ext cx="1121663" cy="1670303"/>
            </a:xfrm>
            <a:prstGeom prst="rect">
              <a:avLst/>
            </a:prstGeom>
          </p:spPr>
        </p:pic>
      </p:grpSp>
      <p:sp>
        <p:nvSpPr>
          <p:cNvPr id="17" name="AutoShape 2" descr="What is Decision Making? 7 Important Steps of Decision Making Process">
            <a:extLst>
              <a:ext uri="{FF2B5EF4-FFF2-40B4-BE49-F238E27FC236}">
                <a16:creationId xmlns:a16="http://schemas.microsoft.com/office/drawing/2014/main" id="{35929FE1-598E-AF06-6056-44D919E347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09150" y="6391655"/>
              <a:ext cx="1830197" cy="36086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25640" y="299720"/>
              <a:ext cx="6466840" cy="5852795"/>
            </a:xfrm>
            <a:custGeom>
              <a:avLst/>
              <a:gdLst/>
              <a:ahLst/>
              <a:cxnLst/>
              <a:rect l="l" t="t" r="r" b="b"/>
              <a:pathLst>
                <a:path w="6466840" h="5852795">
                  <a:moveTo>
                    <a:pt x="6399771" y="0"/>
                  </a:moveTo>
                  <a:lnTo>
                    <a:pt x="66535" y="0"/>
                  </a:lnTo>
                  <a:lnTo>
                    <a:pt x="40639" y="5236"/>
                  </a:lnTo>
                  <a:lnTo>
                    <a:pt x="19489" y="19510"/>
                  </a:lnTo>
                  <a:lnTo>
                    <a:pt x="5229" y="40665"/>
                  </a:lnTo>
                  <a:lnTo>
                    <a:pt x="0" y="66547"/>
                  </a:lnTo>
                  <a:lnTo>
                    <a:pt x="0" y="5785637"/>
                  </a:lnTo>
                  <a:lnTo>
                    <a:pt x="5229" y="5811539"/>
                  </a:lnTo>
                  <a:lnTo>
                    <a:pt x="19489" y="5832687"/>
                  </a:lnTo>
                  <a:lnTo>
                    <a:pt x="40639" y="5846945"/>
                  </a:lnTo>
                  <a:lnTo>
                    <a:pt x="66535" y="5852172"/>
                  </a:lnTo>
                  <a:lnTo>
                    <a:pt x="6399771" y="5852172"/>
                  </a:lnTo>
                  <a:lnTo>
                    <a:pt x="6425707" y="5846945"/>
                  </a:lnTo>
                  <a:lnTo>
                    <a:pt x="6446856" y="5832687"/>
                  </a:lnTo>
                  <a:lnTo>
                    <a:pt x="6461100" y="5811539"/>
                  </a:lnTo>
                  <a:lnTo>
                    <a:pt x="6466319" y="5785637"/>
                  </a:lnTo>
                  <a:lnTo>
                    <a:pt x="6466319" y="66547"/>
                  </a:lnTo>
                  <a:lnTo>
                    <a:pt x="6461100" y="40665"/>
                  </a:lnTo>
                  <a:lnTo>
                    <a:pt x="6446856" y="19510"/>
                  </a:lnTo>
                  <a:lnTo>
                    <a:pt x="6425707" y="5236"/>
                  </a:lnTo>
                  <a:lnTo>
                    <a:pt x="63997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8704" y="272795"/>
              <a:ext cx="6466840" cy="5852160"/>
            </a:xfrm>
            <a:custGeom>
              <a:avLst/>
              <a:gdLst/>
              <a:ahLst/>
              <a:cxnLst/>
              <a:rect l="l" t="t" r="r" b="b"/>
              <a:pathLst>
                <a:path w="6466840" h="5852160">
                  <a:moveTo>
                    <a:pt x="6399784" y="0"/>
                  </a:moveTo>
                  <a:lnTo>
                    <a:pt x="66535" y="0"/>
                  </a:lnTo>
                  <a:lnTo>
                    <a:pt x="40639" y="5236"/>
                  </a:lnTo>
                  <a:lnTo>
                    <a:pt x="19489" y="19510"/>
                  </a:lnTo>
                  <a:lnTo>
                    <a:pt x="5229" y="40665"/>
                  </a:lnTo>
                  <a:lnTo>
                    <a:pt x="0" y="66548"/>
                  </a:lnTo>
                  <a:lnTo>
                    <a:pt x="0" y="5785624"/>
                  </a:lnTo>
                  <a:lnTo>
                    <a:pt x="5229" y="5811520"/>
                  </a:lnTo>
                  <a:lnTo>
                    <a:pt x="19489" y="5832670"/>
                  </a:lnTo>
                  <a:lnTo>
                    <a:pt x="40639" y="5846930"/>
                  </a:lnTo>
                  <a:lnTo>
                    <a:pt x="66535" y="5852159"/>
                  </a:lnTo>
                  <a:lnTo>
                    <a:pt x="6399784" y="5852159"/>
                  </a:lnTo>
                  <a:lnTo>
                    <a:pt x="6425666" y="5846930"/>
                  </a:lnTo>
                  <a:lnTo>
                    <a:pt x="6446821" y="5832670"/>
                  </a:lnTo>
                  <a:lnTo>
                    <a:pt x="6461095" y="5811520"/>
                  </a:lnTo>
                  <a:lnTo>
                    <a:pt x="6466332" y="5785624"/>
                  </a:lnTo>
                  <a:lnTo>
                    <a:pt x="6466332" y="66548"/>
                  </a:lnTo>
                  <a:lnTo>
                    <a:pt x="6461095" y="40665"/>
                  </a:lnTo>
                  <a:lnTo>
                    <a:pt x="6446821" y="19510"/>
                  </a:lnTo>
                  <a:lnTo>
                    <a:pt x="6425666" y="5236"/>
                  </a:lnTo>
                  <a:lnTo>
                    <a:pt x="6399784" y="0"/>
                  </a:lnTo>
                  <a:close/>
                </a:path>
              </a:pathLst>
            </a:custGeom>
            <a:solidFill>
              <a:srgbClr val="EBE4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1188" y="341375"/>
              <a:ext cx="3227070" cy="131292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41819" y="1214627"/>
              <a:ext cx="4366260" cy="44775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69128" y="1241515"/>
              <a:ext cx="4262787" cy="437496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933432" y="6457188"/>
              <a:ext cx="1583690" cy="203200"/>
            </a:xfrm>
            <a:custGeom>
              <a:avLst/>
              <a:gdLst/>
              <a:ahLst/>
              <a:cxnLst/>
              <a:rect l="l" t="t" r="r" b="b"/>
              <a:pathLst>
                <a:path w="1583690" h="203200">
                  <a:moveTo>
                    <a:pt x="1583436" y="0"/>
                  </a:moveTo>
                  <a:lnTo>
                    <a:pt x="1570736" y="0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189992"/>
                  </a:lnTo>
                  <a:lnTo>
                    <a:pt x="0" y="202692"/>
                  </a:lnTo>
                  <a:lnTo>
                    <a:pt x="12700" y="202692"/>
                  </a:lnTo>
                  <a:lnTo>
                    <a:pt x="1570736" y="202692"/>
                  </a:lnTo>
                  <a:lnTo>
                    <a:pt x="1583436" y="202692"/>
                  </a:lnTo>
                  <a:lnTo>
                    <a:pt x="1583436" y="189992"/>
                  </a:lnTo>
                  <a:lnTo>
                    <a:pt x="1583436" y="12700"/>
                  </a:lnTo>
                  <a:lnTo>
                    <a:pt x="1583436" y="0"/>
                  </a:lnTo>
                  <a:close/>
                </a:path>
              </a:pathLst>
            </a:custGeom>
            <a:solidFill>
              <a:srgbClr val="3493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00566" y="806576"/>
              <a:ext cx="1537334" cy="1479423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77748" y="1930648"/>
            <a:ext cx="6185535" cy="280098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5"/>
              </a:spcBef>
              <a:buFont typeface="Arial"/>
              <a:buChar char="•"/>
              <a:tabLst>
                <a:tab pos="354965" algn="l"/>
              </a:tabLst>
            </a:pPr>
            <a:r>
              <a:rPr sz="2200" b="1" dirty="0">
                <a:solidFill>
                  <a:srgbClr val="093B70"/>
                </a:solidFill>
                <a:latin typeface="Trebuchet MS"/>
                <a:cs typeface="Trebuchet MS"/>
              </a:rPr>
              <a:t>Describe</a:t>
            </a:r>
            <a:r>
              <a:rPr sz="2200" b="1" spc="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4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200" spc="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10" dirty="0">
                <a:solidFill>
                  <a:srgbClr val="093B70"/>
                </a:solidFill>
                <a:latin typeface="Trebuchet MS"/>
                <a:cs typeface="Trebuchet MS"/>
              </a:rPr>
              <a:t>decision-</a:t>
            </a:r>
            <a:r>
              <a:rPr sz="2200" spc="-145" dirty="0">
                <a:solidFill>
                  <a:srgbClr val="093B70"/>
                </a:solidFill>
                <a:latin typeface="Trebuchet MS"/>
                <a:cs typeface="Trebuchet MS"/>
              </a:rPr>
              <a:t>making</a:t>
            </a:r>
            <a:r>
              <a:rPr sz="2200" spc="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093B70"/>
                </a:solidFill>
                <a:latin typeface="Trebuchet MS"/>
                <a:cs typeface="Trebuchet MS"/>
              </a:rPr>
              <a:t>process</a:t>
            </a:r>
            <a:endParaRPr sz="22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sz="2200" b="1" dirty="0">
                <a:solidFill>
                  <a:srgbClr val="093B70"/>
                </a:solidFill>
                <a:latin typeface="Trebuchet MS"/>
                <a:cs typeface="Trebuchet MS"/>
              </a:rPr>
              <a:t>Explain</a:t>
            </a:r>
            <a:r>
              <a:rPr sz="2200" b="1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4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2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80" dirty="0">
                <a:solidFill>
                  <a:srgbClr val="093B70"/>
                </a:solidFill>
                <a:latin typeface="Trebuchet MS"/>
                <a:cs typeface="Trebuchet MS"/>
              </a:rPr>
              <a:t>four</a:t>
            </a:r>
            <a:r>
              <a:rPr sz="22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40" dirty="0">
                <a:solidFill>
                  <a:srgbClr val="093B70"/>
                </a:solidFill>
                <a:latin typeface="Trebuchet MS"/>
                <a:cs typeface="Trebuchet MS"/>
              </a:rPr>
              <a:t>ways</a:t>
            </a:r>
            <a:r>
              <a:rPr sz="22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35" dirty="0">
                <a:solidFill>
                  <a:srgbClr val="093B70"/>
                </a:solidFill>
                <a:latin typeface="Trebuchet MS"/>
                <a:cs typeface="Trebuchet MS"/>
              </a:rPr>
              <a:t>managers</a:t>
            </a:r>
            <a:r>
              <a:rPr sz="22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65" dirty="0">
                <a:solidFill>
                  <a:srgbClr val="093B70"/>
                </a:solidFill>
                <a:latin typeface="Trebuchet MS"/>
                <a:cs typeface="Trebuchet MS"/>
              </a:rPr>
              <a:t>make</a:t>
            </a:r>
            <a:r>
              <a:rPr sz="22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093B70"/>
                </a:solidFill>
                <a:latin typeface="Trebuchet MS"/>
                <a:cs typeface="Trebuchet MS"/>
              </a:rPr>
              <a:t>decisions.</a:t>
            </a:r>
            <a:endParaRPr sz="22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sz="2200" b="1" dirty="0">
                <a:solidFill>
                  <a:srgbClr val="093B70"/>
                </a:solidFill>
                <a:latin typeface="Trebuchet MS"/>
                <a:cs typeface="Trebuchet MS"/>
              </a:rPr>
              <a:t>Classify</a:t>
            </a:r>
            <a:r>
              <a:rPr sz="2200" b="1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00" dirty="0">
                <a:solidFill>
                  <a:srgbClr val="093B70"/>
                </a:solidFill>
                <a:latin typeface="Trebuchet MS"/>
                <a:cs typeface="Trebuchet MS"/>
              </a:rPr>
              <a:t>decisions</a:t>
            </a:r>
            <a:r>
              <a:rPr sz="2200" spc="-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5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2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10" dirty="0">
                <a:solidFill>
                  <a:srgbClr val="093B70"/>
                </a:solidFill>
                <a:latin typeface="Trebuchet MS"/>
                <a:cs typeface="Trebuchet MS"/>
              </a:rPr>
              <a:t>decision-</a:t>
            </a:r>
            <a:r>
              <a:rPr sz="2200" spc="-140" dirty="0">
                <a:solidFill>
                  <a:srgbClr val="093B70"/>
                </a:solidFill>
                <a:latin typeface="Trebuchet MS"/>
                <a:cs typeface="Trebuchet MS"/>
              </a:rPr>
              <a:t>making</a:t>
            </a:r>
            <a:r>
              <a:rPr sz="2200" spc="-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093B70"/>
                </a:solidFill>
                <a:latin typeface="Trebuchet MS"/>
                <a:cs typeface="Trebuchet MS"/>
              </a:rPr>
              <a:t>conditions</a:t>
            </a:r>
            <a:endParaRPr sz="22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  <a:tab pos="1731645" algn="l"/>
                <a:tab pos="2899410" algn="l"/>
                <a:tab pos="4925060" algn="l"/>
                <a:tab pos="5770880" algn="l"/>
              </a:tabLst>
            </a:pPr>
            <a:r>
              <a:rPr sz="2200" b="1" spc="-10" dirty="0">
                <a:solidFill>
                  <a:srgbClr val="093B70"/>
                </a:solidFill>
                <a:latin typeface="Trebuchet MS"/>
                <a:cs typeface="Trebuchet MS"/>
              </a:rPr>
              <a:t>Describe</a:t>
            </a:r>
            <a:r>
              <a:rPr sz="2200" b="1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200" spc="-10" dirty="0">
                <a:solidFill>
                  <a:srgbClr val="093B70"/>
                </a:solidFill>
                <a:latin typeface="Trebuchet MS"/>
                <a:cs typeface="Trebuchet MS"/>
              </a:rPr>
              <a:t>different</a:t>
            </a:r>
            <a:r>
              <a:rPr sz="22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200" spc="-105" dirty="0">
                <a:solidFill>
                  <a:srgbClr val="093B70"/>
                </a:solidFill>
                <a:latin typeface="Trebuchet MS"/>
                <a:cs typeface="Trebuchet MS"/>
              </a:rPr>
              <a:t>decision-</a:t>
            </a:r>
            <a:r>
              <a:rPr sz="2200" spc="-10" dirty="0">
                <a:solidFill>
                  <a:srgbClr val="093B70"/>
                </a:solidFill>
                <a:latin typeface="Trebuchet MS"/>
                <a:cs typeface="Trebuchet MS"/>
              </a:rPr>
              <a:t>making</a:t>
            </a:r>
            <a:r>
              <a:rPr sz="22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200" spc="-10" dirty="0">
                <a:solidFill>
                  <a:srgbClr val="093B70"/>
                </a:solidFill>
                <a:latin typeface="Trebuchet MS"/>
                <a:cs typeface="Trebuchet MS"/>
              </a:rPr>
              <a:t>styles</a:t>
            </a:r>
            <a:r>
              <a:rPr sz="22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200" spc="-12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endParaRPr sz="22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200" spc="-85" dirty="0">
                <a:solidFill>
                  <a:srgbClr val="093B70"/>
                </a:solidFill>
                <a:latin typeface="Trebuchet MS"/>
                <a:cs typeface="Trebuchet MS"/>
              </a:rPr>
              <a:t>discuss</a:t>
            </a:r>
            <a:r>
              <a:rPr sz="2200" spc="-30" dirty="0">
                <a:solidFill>
                  <a:srgbClr val="093B70"/>
                </a:solidFill>
                <a:latin typeface="Trebuchet MS"/>
                <a:cs typeface="Trebuchet MS"/>
              </a:rPr>
              <a:t> how</a:t>
            </a:r>
            <a:r>
              <a:rPr sz="22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20" dirty="0">
                <a:solidFill>
                  <a:srgbClr val="093B70"/>
                </a:solidFill>
                <a:latin typeface="Trebuchet MS"/>
                <a:cs typeface="Trebuchet MS"/>
              </a:rPr>
              <a:t>biases</a:t>
            </a:r>
            <a:r>
              <a:rPr sz="22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210" dirty="0">
                <a:solidFill>
                  <a:srgbClr val="093B70"/>
                </a:solidFill>
                <a:latin typeface="Trebuchet MS"/>
                <a:cs typeface="Trebuchet MS"/>
              </a:rPr>
              <a:t>affect</a:t>
            </a:r>
            <a:r>
              <a:rPr sz="22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05" dirty="0">
                <a:solidFill>
                  <a:srgbClr val="093B70"/>
                </a:solidFill>
                <a:latin typeface="Trebuchet MS"/>
                <a:cs typeface="Trebuchet MS"/>
              </a:rPr>
              <a:t>decision</a:t>
            </a:r>
            <a:r>
              <a:rPr sz="22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20" dirty="0">
                <a:solidFill>
                  <a:srgbClr val="093B70"/>
                </a:solidFill>
                <a:latin typeface="Trebuchet MS"/>
                <a:cs typeface="Trebuchet MS"/>
              </a:rPr>
              <a:t>making.</a:t>
            </a:r>
            <a:endParaRPr sz="22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sz="2200" b="1" spc="-20" dirty="0">
                <a:solidFill>
                  <a:srgbClr val="093B70"/>
                </a:solidFill>
                <a:latin typeface="Trebuchet MS"/>
                <a:cs typeface="Trebuchet MS"/>
              </a:rPr>
              <a:t>Identify</a:t>
            </a:r>
            <a:r>
              <a:rPr sz="2200" b="1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85" dirty="0">
                <a:solidFill>
                  <a:srgbClr val="093B70"/>
                </a:solidFill>
                <a:latin typeface="Trebuchet MS"/>
                <a:cs typeface="Trebuchet MS"/>
              </a:rPr>
              <a:t>effective</a:t>
            </a:r>
            <a:r>
              <a:rPr sz="22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10" dirty="0">
                <a:solidFill>
                  <a:srgbClr val="093B70"/>
                </a:solidFill>
                <a:latin typeface="Trebuchet MS"/>
                <a:cs typeface="Trebuchet MS"/>
              </a:rPr>
              <a:t>decision-</a:t>
            </a:r>
            <a:r>
              <a:rPr sz="2200" spc="-140" dirty="0">
                <a:solidFill>
                  <a:srgbClr val="093B70"/>
                </a:solidFill>
                <a:latin typeface="Trebuchet MS"/>
                <a:cs typeface="Trebuchet MS"/>
              </a:rPr>
              <a:t>making</a:t>
            </a:r>
            <a:r>
              <a:rPr sz="2200" spc="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45" dirty="0">
                <a:solidFill>
                  <a:srgbClr val="093B70"/>
                </a:solidFill>
                <a:latin typeface="Trebuchet MS"/>
                <a:cs typeface="Trebuchet MS"/>
              </a:rPr>
              <a:t>techniques.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84307" y="6478341"/>
            <a:ext cx="1159510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55"/>
              </a:lnSpc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Martensson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01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1539" y="3521964"/>
            <a:ext cx="3736848" cy="24947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6423" y="3872484"/>
            <a:ext cx="2180844" cy="184861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1852" y="880872"/>
            <a:ext cx="2061972" cy="206197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898635" y="879347"/>
            <a:ext cx="1636014" cy="182041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982834" y="6463101"/>
            <a:ext cx="12611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10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7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05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127" baseline="4629" dirty="0">
                <a:solidFill>
                  <a:srgbClr val="585858"/>
                </a:solidFill>
                <a:latin typeface="Trebuchet MS"/>
                <a:cs typeface="Trebuchet MS"/>
              </a:rPr>
              <a:t>3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02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1026" name="Picture 2" descr="Tuyển sinh - Trường Đại học Giao thông vận tải TP.HCM -">
            <a:extLst>
              <a:ext uri="{FF2B5EF4-FFF2-40B4-BE49-F238E27FC236}">
                <a16:creationId xmlns:a16="http://schemas.microsoft.com/office/drawing/2014/main" id="{41CBFF0A-25D7-6207-CF07-88C92D543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1211" y="247699"/>
            <a:ext cx="4631267" cy="2977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IT Values | MIT - Massachusetts Institute of Technology">
            <a:extLst>
              <a:ext uri="{FF2B5EF4-FFF2-40B4-BE49-F238E27FC236}">
                <a16:creationId xmlns:a16="http://schemas.microsoft.com/office/drawing/2014/main" id="{CEF6F147-91DC-CDE1-FD35-8851DE99D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3615" y="3490115"/>
            <a:ext cx="3736848" cy="2492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9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60" dirty="0"/>
              <a:t>DECISION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2065147" y="1570990"/>
            <a:ext cx="6502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Decision</a:t>
            </a:r>
            <a:r>
              <a:rPr sz="2400" b="1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310" dirty="0">
                <a:solidFill>
                  <a:srgbClr val="093B70"/>
                </a:solidFill>
                <a:latin typeface="Trebuchet MS"/>
                <a:cs typeface="Trebuchet MS"/>
              </a:rPr>
              <a:t>–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40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093B70"/>
                </a:solidFill>
                <a:latin typeface="Trebuchet MS"/>
                <a:cs typeface="Trebuchet MS"/>
              </a:rPr>
              <a:t>choice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093B70"/>
                </a:solidFill>
                <a:latin typeface="Trebuchet MS"/>
                <a:cs typeface="Trebuchet MS"/>
              </a:rPr>
              <a:t>from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two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or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more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alternatives.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42944" y="2769107"/>
            <a:ext cx="4706111" cy="265023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982834" y="6463101"/>
            <a:ext cx="12611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10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7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05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127" baseline="4629" dirty="0">
                <a:solidFill>
                  <a:srgbClr val="585858"/>
                </a:solidFill>
                <a:latin typeface="Trebuchet MS"/>
                <a:cs typeface="Trebuchet MS"/>
              </a:rPr>
              <a:t>3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02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5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THE</a:t>
            </a:r>
            <a:r>
              <a:rPr spc="375" dirty="0"/>
              <a:t> </a:t>
            </a:r>
            <a:r>
              <a:rPr spc="125" dirty="0"/>
              <a:t>NATURE</a:t>
            </a:r>
            <a:r>
              <a:rPr spc="355" dirty="0"/>
              <a:t> </a:t>
            </a:r>
            <a:r>
              <a:rPr spc="100" dirty="0"/>
              <a:t>OF</a:t>
            </a:r>
            <a:r>
              <a:rPr spc="375" dirty="0"/>
              <a:t> </a:t>
            </a:r>
            <a:r>
              <a:rPr spc="175" dirty="0"/>
              <a:t>MANAGERIAL</a:t>
            </a:r>
            <a:r>
              <a:rPr spc="290" dirty="0"/>
              <a:t> </a:t>
            </a:r>
            <a:r>
              <a:rPr spc="170" dirty="0"/>
              <a:t>DECISION</a:t>
            </a:r>
            <a:r>
              <a:rPr spc="360" dirty="0"/>
              <a:t> </a:t>
            </a:r>
            <a:r>
              <a:rPr spc="150" dirty="0"/>
              <a:t>MAKING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982834" y="6463101"/>
            <a:ext cx="12611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10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7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05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127" baseline="4629" dirty="0">
                <a:solidFill>
                  <a:srgbClr val="585858"/>
                </a:solidFill>
                <a:latin typeface="Trebuchet MS"/>
                <a:cs typeface="Trebuchet MS"/>
              </a:rPr>
              <a:t>5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0094" y="1867280"/>
            <a:ext cx="9673590" cy="289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Decision</a:t>
            </a:r>
            <a:r>
              <a:rPr sz="2400" b="1" spc="100" dirty="0">
                <a:solidFill>
                  <a:srgbClr val="093B70"/>
                </a:solidFill>
                <a:latin typeface="Trebuchet MS"/>
                <a:cs typeface="Trebuchet MS"/>
              </a:rPr>
              <a:t> 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making</a:t>
            </a:r>
            <a:r>
              <a:rPr sz="2400" b="1" spc="100" dirty="0">
                <a:solidFill>
                  <a:srgbClr val="093B7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-</a:t>
            </a:r>
            <a:r>
              <a:rPr sz="2400" spc="105" dirty="0">
                <a:solidFill>
                  <a:srgbClr val="093B70"/>
                </a:solidFill>
                <a:latin typeface="Trebuchet MS"/>
                <a:cs typeface="Trebuchet MS"/>
              </a:rPr>
              <a:t>  </a:t>
            </a:r>
            <a:r>
              <a:rPr sz="2400" b="1" spc="55" dirty="0">
                <a:solidFill>
                  <a:srgbClr val="C00000"/>
                </a:solidFill>
                <a:latin typeface="Trebuchet MS"/>
                <a:cs typeface="Trebuchet MS"/>
              </a:rPr>
              <a:t>The</a:t>
            </a:r>
            <a:r>
              <a:rPr sz="2400" b="1" spc="100" dirty="0">
                <a:solidFill>
                  <a:srgbClr val="C00000"/>
                </a:solidFill>
                <a:latin typeface="Trebuchet MS"/>
                <a:cs typeface="Trebuchet MS"/>
              </a:rPr>
              <a:t>  </a:t>
            </a:r>
            <a:r>
              <a:rPr sz="2400" b="1" dirty="0">
                <a:solidFill>
                  <a:srgbClr val="C00000"/>
                </a:solidFill>
                <a:latin typeface="Trebuchet MS"/>
                <a:cs typeface="Trebuchet MS"/>
              </a:rPr>
              <a:t>process</a:t>
            </a:r>
            <a:r>
              <a:rPr sz="2400" b="1" spc="100" dirty="0">
                <a:solidFill>
                  <a:srgbClr val="C0000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by</a:t>
            </a:r>
            <a:r>
              <a:rPr sz="2400" spc="105" dirty="0">
                <a:solidFill>
                  <a:srgbClr val="093B7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which</a:t>
            </a:r>
            <a:r>
              <a:rPr sz="2400" spc="100" dirty="0">
                <a:solidFill>
                  <a:srgbClr val="093B7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managers</a:t>
            </a:r>
            <a:r>
              <a:rPr sz="2400" spc="100" dirty="0">
                <a:solidFill>
                  <a:srgbClr val="093B70"/>
                </a:solidFill>
                <a:latin typeface="Trebuchet MS"/>
                <a:cs typeface="Trebuchet MS"/>
              </a:rPr>
              <a:t> 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respond</a:t>
            </a:r>
            <a:r>
              <a:rPr sz="2400" spc="105" dirty="0">
                <a:solidFill>
                  <a:srgbClr val="093B70"/>
                </a:solidFill>
                <a:latin typeface="Trebuchet MS"/>
                <a:cs typeface="Trebuchet MS"/>
              </a:rPr>
              <a:t>  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to 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opportunities</a:t>
            </a: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threats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by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analyzing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options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making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decisions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about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goals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courses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action.</a:t>
            </a:r>
            <a:endParaRPr sz="2400">
              <a:latin typeface="Trebuchet MS"/>
              <a:cs typeface="Trebuchet MS"/>
            </a:endParaRPr>
          </a:p>
          <a:p>
            <a:pPr marL="927100" marR="321310">
              <a:lnSpc>
                <a:spcPct val="100000"/>
              </a:lnSpc>
              <a:spcBef>
                <a:spcPts val="1200"/>
              </a:spcBef>
            </a:pPr>
            <a:r>
              <a:rPr sz="2400" spc="135" dirty="0">
                <a:solidFill>
                  <a:srgbClr val="093B70"/>
                </a:solidFill>
                <a:latin typeface="Trebuchet MS"/>
                <a:cs typeface="Trebuchet MS"/>
              </a:rPr>
              <a:t>+</a:t>
            </a:r>
            <a:r>
              <a:rPr sz="2400" spc="-1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Decisions</a:t>
            </a:r>
            <a:r>
              <a:rPr sz="2400" spc="-1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in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93B70"/>
                </a:solidFill>
                <a:latin typeface="Trebuchet MS"/>
                <a:cs typeface="Trebuchet MS"/>
              </a:rPr>
              <a:t>response</a:t>
            </a:r>
            <a:r>
              <a:rPr sz="2400" spc="-8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10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opportunities</a:t>
            </a:r>
            <a:r>
              <a:rPr sz="2400" b="1" spc="-9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-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occurs</a:t>
            </a: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093B70"/>
                </a:solidFill>
                <a:latin typeface="Trebuchet MS"/>
                <a:cs typeface="Trebuchet MS"/>
              </a:rPr>
              <a:t>when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093B70"/>
                </a:solidFill>
                <a:latin typeface="Trebuchet MS"/>
                <a:cs typeface="Trebuchet MS"/>
              </a:rPr>
              <a:t>managers </a:t>
            </a:r>
            <a:r>
              <a:rPr sz="2400" spc="-90" dirty="0">
                <a:solidFill>
                  <a:srgbClr val="093B70"/>
                </a:solidFill>
                <a:latin typeface="Trebuchet MS"/>
                <a:cs typeface="Trebuchet MS"/>
              </a:rPr>
              <a:t>respond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1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93B70"/>
                </a:solidFill>
                <a:latin typeface="Trebuchet MS"/>
                <a:cs typeface="Trebuchet MS"/>
              </a:rPr>
              <a:t>ways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093B70"/>
                </a:solidFill>
                <a:latin typeface="Trebuchet MS"/>
                <a:cs typeface="Trebuchet MS"/>
              </a:rPr>
              <a:t>improve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organizational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performance.</a:t>
            </a:r>
            <a:endParaRPr sz="24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1200"/>
              </a:spcBef>
            </a:pPr>
            <a:r>
              <a:rPr sz="2400" spc="135" dirty="0">
                <a:solidFill>
                  <a:srgbClr val="093B70"/>
                </a:solidFill>
                <a:latin typeface="Trebuchet MS"/>
                <a:cs typeface="Trebuchet MS"/>
              </a:rPr>
              <a:t>+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Decisions</a:t>
            </a: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in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093B70"/>
                </a:solidFill>
                <a:latin typeface="Trebuchet MS"/>
                <a:cs typeface="Trebuchet MS"/>
              </a:rPr>
              <a:t>response</a:t>
            </a: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9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threats</a:t>
            </a:r>
            <a:r>
              <a:rPr sz="2400" b="1" spc="-8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-</a:t>
            </a:r>
            <a:r>
              <a:rPr sz="2400" spc="-8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occurs</a:t>
            </a:r>
            <a:r>
              <a:rPr sz="2400" spc="-9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when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93B70"/>
                </a:solidFill>
                <a:latin typeface="Trebuchet MS"/>
                <a:cs typeface="Trebuchet MS"/>
              </a:rPr>
              <a:t>managers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are</a:t>
            </a:r>
            <a:endParaRPr sz="24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impacted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93B70"/>
                </a:solidFill>
                <a:latin typeface="Trebuchet MS"/>
                <a:cs typeface="Trebuchet MS"/>
              </a:rPr>
              <a:t>by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adverse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events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organization.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5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THE</a:t>
            </a:r>
            <a:r>
              <a:rPr spc="375" dirty="0"/>
              <a:t> </a:t>
            </a:r>
            <a:r>
              <a:rPr spc="125" dirty="0"/>
              <a:t>NATURE</a:t>
            </a:r>
            <a:r>
              <a:rPr spc="355" dirty="0"/>
              <a:t> </a:t>
            </a:r>
            <a:r>
              <a:rPr spc="100" dirty="0"/>
              <a:t>OF</a:t>
            </a:r>
            <a:r>
              <a:rPr spc="375" dirty="0"/>
              <a:t> </a:t>
            </a:r>
            <a:r>
              <a:rPr spc="175" dirty="0"/>
              <a:t>MANAGERIAL</a:t>
            </a:r>
            <a:r>
              <a:rPr spc="290" dirty="0"/>
              <a:t> </a:t>
            </a:r>
            <a:r>
              <a:rPr spc="170" dirty="0"/>
              <a:t>DECISION</a:t>
            </a:r>
            <a:r>
              <a:rPr spc="360" dirty="0"/>
              <a:t> </a:t>
            </a:r>
            <a:r>
              <a:rPr spc="150" dirty="0"/>
              <a:t>MAKING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66700" y="1341119"/>
            <a:ext cx="11668125" cy="4335780"/>
            <a:chOff x="266700" y="1341119"/>
            <a:chExt cx="11668125" cy="433578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49868" y="1341119"/>
              <a:ext cx="3084576" cy="433578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6700" y="1341119"/>
              <a:ext cx="10245852" cy="433578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604640" y="1837133"/>
            <a:ext cx="7983855" cy="852169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2200" dirty="0">
                <a:solidFill>
                  <a:srgbClr val="424142"/>
                </a:solidFill>
                <a:latin typeface="Arial"/>
                <a:cs typeface="Arial"/>
              </a:rPr>
              <a:t>“Whatever</a:t>
            </a:r>
            <a:r>
              <a:rPr sz="2200" spc="-50" dirty="0">
                <a:solidFill>
                  <a:srgbClr val="424142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424142"/>
                </a:solidFill>
                <a:latin typeface="Arial"/>
                <a:cs typeface="Arial"/>
              </a:rPr>
              <a:t>a</a:t>
            </a:r>
            <a:r>
              <a:rPr sz="2200" spc="-70" dirty="0">
                <a:solidFill>
                  <a:srgbClr val="424142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424142"/>
                </a:solidFill>
                <a:latin typeface="Arial"/>
                <a:cs typeface="Arial"/>
              </a:rPr>
              <a:t>manager</a:t>
            </a:r>
            <a:r>
              <a:rPr sz="2200" spc="-45" dirty="0">
                <a:solidFill>
                  <a:srgbClr val="424142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424142"/>
                </a:solidFill>
                <a:latin typeface="Arial"/>
                <a:cs typeface="Arial"/>
              </a:rPr>
              <a:t>does,</a:t>
            </a:r>
            <a:r>
              <a:rPr sz="2200" spc="-65" dirty="0">
                <a:solidFill>
                  <a:srgbClr val="424142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424142"/>
                </a:solidFill>
                <a:latin typeface="Arial"/>
                <a:cs typeface="Arial"/>
              </a:rPr>
              <a:t>he</a:t>
            </a:r>
            <a:r>
              <a:rPr sz="2200" spc="-70" dirty="0">
                <a:solidFill>
                  <a:srgbClr val="424142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424142"/>
                </a:solidFill>
                <a:latin typeface="Arial"/>
                <a:cs typeface="Arial"/>
              </a:rPr>
              <a:t>does</a:t>
            </a:r>
            <a:r>
              <a:rPr sz="2200" spc="-60" dirty="0">
                <a:solidFill>
                  <a:srgbClr val="424142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424142"/>
                </a:solidFill>
                <a:latin typeface="Arial"/>
                <a:cs typeface="Arial"/>
              </a:rPr>
              <a:t>through</a:t>
            </a:r>
            <a:r>
              <a:rPr sz="2200" spc="-55" dirty="0">
                <a:solidFill>
                  <a:srgbClr val="424142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424142"/>
                </a:solidFill>
                <a:latin typeface="Arial"/>
                <a:cs typeface="Arial"/>
              </a:rPr>
              <a:t>making</a:t>
            </a:r>
            <a:r>
              <a:rPr sz="2200" spc="-55" dirty="0">
                <a:solidFill>
                  <a:srgbClr val="424142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424142"/>
                </a:solidFill>
                <a:latin typeface="Arial"/>
                <a:cs typeface="Arial"/>
              </a:rPr>
              <a:t>decisions.”</a:t>
            </a:r>
            <a:endParaRPr sz="2200">
              <a:latin typeface="Arial"/>
              <a:cs typeface="Arial"/>
            </a:endParaRPr>
          </a:p>
          <a:p>
            <a:pPr marR="128905" algn="r">
              <a:lnSpc>
                <a:spcPct val="100000"/>
              </a:lnSpc>
              <a:spcBef>
                <a:spcPts val="770"/>
              </a:spcBef>
            </a:pPr>
            <a:r>
              <a:rPr sz="1800" spc="-110" dirty="0">
                <a:solidFill>
                  <a:srgbClr val="424142"/>
                </a:solidFill>
                <a:latin typeface="Arial"/>
                <a:cs typeface="Arial"/>
              </a:rPr>
              <a:t>P.</a:t>
            </a:r>
            <a:r>
              <a:rPr sz="1800" spc="-15" dirty="0">
                <a:solidFill>
                  <a:srgbClr val="424142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424142"/>
                </a:solidFill>
                <a:latin typeface="Arial"/>
                <a:cs typeface="Arial"/>
              </a:rPr>
              <a:t>F.</a:t>
            </a:r>
            <a:r>
              <a:rPr sz="1800" spc="-20" dirty="0">
                <a:solidFill>
                  <a:srgbClr val="424142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24142"/>
                </a:solidFill>
                <a:latin typeface="Arial"/>
                <a:cs typeface="Arial"/>
              </a:rPr>
              <a:t>Drucker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82834" y="6463101"/>
            <a:ext cx="12611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10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7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05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127" baseline="4629" dirty="0">
                <a:solidFill>
                  <a:srgbClr val="585858"/>
                </a:solidFill>
                <a:latin typeface="Trebuchet MS"/>
                <a:cs typeface="Trebuchet MS"/>
              </a:rPr>
              <a:t>5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03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5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THE</a:t>
            </a:r>
            <a:r>
              <a:rPr spc="375" dirty="0"/>
              <a:t> </a:t>
            </a:r>
            <a:r>
              <a:rPr spc="125" dirty="0"/>
              <a:t>NATURE</a:t>
            </a:r>
            <a:r>
              <a:rPr spc="355" dirty="0"/>
              <a:t> </a:t>
            </a:r>
            <a:r>
              <a:rPr spc="100" dirty="0"/>
              <a:t>OF</a:t>
            </a:r>
            <a:r>
              <a:rPr spc="375" dirty="0"/>
              <a:t> </a:t>
            </a:r>
            <a:r>
              <a:rPr spc="175" dirty="0"/>
              <a:t>MANAGERIAL</a:t>
            </a:r>
            <a:r>
              <a:rPr spc="290" dirty="0"/>
              <a:t> </a:t>
            </a:r>
            <a:r>
              <a:rPr spc="170" dirty="0"/>
              <a:t>DECISION</a:t>
            </a:r>
            <a:r>
              <a:rPr spc="360" dirty="0"/>
              <a:t> </a:t>
            </a:r>
            <a:r>
              <a:rPr spc="150" dirty="0"/>
              <a:t>MAKING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179575" y="1618488"/>
            <a:ext cx="9443085" cy="4010025"/>
            <a:chOff x="1179575" y="1618488"/>
            <a:chExt cx="9443085" cy="4010025"/>
          </a:xfrm>
        </p:grpSpPr>
        <p:sp>
          <p:nvSpPr>
            <p:cNvPr id="5" name="object 5"/>
            <p:cNvSpPr/>
            <p:nvPr/>
          </p:nvSpPr>
          <p:spPr>
            <a:xfrm>
              <a:off x="1181099" y="1620012"/>
              <a:ext cx="3438525" cy="845819"/>
            </a:xfrm>
            <a:custGeom>
              <a:avLst/>
              <a:gdLst/>
              <a:ahLst/>
              <a:cxnLst/>
              <a:rect l="l" t="t" r="r" b="b"/>
              <a:pathLst>
                <a:path w="3438525" h="845819">
                  <a:moveTo>
                    <a:pt x="3297174" y="0"/>
                  </a:moveTo>
                  <a:lnTo>
                    <a:pt x="140969" y="0"/>
                  </a:lnTo>
                  <a:lnTo>
                    <a:pt x="96414" y="7187"/>
                  </a:lnTo>
                  <a:lnTo>
                    <a:pt x="57716" y="27200"/>
                  </a:lnTo>
                  <a:lnTo>
                    <a:pt x="27200" y="57716"/>
                  </a:lnTo>
                  <a:lnTo>
                    <a:pt x="7187" y="96414"/>
                  </a:lnTo>
                  <a:lnTo>
                    <a:pt x="0" y="140970"/>
                  </a:lnTo>
                  <a:lnTo>
                    <a:pt x="0" y="704850"/>
                  </a:lnTo>
                  <a:lnTo>
                    <a:pt x="7187" y="749405"/>
                  </a:lnTo>
                  <a:lnTo>
                    <a:pt x="27200" y="788103"/>
                  </a:lnTo>
                  <a:lnTo>
                    <a:pt x="57716" y="818619"/>
                  </a:lnTo>
                  <a:lnTo>
                    <a:pt x="96414" y="838632"/>
                  </a:lnTo>
                  <a:lnTo>
                    <a:pt x="140969" y="845820"/>
                  </a:lnTo>
                  <a:lnTo>
                    <a:pt x="3297174" y="845820"/>
                  </a:lnTo>
                  <a:lnTo>
                    <a:pt x="3341729" y="838632"/>
                  </a:lnTo>
                  <a:lnTo>
                    <a:pt x="3380427" y="818619"/>
                  </a:lnTo>
                  <a:lnTo>
                    <a:pt x="3410943" y="788103"/>
                  </a:lnTo>
                  <a:lnTo>
                    <a:pt x="3430956" y="749405"/>
                  </a:lnTo>
                  <a:lnTo>
                    <a:pt x="3438144" y="704850"/>
                  </a:lnTo>
                  <a:lnTo>
                    <a:pt x="3438144" y="140970"/>
                  </a:lnTo>
                  <a:lnTo>
                    <a:pt x="3430956" y="96414"/>
                  </a:lnTo>
                  <a:lnTo>
                    <a:pt x="3410943" y="57716"/>
                  </a:lnTo>
                  <a:lnTo>
                    <a:pt x="3380427" y="27200"/>
                  </a:lnTo>
                  <a:lnTo>
                    <a:pt x="3341729" y="7187"/>
                  </a:lnTo>
                  <a:lnTo>
                    <a:pt x="3297174" y="0"/>
                  </a:lnTo>
                  <a:close/>
                </a:path>
              </a:pathLst>
            </a:custGeom>
            <a:solidFill>
              <a:srgbClr val="AAD5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79575" y="1618488"/>
              <a:ext cx="3441700" cy="848994"/>
            </a:xfrm>
            <a:custGeom>
              <a:avLst/>
              <a:gdLst/>
              <a:ahLst/>
              <a:cxnLst/>
              <a:rect l="l" t="t" r="r" b="b"/>
              <a:pathLst>
                <a:path w="3441700" h="848994">
                  <a:moveTo>
                    <a:pt x="3300095" y="0"/>
                  </a:moveTo>
                  <a:lnTo>
                    <a:pt x="141097" y="0"/>
                  </a:lnTo>
                  <a:lnTo>
                    <a:pt x="126746" y="762"/>
                  </a:lnTo>
                  <a:lnTo>
                    <a:pt x="86194" y="11175"/>
                  </a:lnTo>
                  <a:lnTo>
                    <a:pt x="51435" y="32258"/>
                  </a:lnTo>
                  <a:lnTo>
                    <a:pt x="24091" y="62357"/>
                  </a:lnTo>
                  <a:lnTo>
                    <a:pt x="6388" y="99440"/>
                  </a:lnTo>
                  <a:lnTo>
                    <a:pt x="0" y="141477"/>
                  </a:lnTo>
                  <a:lnTo>
                    <a:pt x="0" y="707389"/>
                  </a:lnTo>
                  <a:lnTo>
                    <a:pt x="6388" y="749553"/>
                  </a:lnTo>
                  <a:lnTo>
                    <a:pt x="24091" y="786511"/>
                  </a:lnTo>
                  <a:lnTo>
                    <a:pt x="51435" y="816610"/>
                  </a:lnTo>
                  <a:lnTo>
                    <a:pt x="86194" y="837691"/>
                  </a:lnTo>
                  <a:lnTo>
                    <a:pt x="126746" y="848106"/>
                  </a:lnTo>
                  <a:lnTo>
                    <a:pt x="141097" y="848867"/>
                  </a:lnTo>
                  <a:lnTo>
                    <a:pt x="3300095" y="848867"/>
                  </a:lnTo>
                  <a:lnTo>
                    <a:pt x="3342004" y="842517"/>
                  </a:lnTo>
                  <a:lnTo>
                    <a:pt x="3358299" y="836167"/>
                  </a:lnTo>
                  <a:lnTo>
                    <a:pt x="141097" y="836167"/>
                  </a:lnTo>
                  <a:lnTo>
                    <a:pt x="127508" y="835406"/>
                  </a:lnTo>
                  <a:lnTo>
                    <a:pt x="90551" y="825753"/>
                  </a:lnTo>
                  <a:lnTo>
                    <a:pt x="49860" y="798067"/>
                  </a:lnTo>
                  <a:lnTo>
                    <a:pt x="22606" y="757047"/>
                  </a:lnTo>
                  <a:lnTo>
                    <a:pt x="13322" y="719963"/>
                  </a:lnTo>
                  <a:lnTo>
                    <a:pt x="12700" y="141477"/>
                  </a:lnTo>
                  <a:lnTo>
                    <a:pt x="13449" y="127762"/>
                  </a:lnTo>
                  <a:lnTo>
                    <a:pt x="23075" y="90804"/>
                  </a:lnTo>
                  <a:lnTo>
                    <a:pt x="50800" y="49911"/>
                  </a:lnTo>
                  <a:lnTo>
                    <a:pt x="91693" y="22606"/>
                  </a:lnTo>
                  <a:lnTo>
                    <a:pt x="128651" y="13335"/>
                  </a:lnTo>
                  <a:lnTo>
                    <a:pt x="141859" y="12700"/>
                  </a:lnTo>
                  <a:lnTo>
                    <a:pt x="3358299" y="12700"/>
                  </a:lnTo>
                  <a:lnTo>
                    <a:pt x="3355086" y="11175"/>
                  </a:lnTo>
                  <a:lnTo>
                    <a:pt x="3342004" y="6350"/>
                  </a:lnTo>
                  <a:lnTo>
                    <a:pt x="3328543" y="2794"/>
                  </a:lnTo>
                  <a:lnTo>
                    <a:pt x="3314446" y="762"/>
                  </a:lnTo>
                  <a:lnTo>
                    <a:pt x="3300095" y="0"/>
                  </a:lnTo>
                  <a:close/>
                </a:path>
                <a:path w="3441700" h="848994">
                  <a:moveTo>
                    <a:pt x="3358299" y="12700"/>
                  </a:moveTo>
                  <a:lnTo>
                    <a:pt x="3300095" y="12700"/>
                  </a:lnTo>
                  <a:lnTo>
                    <a:pt x="3313811" y="13462"/>
                  </a:lnTo>
                  <a:lnTo>
                    <a:pt x="3326638" y="15366"/>
                  </a:lnTo>
                  <a:lnTo>
                    <a:pt x="3372358" y="35051"/>
                  </a:lnTo>
                  <a:lnTo>
                    <a:pt x="3406902" y="69976"/>
                  </a:lnTo>
                  <a:lnTo>
                    <a:pt x="3426079" y="116204"/>
                  </a:lnTo>
                  <a:lnTo>
                    <a:pt x="3428491" y="707389"/>
                  </a:lnTo>
                  <a:lnTo>
                    <a:pt x="3427729" y="721233"/>
                  </a:lnTo>
                  <a:lnTo>
                    <a:pt x="3418204" y="758189"/>
                  </a:lnTo>
                  <a:lnTo>
                    <a:pt x="3390519" y="798829"/>
                  </a:lnTo>
                  <a:lnTo>
                    <a:pt x="3349625" y="826262"/>
                  </a:lnTo>
                  <a:lnTo>
                    <a:pt x="3312668" y="835533"/>
                  </a:lnTo>
                  <a:lnTo>
                    <a:pt x="3299460" y="836167"/>
                  </a:lnTo>
                  <a:lnTo>
                    <a:pt x="3358299" y="836167"/>
                  </a:lnTo>
                  <a:lnTo>
                    <a:pt x="3399790" y="807465"/>
                  </a:lnTo>
                  <a:lnTo>
                    <a:pt x="3424174" y="774826"/>
                  </a:lnTo>
                  <a:lnTo>
                    <a:pt x="3438271" y="735838"/>
                  </a:lnTo>
                  <a:lnTo>
                    <a:pt x="3441191" y="707389"/>
                  </a:lnTo>
                  <a:lnTo>
                    <a:pt x="3441191" y="141477"/>
                  </a:lnTo>
                  <a:lnTo>
                    <a:pt x="3434841" y="99440"/>
                  </a:lnTo>
                  <a:lnTo>
                    <a:pt x="3417062" y="62357"/>
                  </a:lnTo>
                  <a:lnTo>
                    <a:pt x="3389884" y="32258"/>
                  </a:lnTo>
                  <a:lnTo>
                    <a:pt x="3367404" y="17017"/>
                  </a:lnTo>
                  <a:lnTo>
                    <a:pt x="3358299" y="12700"/>
                  </a:lnTo>
                  <a:close/>
                </a:path>
              </a:pathLst>
            </a:custGeom>
            <a:solidFill>
              <a:srgbClr val="226B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91255" y="2670048"/>
              <a:ext cx="3438525" cy="845819"/>
            </a:xfrm>
            <a:custGeom>
              <a:avLst/>
              <a:gdLst/>
              <a:ahLst/>
              <a:cxnLst/>
              <a:rect l="l" t="t" r="r" b="b"/>
              <a:pathLst>
                <a:path w="3438525" h="845820">
                  <a:moveTo>
                    <a:pt x="3297174" y="0"/>
                  </a:moveTo>
                  <a:lnTo>
                    <a:pt x="140969" y="0"/>
                  </a:lnTo>
                  <a:lnTo>
                    <a:pt x="96414" y="7187"/>
                  </a:lnTo>
                  <a:lnTo>
                    <a:pt x="57716" y="27200"/>
                  </a:lnTo>
                  <a:lnTo>
                    <a:pt x="27200" y="57716"/>
                  </a:lnTo>
                  <a:lnTo>
                    <a:pt x="7187" y="96414"/>
                  </a:lnTo>
                  <a:lnTo>
                    <a:pt x="0" y="140969"/>
                  </a:lnTo>
                  <a:lnTo>
                    <a:pt x="0" y="704850"/>
                  </a:lnTo>
                  <a:lnTo>
                    <a:pt x="7187" y="749405"/>
                  </a:lnTo>
                  <a:lnTo>
                    <a:pt x="27200" y="788103"/>
                  </a:lnTo>
                  <a:lnTo>
                    <a:pt x="57716" y="818619"/>
                  </a:lnTo>
                  <a:lnTo>
                    <a:pt x="96414" y="838632"/>
                  </a:lnTo>
                  <a:lnTo>
                    <a:pt x="140969" y="845819"/>
                  </a:lnTo>
                  <a:lnTo>
                    <a:pt x="3297174" y="845819"/>
                  </a:lnTo>
                  <a:lnTo>
                    <a:pt x="3341729" y="838632"/>
                  </a:lnTo>
                  <a:lnTo>
                    <a:pt x="3380427" y="818619"/>
                  </a:lnTo>
                  <a:lnTo>
                    <a:pt x="3410943" y="788103"/>
                  </a:lnTo>
                  <a:lnTo>
                    <a:pt x="3430956" y="749405"/>
                  </a:lnTo>
                  <a:lnTo>
                    <a:pt x="3438144" y="704850"/>
                  </a:lnTo>
                  <a:lnTo>
                    <a:pt x="3438144" y="140969"/>
                  </a:lnTo>
                  <a:lnTo>
                    <a:pt x="3430956" y="96414"/>
                  </a:lnTo>
                  <a:lnTo>
                    <a:pt x="3410943" y="57716"/>
                  </a:lnTo>
                  <a:lnTo>
                    <a:pt x="3380427" y="27200"/>
                  </a:lnTo>
                  <a:lnTo>
                    <a:pt x="3341729" y="7187"/>
                  </a:lnTo>
                  <a:lnTo>
                    <a:pt x="3297174" y="0"/>
                  </a:lnTo>
                  <a:close/>
                </a:path>
              </a:pathLst>
            </a:custGeom>
            <a:solidFill>
              <a:srgbClr val="F8AC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89731" y="2668524"/>
              <a:ext cx="3441700" cy="848994"/>
            </a:xfrm>
            <a:custGeom>
              <a:avLst/>
              <a:gdLst/>
              <a:ahLst/>
              <a:cxnLst/>
              <a:rect l="l" t="t" r="r" b="b"/>
              <a:pathLst>
                <a:path w="3441700" h="848995">
                  <a:moveTo>
                    <a:pt x="3300095" y="0"/>
                  </a:moveTo>
                  <a:lnTo>
                    <a:pt x="141096" y="0"/>
                  </a:lnTo>
                  <a:lnTo>
                    <a:pt x="126745" y="762"/>
                  </a:lnTo>
                  <a:lnTo>
                    <a:pt x="86232" y="11175"/>
                  </a:lnTo>
                  <a:lnTo>
                    <a:pt x="51435" y="32258"/>
                  </a:lnTo>
                  <a:lnTo>
                    <a:pt x="24130" y="62356"/>
                  </a:lnTo>
                  <a:lnTo>
                    <a:pt x="6350" y="99440"/>
                  </a:lnTo>
                  <a:lnTo>
                    <a:pt x="0" y="141477"/>
                  </a:lnTo>
                  <a:lnTo>
                    <a:pt x="0" y="707389"/>
                  </a:lnTo>
                  <a:lnTo>
                    <a:pt x="6350" y="749553"/>
                  </a:lnTo>
                  <a:lnTo>
                    <a:pt x="24130" y="786511"/>
                  </a:lnTo>
                  <a:lnTo>
                    <a:pt x="51435" y="816610"/>
                  </a:lnTo>
                  <a:lnTo>
                    <a:pt x="86232" y="837691"/>
                  </a:lnTo>
                  <a:lnTo>
                    <a:pt x="126745" y="848105"/>
                  </a:lnTo>
                  <a:lnTo>
                    <a:pt x="141096" y="848867"/>
                  </a:lnTo>
                  <a:lnTo>
                    <a:pt x="3300095" y="848867"/>
                  </a:lnTo>
                  <a:lnTo>
                    <a:pt x="3342004" y="842517"/>
                  </a:lnTo>
                  <a:lnTo>
                    <a:pt x="3358299" y="836167"/>
                  </a:lnTo>
                  <a:lnTo>
                    <a:pt x="141096" y="836167"/>
                  </a:lnTo>
                  <a:lnTo>
                    <a:pt x="127507" y="835405"/>
                  </a:lnTo>
                  <a:lnTo>
                    <a:pt x="90551" y="825753"/>
                  </a:lnTo>
                  <a:lnTo>
                    <a:pt x="49911" y="798067"/>
                  </a:lnTo>
                  <a:lnTo>
                    <a:pt x="22606" y="757047"/>
                  </a:lnTo>
                  <a:lnTo>
                    <a:pt x="13335" y="719963"/>
                  </a:lnTo>
                  <a:lnTo>
                    <a:pt x="12700" y="141477"/>
                  </a:lnTo>
                  <a:lnTo>
                    <a:pt x="13462" y="127762"/>
                  </a:lnTo>
                  <a:lnTo>
                    <a:pt x="23113" y="90804"/>
                  </a:lnTo>
                  <a:lnTo>
                    <a:pt x="50800" y="49911"/>
                  </a:lnTo>
                  <a:lnTo>
                    <a:pt x="91693" y="22605"/>
                  </a:lnTo>
                  <a:lnTo>
                    <a:pt x="128651" y="13335"/>
                  </a:lnTo>
                  <a:lnTo>
                    <a:pt x="141858" y="12700"/>
                  </a:lnTo>
                  <a:lnTo>
                    <a:pt x="3358299" y="12700"/>
                  </a:lnTo>
                  <a:lnTo>
                    <a:pt x="3355086" y="11175"/>
                  </a:lnTo>
                  <a:lnTo>
                    <a:pt x="3342004" y="6350"/>
                  </a:lnTo>
                  <a:lnTo>
                    <a:pt x="3328543" y="2793"/>
                  </a:lnTo>
                  <a:lnTo>
                    <a:pt x="3314446" y="762"/>
                  </a:lnTo>
                  <a:lnTo>
                    <a:pt x="3300095" y="0"/>
                  </a:lnTo>
                  <a:close/>
                </a:path>
                <a:path w="3441700" h="848995">
                  <a:moveTo>
                    <a:pt x="3358299" y="12700"/>
                  </a:moveTo>
                  <a:lnTo>
                    <a:pt x="3300095" y="12700"/>
                  </a:lnTo>
                  <a:lnTo>
                    <a:pt x="3313811" y="13462"/>
                  </a:lnTo>
                  <a:lnTo>
                    <a:pt x="3326638" y="15366"/>
                  </a:lnTo>
                  <a:lnTo>
                    <a:pt x="3372358" y="35051"/>
                  </a:lnTo>
                  <a:lnTo>
                    <a:pt x="3406902" y="69976"/>
                  </a:lnTo>
                  <a:lnTo>
                    <a:pt x="3426079" y="116204"/>
                  </a:lnTo>
                  <a:lnTo>
                    <a:pt x="3428492" y="707389"/>
                  </a:lnTo>
                  <a:lnTo>
                    <a:pt x="3427729" y="721233"/>
                  </a:lnTo>
                  <a:lnTo>
                    <a:pt x="3418204" y="758189"/>
                  </a:lnTo>
                  <a:lnTo>
                    <a:pt x="3390519" y="798829"/>
                  </a:lnTo>
                  <a:lnTo>
                    <a:pt x="3349625" y="826262"/>
                  </a:lnTo>
                  <a:lnTo>
                    <a:pt x="3312668" y="835533"/>
                  </a:lnTo>
                  <a:lnTo>
                    <a:pt x="3299459" y="836167"/>
                  </a:lnTo>
                  <a:lnTo>
                    <a:pt x="3358299" y="836167"/>
                  </a:lnTo>
                  <a:lnTo>
                    <a:pt x="3399790" y="807465"/>
                  </a:lnTo>
                  <a:lnTo>
                    <a:pt x="3424174" y="774826"/>
                  </a:lnTo>
                  <a:lnTo>
                    <a:pt x="3438271" y="735838"/>
                  </a:lnTo>
                  <a:lnTo>
                    <a:pt x="3441192" y="707389"/>
                  </a:lnTo>
                  <a:lnTo>
                    <a:pt x="3441192" y="141477"/>
                  </a:lnTo>
                  <a:lnTo>
                    <a:pt x="3434842" y="99440"/>
                  </a:lnTo>
                  <a:lnTo>
                    <a:pt x="3417062" y="62356"/>
                  </a:lnTo>
                  <a:lnTo>
                    <a:pt x="3389884" y="32258"/>
                  </a:lnTo>
                  <a:lnTo>
                    <a:pt x="3367404" y="17017"/>
                  </a:lnTo>
                  <a:lnTo>
                    <a:pt x="3358299" y="12700"/>
                  </a:lnTo>
                  <a:close/>
                </a:path>
              </a:pathLst>
            </a:custGeom>
            <a:solidFill>
              <a:srgbClr val="226B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72455" y="3724655"/>
              <a:ext cx="3438525" cy="847725"/>
            </a:xfrm>
            <a:custGeom>
              <a:avLst/>
              <a:gdLst/>
              <a:ahLst/>
              <a:cxnLst/>
              <a:rect l="l" t="t" r="r" b="b"/>
              <a:pathLst>
                <a:path w="3438525" h="847725">
                  <a:moveTo>
                    <a:pt x="3296920" y="0"/>
                  </a:moveTo>
                  <a:lnTo>
                    <a:pt x="141224" y="0"/>
                  </a:lnTo>
                  <a:lnTo>
                    <a:pt x="96593" y="7201"/>
                  </a:lnTo>
                  <a:lnTo>
                    <a:pt x="57826" y="27253"/>
                  </a:lnTo>
                  <a:lnTo>
                    <a:pt x="27253" y="57826"/>
                  </a:lnTo>
                  <a:lnTo>
                    <a:pt x="7201" y="96593"/>
                  </a:lnTo>
                  <a:lnTo>
                    <a:pt x="0" y="141224"/>
                  </a:lnTo>
                  <a:lnTo>
                    <a:pt x="0" y="706120"/>
                  </a:lnTo>
                  <a:lnTo>
                    <a:pt x="7201" y="750750"/>
                  </a:lnTo>
                  <a:lnTo>
                    <a:pt x="27253" y="789517"/>
                  </a:lnTo>
                  <a:lnTo>
                    <a:pt x="57826" y="820090"/>
                  </a:lnTo>
                  <a:lnTo>
                    <a:pt x="96593" y="840142"/>
                  </a:lnTo>
                  <a:lnTo>
                    <a:pt x="141224" y="847344"/>
                  </a:lnTo>
                  <a:lnTo>
                    <a:pt x="3296920" y="847344"/>
                  </a:lnTo>
                  <a:lnTo>
                    <a:pt x="3341550" y="840142"/>
                  </a:lnTo>
                  <a:lnTo>
                    <a:pt x="3380317" y="820090"/>
                  </a:lnTo>
                  <a:lnTo>
                    <a:pt x="3410890" y="789517"/>
                  </a:lnTo>
                  <a:lnTo>
                    <a:pt x="3430942" y="750750"/>
                  </a:lnTo>
                  <a:lnTo>
                    <a:pt x="3438144" y="706120"/>
                  </a:lnTo>
                  <a:lnTo>
                    <a:pt x="3438144" y="141224"/>
                  </a:lnTo>
                  <a:lnTo>
                    <a:pt x="3430942" y="96593"/>
                  </a:lnTo>
                  <a:lnTo>
                    <a:pt x="3410890" y="57826"/>
                  </a:lnTo>
                  <a:lnTo>
                    <a:pt x="3380317" y="27253"/>
                  </a:lnTo>
                  <a:lnTo>
                    <a:pt x="3341550" y="7201"/>
                  </a:lnTo>
                  <a:lnTo>
                    <a:pt x="329692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70931" y="3723132"/>
              <a:ext cx="3441700" cy="850900"/>
            </a:xfrm>
            <a:custGeom>
              <a:avLst/>
              <a:gdLst/>
              <a:ahLst/>
              <a:cxnLst/>
              <a:rect l="l" t="t" r="r" b="b"/>
              <a:pathLst>
                <a:path w="3441700" h="850900">
                  <a:moveTo>
                    <a:pt x="3299841" y="0"/>
                  </a:moveTo>
                  <a:lnTo>
                    <a:pt x="141350" y="0"/>
                  </a:lnTo>
                  <a:lnTo>
                    <a:pt x="126872" y="762"/>
                  </a:lnTo>
                  <a:lnTo>
                    <a:pt x="86359" y="11176"/>
                  </a:lnTo>
                  <a:lnTo>
                    <a:pt x="51434" y="32385"/>
                  </a:lnTo>
                  <a:lnTo>
                    <a:pt x="24129" y="62484"/>
                  </a:lnTo>
                  <a:lnTo>
                    <a:pt x="6350" y="99568"/>
                  </a:lnTo>
                  <a:lnTo>
                    <a:pt x="0" y="141732"/>
                  </a:lnTo>
                  <a:lnTo>
                    <a:pt x="0" y="708660"/>
                  </a:lnTo>
                  <a:lnTo>
                    <a:pt x="6350" y="750824"/>
                  </a:lnTo>
                  <a:lnTo>
                    <a:pt x="24129" y="787908"/>
                  </a:lnTo>
                  <a:lnTo>
                    <a:pt x="51434" y="818007"/>
                  </a:lnTo>
                  <a:lnTo>
                    <a:pt x="86359" y="839216"/>
                  </a:lnTo>
                  <a:lnTo>
                    <a:pt x="126872" y="849630"/>
                  </a:lnTo>
                  <a:lnTo>
                    <a:pt x="141350" y="850392"/>
                  </a:lnTo>
                  <a:lnTo>
                    <a:pt x="3299841" y="850392"/>
                  </a:lnTo>
                  <a:lnTo>
                    <a:pt x="3341877" y="844042"/>
                  </a:lnTo>
                  <a:lnTo>
                    <a:pt x="3358009" y="837692"/>
                  </a:lnTo>
                  <a:lnTo>
                    <a:pt x="141350" y="837692"/>
                  </a:lnTo>
                  <a:lnTo>
                    <a:pt x="127507" y="836930"/>
                  </a:lnTo>
                  <a:lnTo>
                    <a:pt x="79501" y="821817"/>
                  </a:lnTo>
                  <a:lnTo>
                    <a:pt x="41655" y="790321"/>
                  </a:lnTo>
                  <a:lnTo>
                    <a:pt x="18287" y="746506"/>
                  </a:lnTo>
                  <a:lnTo>
                    <a:pt x="12730" y="708660"/>
                  </a:lnTo>
                  <a:lnTo>
                    <a:pt x="12700" y="141732"/>
                  </a:lnTo>
                  <a:lnTo>
                    <a:pt x="13462" y="127889"/>
                  </a:lnTo>
                  <a:lnTo>
                    <a:pt x="23113" y="90932"/>
                  </a:lnTo>
                  <a:lnTo>
                    <a:pt x="50800" y="50038"/>
                  </a:lnTo>
                  <a:lnTo>
                    <a:pt x="91947" y="22606"/>
                  </a:lnTo>
                  <a:lnTo>
                    <a:pt x="141985" y="12700"/>
                  </a:lnTo>
                  <a:lnTo>
                    <a:pt x="3358009" y="12700"/>
                  </a:lnTo>
                  <a:lnTo>
                    <a:pt x="3354832" y="11176"/>
                  </a:lnTo>
                  <a:lnTo>
                    <a:pt x="3341877" y="6350"/>
                  </a:lnTo>
                  <a:lnTo>
                    <a:pt x="3328289" y="2794"/>
                  </a:lnTo>
                  <a:lnTo>
                    <a:pt x="3314318" y="762"/>
                  </a:lnTo>
                  <a:lnTo>
                    <a:pt x="3299841" y="0"/>
                  </a:lnTo>
                  <a:close/>
                </a:path>
                <a:path w="3441700" h="850900">
                  <a:moveTo>
                    <a:pt x="3358009" y="12700"/>
                  </a:moveTo>
                  <a:lnTo>
                    <a:pt x="3299841" y="12700"/>
                  </a:lnTo>
                  <a:lnTo>
                    <a:pt x="3313684" y="13462"/>
                  </a:lnTo>
                  <a:lnTo>
                    <a:pt x="3326384" y="15367"/>
                  </a:lnTo>
                  <a:lnTo>
                    <a:pt x="3372358" y="35052"/>
                  </a:lnTo>
                  <a:lnTo>
                    <a:pt x="3406901" y="70104"/>
                  </a:lnTo>
                  <a:lnTo>
                    <a:pt x="3426078" y="116332"/>
                  </a:lnTo>
                  <a:lnTo>
                    <a:pt x="3428491" y="708660"/>
                  </a:lnTo>
                  <a:lnTo>
                    <a:pt x="3427729" y="722503"/>
                  </a:lnTo>
                  <a:lnTo>
                    <a:pt x="3418077" y="759460"/>
                  </a:lnTo>
                  <a:lnTo>
                    <a:pt x="3390391" y="800354"/>
                  </a:lnTo>
                  <a:lnTo>
                    <a:pt x="3349370" y="827786"/>
                  </a:lnTo>
                  <a:lnTo>
                    <a:pt x="3312414" y="837057"/>
                  </a:lnTo>
                  <a:lnTo>
                    <a:pt x="3299206" y="837692"/>
                  </a:lnTo>
                  <a:lnTo>
                    <a:pt x="3358009" y="837692"/>
                  </a:lnTo>
                  <a:lnTo>
                    <a:pt x="3399790" y="808863"/>
                  </a:lnTo>
                  <a:lnTo>
                    <a:pt x="3424173" y="776224"/>
                  </a:lnTo>
                  <a:lnTo>
                    <a:pt x="3438270" y="737235"/>
                  </a:lnTo>
                  <a:lnTo>
                    <a:pt x="3441191" y="708660"/>
                  </a:lnTo>
                  <a:lnTo>
                    <a:pt x="3441191" y="141732"/>
                  </a:lnTo>
                  <a:lnTo>
                    <a:pt x="3434841" y="99568"/>
                  </a:lnTo>
                  <a:lnTo>
                    <a:pt x="3417062" y="62484"/>
                  </a:lnTo>
                  <a:lnTo>
                    <a:pt x="3389757" y="32385"/>
                  </a:lnTo>
                  <a:lnTo>
                    <a:pt x="3367277" y="17145"/>
                  </a:lnTo>
                  <a:lnTo>
                    <a:pt x="3358009" y="12700"/>
                  </a:lnTo>
                  <a:close/>
                </a:path>
              </a:pathLst>
            </a:custGeom>
            <a:solidFill>
              <a:srgbClr val="226B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82611" y="4779264"/>
              <a:ext cx="3438525" cy="847725"/>
            </a:xfrm>
            <a:custGeom>
              <a:avLst/>
              <a:gdLst/>
              <a:ahLst/>
              <a:cxnLst/>
              <a:rect l="l" t="t" r="r" b="b"/>
              <a:pathLst>
                <a:path w="3438525" h="847725">
                  <a:moveTo>
                    <a:pt x="3296920" y="0"/>
                  </a:moveTo>
                  <a:lnTo>
                    <a:pt x="141224" y="0"/>
                  </a:lnTo>
                  <a:lnTo>
                    <a:pt x="96593" y="7201"/>
                  </a:lnTo>
                  <a:lnTo>
                    <a:pt x="57826" y="27253"/>
                  </a:lnTo>
                  <a:lnTo>
                    <a:pt x="27253" y="57826"/>
                  </a:lnTo>
                  <a:lnTo>
                    <a:pt x="7201" y="96593"/>
                  </a:lnTo>
                  <a:lnTo>
                    <a:pt x="0" y="141224"/>
                  </a:lnTo>
                  <a:lnTo>
                    <a:pt x="0" y="706120"/>
                  </a:lnTo>
                  <a:lnTo>
                    <a:pt x="7201" y="750750"/>
                  </a:lnTo>
                  <a:lnTo>
                    <a:pt x="27253" y="789517"/>
                  </a:lnTo>
                  <a:lnTo>
                    <a:pt x="57826" y="820090"/>
                  </a:lnTo>
                  <a:lnTo>
                    <a:pt x="96593" y="840142"/>
                  </a:lnTo>
                  <a:lnTo>
                    <a:pt x="141224" y="847344"/>
                  </a:lnTo>
                  <a:lnTo>
                    <a:pt x="3296920" y="847344"/>
                  </a:lnTo>
                  <a:lnTo>
                    <a:pt x="3341550" y="840142"/>
                  </a:lnTo>
                  <a:lnTo>
                    <a:pt x="3380317" y="820090"/>
                  </a:lnTo>
                  <a:lnTo>
                    <a:pt x="3410890" y="789517"/>
                  </a:lnTo>
                  <a:lnTo>
                    <a:pt x="3430942" y="750750"/>
                  </a:lnTo>
                  <a:lnTo>
                    <a:pt x="3438144" y="706120"/>
                  </a:lnTo>
                  <a:lnTo>
                    <a:pt x="3438144" y="141224"/>
                  </a:lnTo>
                  <a:lnTo>
                    <a:pt x="3430942" y="96593"/>
                  </a:lnTo>
                  <a:lnTo>
                    <a:pt x="3410890" y="57826"/>
                  </a:lnTo>
                  <a:lnTo>
                    <a:pt x="3380317" y="27253"/>
                  </a:lnTo>
                  <a:lnTo>
                    <a:pt x="3341550" y="7201"/>
                  </a:lnTo>
                  <a:lnTo>
                    <a:pt x="3296920" y="0"/>
                  </a:lnTo>
                  <a:close/>
                </a:path>
              </a:pathLst>
            </a:custGeom>
            <a:solidFill>
              <a:srgbClr val="C7E4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181087" y="4777739"/>
              <a:ext cx="3441700" cy="850900"/>
            </a:xfrm>
            <a:custGeom>
              <a:avLst/>
              <a:gdLst/>
              <a:ahLst/>
              <a:cxnLst/>
              <a:rect l="l" t="t" r="r" b="b"/>
              <a:pathLst>
                <a:path w="3441700" h="850900">
                  <a:moveTo>
                    <a:pt x="3299840" y="0"/>
                  </a:moveTo>
                  <a:lnTo>
                    <a:pt x="141350" y="0"/>
                  </a:lnTo>
                  <a:lnTo>
                    <a:pt x="126872" y="762"/>
                  </a:lnTo>
                  <a:lnTo>
                    <a:pt x="86359" y="11176"/>
                  </a:lnTo>
                  <a:lnTo>
                    <a:pt x="51434" y="32385"/>
                  </a:lnTo>
                  <a:lnTo>
                    <a:pt x="24129" y="62484"/>
                  </a:lnTo>
                  <a:lnTo>
                    <a:pt x="6350" y="99568"/>
                  </a:lnTo>
                  <a:lnTo>
                    <a:pt x="0" y="141732"/>
                  </a:lnTo>
                  <a:lnTo>
                    <a:pt x="0" y="708660"/>
                  </a:lnTo>
                  <a:lnTo>
                    <a:pt x="6350" y="750824"/>
                  </a:lnTo>
                  <a:lnTo>
                    <a:pt x="24129" y="787908"/>
                  </a:lnTo>
                  <a:lnTo>
                    <a:pt x="51434" y="818007"/>
                  </a:lnTo>
                  <a:lnTo>
                    <a:pt x="86359" y="839241"/>
                  </a:lnTo>
                  <a:lnTo>
                    <a:pt x="126872" y="849630"/>
                  </a:lnTo>
                  <a:lnTo>
                    <a:pt x="141350" y="850392"/>
                  </a:lnTo>
                  <a:lnTo>
                    <a:pt x="3299840" y="850392"/>
                  </a:lnTo>
                  <a:lnTo>
                    <a:pt x="3341878" y="844003"/>
                  </a:lnTo>
                  <a:lnTo>
                    <a:pt x="3358022" y="837704"/>
                  </a:lnTo>
                  <a:lnTo>
                    <a:pt x="141350" y="837692"/>
                  </a:lnTo>
                  <a:lnTo>
                    <a:pt x="127507" y="836942"/>
                  </a:lnTo>
                  <a:lnTo>
                    <a:pt x="79501" y="821817"/>
                  </a:lnTo>
                  <a:lnTo>
                    <a:pt x="41655" y="790321"/>
                  </a:lnTo>
                  <a:lnTo>
                    <a:pt x="18287" y="746506"/>
                  </a:lnTo>
                  <a:lnTo>
                    <a:pt x="12730" y="708660"/>
                  </a:lnTo>
                  <a:lnTo>
                    <a:pt x="12700" y="141732"/>
                  </a:lnTo>
                  <a:lnTo>
                    <a:pt x="13461" y="127889"/>
                  </a:lnTo>
                  <a:lnTo>
                    <a:pt x="23113" y="90932"/>
                  </a:lnTo>
                  <a:lnTo>
                    <a:pt x="50800" y="50037"/>
                  </a:lnTo>
                  <a:lnTo>
                    <a:pt x="91947" y="22606"/>
                  </a:lnTo>
                  <a:lnTo>
                    <a:pt x="141985" y="12700"/>
                  </a:lnTo>
                  <a:lnTo>
                    <a:pt x="3358009" y="12700"/>
                  </a:lnTo>
                  <a:lnTo>
                    <a:pt x="3354831" y="11176"/>
                  </a:lnTo>
                  <a:lnTo>
                    <a:pt x="3341878" y="6350"/>
                  </a:lnTo>
                  <a:lnTo>
                    <a:pt x="3328288" y="2793"/>
                  </a:lnTo>
                  <a:lnTo>
                    <a:pt x="3314318" y="762"/>
                  </a:lnTo>
                  <a:lnTo>
                    <a:pt x="3299840" y="0"/>
                  </a:lnTo>
                  <a:close/>
                </a:path>
                <a:path w="3441700" h="850900">
                  <a:moveTo>
                    <a:pt x="3358009" y="12700"/>
                  </a:moveTo>
                  <a:lnTo>
                    <a:pt x="3299840" y="12700"/>
                  </a:lnTo>
                  <a:lnTo>
                    <a:pt x="3313683" y="13462"/>
                  </a:lnTo>
                  <a:lnTo>
                    <a:pt x="3326383" y="15367"/>
                  </a:lnTo>
                  <a:lnTo>
                    <a:pt x="3372357" y="35052"/>
                  </a:lnTo>
                  <a:lnTo>
                    <a:pt x="3406902" y="70104"/>
                  </a:lnTo>
                  <a:lnTo>
                    <a:pt x="3426079" y="116332"/>
                  </a:lnTo>
                  <a:lnTo>
                    <a:pt x="3428491" y="708660"/>
                  </a:lnTo>
                  <a:lnTo>
                    <a:pt x="3427729" y="722503"/>
                  </a:lnTo>
                  <a:lnTo>
                    <a:pt x="3418078" y="759460"/>
                  </a:lnTo>
                  <a:lnTo>
                    <a:pt x="3390391" y="800354"/>
                  </a:lnTo>
                  <a:lnTo>
                    <a:pt x="3349370" y="827824"/>
                  </a:lnTo>
                  <a:lnTo>
                    <a:pt x="3299205" y="837704"/>
                  </a:lnTo>
                  <a:lnTo>
                    <a:pt x="3358048" y="837692"/>
                  </a:lnTo>
                  <a:lnTo>
                    <a:pt x="3399789" y="808863"/>
                  </a:lnTo>
                  <a:lnTo>
                    <a:pt x="3424173" y="776224"/>
                  </a:lnTo>
                  <a:lnTo>
                    <a:pt x="3438270" y="737235"/>
                  </a:lnTo>
                  <a:lnTo>
                    <a:pt x="3441191" y="708660"/>
                  </a:lnTo>
                  <a:lnTo>
                    <a:pt x="3441191" y="141732"/>
                  </a:lnTo>
                  <a:lnTo>
                    <a:pt x="3434841" y="99568"/>
                  </a:lnTo>
                  <a:lnTo>
                    <a:pt x="3417061" y="62484"/>
                  </a:lnTo>
                  <a:lnTo>
                    <a:pt x="3389756" y="32385"/>
                  </a:lnTo>
                  <a:lnTo>
                    <a:pt x="3367278" y="17145"/>
                  </a:lnTo>
                  <a:lnTo>
                    <a:pt x="3358009" y="12700"/>
                  </a:lnTo>
                  <a:close/>
                </a:path>
              </a:pathLst>
            </a:custGeom>
            <a:solidFill>
              <a:srgbClr val="226B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158364" y="1867281"/>
            <a:ext cx="7769225" cy="3492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240" dirty="0">
                <a:solidFill>
                  <a:srgbClr val="1B1A22"/>
                </a:solidFill>
                <a:latin typeface="Trebuchet MS"/>
                <a:cs typeface="Trebuchet MS"/>
              </a:rPr>
              <a:t>PLANNING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2000">
              <a:latin typeface="Trebuchet MS"/>
              <a:cs typeface="Trebuchet MS"/>
            </a:endParaRPr>
          </a:p>
          <a:p>
            <a:pPr marL="1859280">
              <a:lnSpc>
                <a:spcPct val="100000"/>
              </a:lnSpc>
            </a:pPr>
            <a:r>
              <a:rPr sz="2000" b="1" spc="235" dirty="0">
                <a:solidFill>
                  <a:srgbClr val="1B1A22"/>
                </a:solidFill>
                <a:latin typeface="Trebuchet MS"/>
                <a:cs typeface="Trebuchet MS"/>
              </a:rPr>
              <a:t>ORGANIZING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2000">
              <a:latin typeface="Trebuchet MS"/>
              <a:cs typeface="Trebuchet MS"/>
            </a:endParaRPr>
          </a:p>
          <a:p>
            <a:pPr marL="4118610">
              <a:lnSpc>
                <a:spcPct val="100000"/>
              </a:lnSpc>
            </a:pPr>
            <a:r>
              <a:rPr sz="2000" b="1" spc="215" dirty="0">
                <a:solidFill>
                  <a:srgbClr val="1B1A22"/>
                </a:solidFill>
                <a:latin typeface="Trebuchet MS"/>
                <a:cs typeface="Trebuchet MS"/>
              </a:rPr>
              <a:t>LEADING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200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2000" b="1" spc="225" dirty="0">
                <a:solidFill>
                  <a:srgbClr val="1B1A22"/>
                </a:solidFill>
                <a:latin typeface="Trebuchet MS"/>
                <a:cs typeface="Trebuchet MS"/>
              </a:rPr>
              <a:t>CONTROLLING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82834" y="6463101"/>
            <a:ext cx="12611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10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7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05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127" baseline="4629" dirty="0">
                <a:solidFill>
                  <a:srgbClr val="585858"/>
                </a:solidFill>
                <a:latin typeface="Trebuchet MS"/>
                <a:cs typeface="Trebuchet MS"/>
              </a:rPr>
              <a:t>5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03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5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30" dirty="0"/>
              <a:t>THE</a:t>
            </a:r>
            <a:r>
              <a:rPr spc="375" dirty="0"/>
              <a:t> </a:t>
            </a:r>
            <a:r>
              <a:rPr spc="125" dirty="0"/>
              <a:t>NATURE</a:t>
            </a:r>
            <a:r>
              <a:rPr spc="355" dirty="0"/>
              <a:t> </a:t>
            </a:r>
            <a:r>
              <a:rPr spc="100" dirty="0"/>
              <a:t>OF</a:t>
            </a:r>
            <a:r>
              <a:rPr spc="375" dirty="0"/>
              <a:t> </a:t>
            </a:r>
            <a:r>
              <a:rPr spc="175" dirty="0"/>
              <a:t>MANAGERIAL</a:t>
            </a:r>
            <a:r>
              <a:rPr spc="290" dirty="0"/>
              <a:t> </a:t>
            </a:r>
            <a:r>
              <a:rPr spc="170" dirty="0"/>
              <a:t>DECISION</a:t>
            </a:r>
            <a:r>
              <a:rPr spc="360" dirty="0"/>
              <a:t> </a:t>
            </a:r>
            <a:r>
              <a:rPr spc="150" dirty="0"/>
              <a:t>MAKING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420100" y="3131820"/>
            <a:ext cx="2007235" cy="1268095"/>
            <a:chOff x="8420100" y="3131820"/>
            <a:chExt cx="2007235" cy="1268095"/>
          </a:xfrm>
        </p:grpSpPr>
        <p:sp>
          <p:nvSpPr>
            <p:cNvPr id="5" name="object 5"/>
            <p:cNvSpPr/>
            <p:nvPr/>
          </p:nvSpPr>
          <p:spPr>
            <a:xfrm>
              <a:off x="8421623" y="3133344"/>
              <a:ext cx="2004060" cy="1264920"/>
            </a:xfrm>
            <a:custGeom>
              <a:avLst/>
              <a:gdLst/>
              <a:ahLst/>
              <a:cxnLst/>
              <a:rect l="l" t="t" r="r" b="b"/>
              <a:pathLst>
                <a:path w="2004059" h="1264920">
                  <a:moveTo>
                    <a:pt x="1793240" y="0"/>
                  </a:moveTo>
                  <a:lnTo>
                    <a:pt x="210820" y="0"/>
                  </a:lnTo>
                  <a:lnTo>
                    <a:pt x="162472" y="5566"/>
                  </a:lnTo>
                  <a:lnTo>
                    <a:pt x="118095" y="21423"/>
                  </a:lnTo>
                  <a:lnTo>
                    <a:pt x="78951" y="46306"/>
                  </a:lnTo>
                  <a:lnTo>
                    <a:pt x="46306" y="78951"/>
                  </a:lnTo>
                  <a:lnTo>
                    <a:pt x="21423" y="118095"/>
                  </a:lnTo>
                  <a:lnTo>
                    <a:pt x="5566" y="162472"/>
                  </a:lnTo>
                  <a:lnTo>
                    <a:pt x="0" y="210819"/>
                  </a:lnTo>
                  <a:lnTo>
                    <a:pt x="0" y="1054099"/>
                  </a:lnTo>
                  <a:lnTo>
                    <a:pt x="5566" y="1102447"/>
                  </a:lnTo>
                  <a:lnTo>
                    <a:pt x="21423" y="1146824"/>
                  </a:lnTo>
                  <a:lnTo>
                    <a:pt x="46306" y="1185968"/>
                  </a:lnTo>
                  <a:lnTo>
                    <a:pt x="78951" y="1218613"/>
                  </a:lnTo>
                  <a:lnTo>
                    <a:pt x="118095" y="1243496"/>
                  </a:lnTo>
                  <a:lnTo>
                    <a:pt x="162472" y="1259353"/>
                  </a:lnTo>
                  <a:lnTo>
                    <a:pt x="210820" y="1264919"/>
                  </a:lnTo>
                  <a:lnTo>
                    <a:pt x="1793240" y="1264919"/>
                  </a:lnTo>
                  <a:lnTo>
                    <a:pt x="1841587" y="1259353"/>
                  </a:lnTo>
                  <a:lnTo>
                    <a:pt x="1885964" y="1243496"/>
                  </a:lnTo>
                  <a:lnTo>
                    <a:pt x="1925108" y="1218613"/>
                  </a:lnTo>
                  <a:lnTo>
                    <a:pt x="1957753" y="1185968"/>
                  </a:lnTo>
                  <a:lnTo>
                    <a:pt x="1982636" y="1146824"/>
                  </a:lnTo>
                  <a:lnTo>
                    <a:pt x="1998493" y="1102447"/>
                  </a:lnTo>
                  <a:lnTo>
                    <a:pt x="2004059" y="1054099"/>
                  </a:lnTo>
                  <a:lnTo>
                    <a:pt x="2004059" y="210819"/>
                  </a:lnTo>
                  <a:lnTo>
                    <a:pt x="1998493" y="162472"/>
                  </a:lnTo>
                  <a:lnTo>
                    <a:pt x="1982636" y="118095"/>
                  </a:lnTo>
                  <a:lnTo>
                    <a:pt x="1957753" y="78951"/>
                  </a:lnTo>
                  <a:lnTo>
                    <a:pt x="1925108" y="46306"/>
                  </a:lnTo>
                  <a:lnTo>
                    <a:pt x="1885964" y="21423"/>
                  </a:lnTo>
                  <a:lnTo>
                    <a:pt x="1841587" y="5566"/>
                  </a:lnTo>
                  <a:lnTo>
                    <a:pt x="1793240" y="0"/>
                  </a:lnTo>
                  <a:close/>
                </a:path>
              </a:pathLst>
            </a:custGeom>
            <a:solidFill>
              <a:srgbClr val="DE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420100" y="3131820"/>
              <a:ext cx="2007235" cy="1268095"/>
            </a:xfrm>
            <a:custGeom>
              <a:avLst/>
              <a:gdLst/>
              <a:ahLst/>
              <a:cxnLst/>
              <a:rect l="l" t="t" r="r" b="b"/>
              <a:pathLst>
                <a:path w="2007234" h="1268095">
                  <a:moveTo>
                    <a:pt x="1796033" y="0"/>
                  </a:moveTo>
                  <a:lnTo>
                    <a:pt x="211200" y="0"/>
                  </a:lnTo>
                  <a:lnTo>
                    <a:pt x="189483" y="1015"/>
                  </a:lnTo>
                  <a:lnTo>
                    <a:pt x="148335" y="9525"/>
                  </a:lnTo>
                  <a:lnTo>
                    <a:pt x="110490" y="25526"/>
                  </a:lnTo>
                  <a:lnTo>
                    <a:pt x="76834" y="48259"/>
                  </a:lnTo>
                  <a:lnTo>
                    <a:pt x="48132" y="76962"/>
                  </a:lnTo>
                  <a:lnTo>
                    <a:pt x="25526" y="110616"/>
                  </a:lnTo>
                  <a:lnTo>
                    <a:pt x="9525" y="148462"/>
                  </a:lnTo>
                  <a:lnTo>
                    <a:pt x="1016" y="189737"/>
                  </a:lnTo>
                  <a:lnTo>
                    <a:pt x="0" y="211327"/>
                  </a:lnTo>
                  <a:lnTo>
                    <a:pt x="0" y="1056639"/>
                  </a:lnTo>
                  <a:lnTo>
                    <a:pt x="4318" y="1099311"/>
                  </a:lnTo>
                  <a:lnTo>
                    <a:pt x="16509" y="1138935"/>
                  </a:lnTo>
                  <a:lnTo>
                    <a:pt x="36068" y="1174749"/>
                  </a:lnTo>
                  <a:lnTo>
                    <a:pt x="61849" y="1205991"/>
                  </a:lnTo>
                  <a:lnTo>
                    <a:pt x="93091" y="1231899"/>
                  </a:lnTo>
                  <a:lnTo>
                    <a:pt x="128904" y="1251330"/>
                  </a:lnTo>
                  <a:lnTo>
                    <a:pt x="168528" y="1263649"/>
                  </a:lnTo>
                  <a:lnTo>
                    <a:pt x="211200" y="1267967"/>
                  </a:lnTo>
                  <a:lnTo>
                    <a:pt x="1796033" y="1267967"/>
                  </a:lnTo>
                  <a:lnTo>
                    <a:pt x="1817624" y="1266952"/>
                  </a:lnTo>
                  <a:lnTo>
                    <a:pt x="1838578" y="1263649"/>
                  </a:lnTo>
                  <a:lnTo>
                    <a:pt x="1858772" y="1258442"/>
                  </a:lnTo>
                  <a:lnTo>
                    <a:pt x="1867446" y="1255267"/>
                  </a:lnTo>
                  <a:lnTo>
                    <a:pt x="211200" y="1255267"/>
                  </a:lnTo>
                  <a:lnTo>
                    <a:pt x="190119" y="1254252"/>
                  </a:lnTo>
                  <a:lnTo>
                    <a:pt x="151638" y="1246123"/>
                  </a:lnTo>
                  <a:lnTo>
                    <a:pt x="116077" y="1231010"/>
                  </a:lnTo>
                  <a:lnTo>
                    <a:pt x="84454" y="1209547"/>
                  </a:lnTo>
                  <a:lnTo>
                    <a:pt x="57530" y="1182496"/>
                  </a:lnTo>
                  <a:lnTo>
                    <a:pt x="36322" y="1150746"/>
                  </a:lnTo>
                  <a:lnTo>
                    <a:pt x="21463" y="1115186"/>
                  </a:lnTo>
                  <a:lnTo>
                    <a:pt x="13589" y="1076324"/>
                  </a:lnTo>
                  <a:lnTo>
                    <a:pt x="12700" y="211327"/>
                  </a:lnTo>
                  <a:lnTo>
                    <a:pt x="13716" y="190372"/>
                  </a:lnTo>
                  <a:lnTo>
                    <a:pt x="21844" y="151637"/>
                  </a:lnTo>
                  <a:lnTo>
                    <a:pt x="36956" y="116204"/>
                  </a:lnTo>
                  <a:lnTo>
                    <a:pt x="58420" y="84581"/>
                  </a:lnTo>
                  <a:lnTo>
                    <a:pt x="100710" y="46227"/>
                  </a:lnTo>
                  <a:lnTo>
                    <a:pt x="134493" y="27939"/>
                  </a:lnTo>
                  <a:lnTo>
                    <a:pt x="171830" y="16637"/>
                  </a:lnTo>
                  <a:lnTo>
                    <a:pt x="211835" y="12700"/>
                  </a:lnTo>
                  <a:lnTo>
                    <a:pt x="1867604" y="12700"/>
                  </a:lnTo>
                  <a:lnTo>
                    <a:pt x="1858772" y="9525"/>
                  </a:lnTo>
                  <a:lnTo>
                    <a:pt x="1838578" y="4317"/>
                  </a:lnTo>
                  <a:lnTo>
                    <a:pt x="1817624" y="1015"/>
                  </a:lnTo>
                  <a:lnTo>
                    <a:pt x="1796033" y="0"/>
                  </a:lnTo>
                  <a:close/>
                </a:path>
                <a:path w="2007234" h="1268095">
                  <a:moveTo>
                    <a:pt x="1867604" y="12700"/>
                  </a:moveTo>
                  <a:lnTo>
                    <a:pt x="1796033" y="12700"/>
                  </a:lnTo>
                  <a:lnTo>
                    <a:pt x="1816989" y="13715"/>
                  </a:lnTo>
                  <a:lnTo>
                    <a:pt x="1836674" y="16890"/>
                  </a:lnTo>
                  <a:lnTo>
                    <a:pt x="1873884" y="28575"/>
                  </a:lnTo>
                  <a:lnTo>
                    <a:pt x="1907413" y="46989"/>
                  </a:lnTo>
                  <a:lnTo>
                    <a:pt x="1949450" y="85470"/>
                  </a:lnTo>
                  <a:lnTo>
                    <a:pt x="1970785" y="117220"/>
                  </a:lnTo>
                  <a:lnTo>
                    <a:pt x="1985645" y="152780"/>
                  </a:lnTo>
                  <a:lnTo>
                    <a:pt x="1993519" y="191642"/>
                  </a:lnTo>
                  <a:lnTo>
                    <a:pt x="1994407" y="1056639"/>
                  </a:lnTo>
                  <a:lnTo>
                    <a:pt x="1993392" y="1077721"/>
                  </a:lnTo>
                  <a:lnTo>
                    <a:pt x="1985264" y="1116329"/>
                  </a:lnTo>
                  <a:lnTo>
                    <a:pt x="1970277" y="1151889"/>
                  </a:lnTo>
                  <a:lnTo>
                    <a:pt x="1948688" y="1183512"/>
                  </a:lnTo>
                  <a:lnTo>
                    <a:pt x="1906524" y="1221612"/>
                  </a:lnTo>
                  <a:lnTo>
                    <a:pt x="1872615" y="1240027"/>
                  </a:lnTo>
                  <a:lnTo>
                    <a:pt x="1835403" y="1251330"/>
                  </a:lnTo>
                  <a:lnTo>
                    <a:pt x="1795399" y="1255267"/>
                  </a:lnTo>
                  <a:lnTo>
                    <a:pt x="1867446" y="1255267"/>
                  </a:lnTo>
                  <a:lnTo>
                    <a:pt x="1914017" y="1231899"/>
                  </a:lnTo>
                  <a:lnTo>
                    <a:pt x="1945258" y="1205991"/>
                  </a:lnTo>
                  <a:lnTo>
                    <a:pt x="1971040" y="1174749"/>
                  </a:lnTo>
                  <a:lnTo>
                    <a:pt x="1990471" y="1138935"/>
                  </a:lnTo>
                  <a:lnTo>
                    <a:pt x="2002790" y="1099311"/>
                  </a:lnTo>
                  <a:lnTo>
                    <a:pt x="2007107" y="1056639"/>
                  </a:lnTo>
                  <a:lnTo>
                    <a:pt x="2007107" y="211327"/>
                  </a:lnTo>
                  <a:lnTo>
                    <a:pt x="2002790" y="168782"/>
                  </a:lnTo>
                  <a:lnTo>
                    <a:pt x="1990471" y="129031"/>
                  </a:lnTo>
                  <a:lnTo>
                    <a:pt x="1971040" y="93217"/>
                  </a:lnTo>
                  <a:lnTo>
                    <a:pt x="1945258" y="61849"/>
                  </a:lnTo>
                  <a:lnTo>
                    <a:pt x="1914017" y="36067"/>
                  </a:lnTo>
                  <a:lnTo>
                    <a:pt x="1878202" y="16509"/>
                  </a:lnTo>
                  <a:lnTo>
                    <a:pt x="1867604" y="12700"/>
                  </a:lnTo>
                  <a:close/>
                </a:path>
              </a:pathLst>
            </a:custGeom>
            <a:solidFill>
              <a:srgbClr val="258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599423" y="3249930"/>
            <a:ext cx="165290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5"/>
              </a:spcBef>
            </a:pPr>
            <a:r>
              <a:rPr sz="3200" b="1" spc="145" dirty="0">
                <a:solidFill>
                  <a:srgbClr val="093B70"/>
                </a:solidFill>
                <a:latin typeface="Trebuchet MS"/>
                <a:cs typeface="Trebuchet MS"/>
              </a:rPr>
              <a:t>…right</a:t>
            </a:r>
            <a:endParaRPr sz="3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093B70"/>
                </a:solidFill>
                <a:latin typeface="Trebuchet MS"/>
                <a:cs typeface="Trebuchet MS"/>
              </a:rPr>
              <a:t>question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61026" y="1469897"/>
            <a:ext cx="1784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60" dirty="0">
                <a:solidFill>
                  <a:srgbClr val="093B70"/>
                </a:solidFill>
                <a:latin typeface="Trebuchet MS"/>
                <a:cs typeface="Trebuchet MS"/>
              </a:rPr>
              <a:t>Finding…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122932" y="3131820"/>
            <a:ext cx="2007235" cy="1268095"/>
            <a:chOff x="2122932" y="3131820"/>
            <a:chExt cx="2007235" cy="1268095"/>
          </a:xfrm>
        </p:grpSpPr>
        <p:sp>
          <p:nvSpPr>
            <p:cNvPr id="10" name="object 10"/>
            <p:cNvSpPr/>
            <p:nvPr/>
          </p:nvSpPr>
          <p:spPr>
            <a:xfrm>
              <a:off x="2124456" y="3133344"/>
              <a:ext cx="2004060" cy="1264920"/>
            </a:xfrm>
            <a:custGeom>
              <a:avLst/>
              <a:gdLst/>
              <a:ahLst/>
              <a:cxnLst/>
              <a:rect l="l" t="t" r="r" b="b"/>
              <a:pathLst>
                <a:path w="2004060" h="1264920">
                  <a:moveTo>
                    <a:pt x="1793240" y="0"/>
                  </a:moveTo>
                  <a:lnTo>
                    <a:pt x="210819" y="0"/>
                  </a:lnTo>
                  <a:lnTo>
                    <a:pt x="162472" y="5566"/>
                  </a:lnTo>
                  <a:lnTo>
                    <a:pt x="118095" y="21423"/>
                  </a:lnTo>
                  <a:lnTo>
                    <a:pt x="78951" y="46306"/>
                  </a:lnTo>
                  <a:lnTo>
                    <a:pt x="46306" y="78951"/>
                  </a:lnTo>
                  <a:lnTo>
                    <a:pt x="21423" y="118095"/>
                  </a:lnTo>
                  <a:lnTo>
                    <a:pt x="5566" y="162472"/>
                  </a:lnTo>
                  <a:lnTo>
                    <a:pt x="0" y="210819"/>
                  </a:lnTo>
                  <a:lnTo>
                    <a:pt x="0" y="1054099"/>
                  </a:lnTo>
                  <a:lnTo>
                    <a:pt x="5566" y="1102447"/>
                  </a:lnTo>
                  <a:lnTo>
                    <a:pt x="21423" y="1146824"/>
                  </a:lnTo>
                  <a:lnTo>
                    <a:pt x="46306" y="1185968"/>
                  </a:lnTo>
                  <a:lnTo>
                    <a:pt x="78951" y="1218613"/>
                  </a:lnTo>
                  <a:lnTo>
                    <a:pt x="118095" y="1243496"/>
                  </a:lnTo>
                  <a:lnTo>
                    <a:pt x="162472" y="1259353"/>
                  </a:lnTo>
                  <a:lnTo>
                    <a:pt x="210819" y="1264919"/>
                  </a:lnTo>
                  <a:lnTo>
                    <a:pt x="1793240" y="1264919"/>
                  </a:lnTo>
                  <a:lnTo>
                    <a:pt x="1841587" y="1259353"/>
                  </a:lnTo>
                  <a:lnTo>
                    <a:pt x="1885964" y="1243496"/>
                  </a:lnTo>
                  <a:lnTo>
                    <a:pt x="1925108" y="1218613"/>
                  </a:lnTo>
                  <a:lnTo>
                    <a:pt x="1957753" y="1185968"/>
                  </a:lnTo>
                  <a:lnTo>
                    <a:pt x="1982636" y="1146824"/>
                  </a:lnTo>
                  <a:lnTo>
                    <a:pt x="1998493" y="1102447"/>
                  </a:lnTo>
                  <a:lnTo>
                    <a:pt x="2004059" y="1054099"/>
                  </a:lnTo>
                  <a:lnTo>
                    <a:pt x="2004059" y="210819"/>
                  </a:lnTo>
                  <a:lnTo>
                    <a:pt x="1998493" y="162472"/>
                  </a:lnTo>
                  <a:lnTo>
                    <a:pt x="1982636" y="118095"/>
                  </a:lnTo>
                  <a:lnTo>
                    <a:pt x="1957753" y="78951"/>
                  </a:lnTo>
                  <a:lnTo>
                    <a:pt x="1925108" y="46306"/>
                  </a:lnTo>
                  <a:lnTo>
                    <a:pt x="1885964" y="21423"/>
                  </a:lnTo>
                  <a:lnTo>
                    <a:pt x="1841587" y="5566"/>
                  </a:lnTo>
                  <a:lnTo>
                    <a:pt x="1793240" y="0"/>
                  </a:lnTo>
                  <a:close/>
                </a:path>
              </a:pathLst>
            </a:custGeom>
            <a:solidFill>
              <a:srgbClr val="DE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2932" y="3131820"/>
              <a:ext cx="2007235" cy="1268095"/>
            </a:xfrm>
            <a:custGeom>
              <a:avLst/>
              <a:gdLst/>
              <a:ahLst/>
              <a:cxnLst/>
              <a:rect l="l" t="t" r="r" b="b"/>
              <a:pathLst>
                <a:path w="2007235" h="1268095">
                  <a:moveTo>
                    <a:pt x="1796033" y="0"/>
                  </a:moveTo>
                  <a:lnTo>
                    <a:pt x="211200" y="0"/>
                  </a:lnTo>
                  <a:lnTo>
                    <a:pt x="189484" y="1015"/>
                  </a:lnTo>
                  <a:lnTo>
                    <a:pt x="148336" y="9525"/>
                  </a:lnTo>
                  <a:lnTo>
                    <a:pt x="110490" y="25526"/>
                  </a:lnTo>
                  <a:lnTo>
                    <a:pt x="76835" y="48259"/>
                  </a:lnTo>
                  <a:lnTo>
                    <a:pt x="48132" y="76962"/>
                  </a:lnTo>
                  <a:lnTo>
                    <a:pt x="25526" y="110616"/>
                  </a:lnTo>
                  <a:lnTo>
                    <a:pt x="9525" y="148462"/>
                  </a:lnTo>
                  <a:lnTo>
                    <a:pt x="1016" y="189737"/>
                  </a:lnTo>
                  <a:lnTo>
                    <a:pt x="0" y="211327"/>
                  </a:lnTo>
                  <a:lnTo>
                    <a:pt x="0" y="1056639"/>
                  </a:lnTo>
                  <a:lnTo>
                    <a:pt x="4318" y="1099311"/>
                  </a:lnTo>
                  <a:lnTo>
                    <a:pt x="16510" y="1138935"/>
                  </a:lnTo>
                  <a:lnTo>
                    <a:pt x="36068" y="1174749"/>
                  </a:lnTo>
                  <a:lnTo>
                    <a:pt x="61849" y="1205991"/>
                  </a:lnTo>
                  <a:lnTo>
                    <a:pt x="93091" y="1231899"/>
                  </a:lnTo>
                  <a:lnTo>
                    <a:pt x="128905" y="1251330"/>
                  </a:lnTo>
                  <a:lnTo>
                    <a:pt x="168529" y="1263649"/>
                  </a:lnTo>
                  <a:lnTo>
                    <a:pt x="211200" y="1267967"/>
                  </a:lnTo>
                  <a:lnTo>
                    <a:pt x="1796033" y="1267967"/>
                  </a:lnTo>
                  <a:lnTo>
                    <a:pt x="1817623" y="1266952"/>
                  </a:lnTo>
                  <a:lnTo>
                    <a:pt x="1838579" y="1263649"/>
                  </a:lnTo>
                  <a:lnTo>
                    <a:pt x="1858771" y="1258442"/>
                  </a:lnTo>
                  <a:lnTo>
                    <a:pt x="1867446" y="1255267"/>
                  </a:lnTo>
                  <a:lnTo>
                    <a:pt x="211200" y="1255267"/>
                  </a:lnTo>
                  <a:lnTo>
                    <a:pt x="190119" y="1254252"/>
                  </a:lnTo>
                  <a:lnTo>
                    <a:pt x="151637" y="1246123"/>
                  </a:lnTo>
                  <a:lnTo>
                    <a:pt x="116078" y="1231010"/>
                  </a:lnTo>
                  <a:lnTo>
                    <a:pt x="84455" y="1209547"/>
                  </a:lnTo>
                  <a:lnTo>
                    <a:pt x="57531" y="1182496"/>
                  </a:lnTo>
                  <a:lnTo>
                    <a:pt x="36322" y="1150746"/>
                  </a:lnTo>
                  <a:lnTo>
                    <a:pt x="21462" y="1115186"/>
                  </a:lnTo>
                  <a:lnTo>
                    <a:pt x="13588" y="1076324"/>
                  </a:lnTo>
                  <a:lnTo>
                    <a:pt x="12700" y="211327"/>
                  </a:lnTo>
                  <a:lnTo>
                    <a:pt x="13716" y="190372"/>
                  </a:lnTo>
                  <a:lnTo>
                    <a:pt x="21843" y="151637"/>
                  </a:lnTo>
                  <a:lnTo>
                    <a:pt x="36956" y="116204"/>
                  </a:lnTo>
                  <a:lnTo>
                    <a:pt x="58419" y="84581"/>
                  </a:lnTo>
                  <a:lnTo>
                    <a:pt x="100711" y="46227"/>
                  </a:lnTo>
                  <a:lnTo>
                    <a:pt x="134493" y="27939"/>
                  </a:lnTo>
                  <a:lnTo>
                    <a:pt x="171831" y="16637"/>
                  </a:lnTo>
                  <a:lnTo>
                    <a:pt x="211836" y="12700"/>
                  </a:lnTo>
                  <a:lnTo>
                    <a:pt x="1867604" y="12700"/>
                  </a:lnTo>
                  <a:lnTo>
                    <a:pt x="1858771" y="9525"/>
                  </a:lnTo>
                  <a:lnTo>
                    <a:pt x="1838579" y="4317"/>
                  </a:lnTo>
                  <a:lnTo>
                    <a:pt x="1817623" y="1015"/>
                  </a:lnTo>
                  <a:lnTo>
                    <a:pt x="1796033" y="0"/>
                  </a:lnTo>
                  <a:close/>
                </a:path>
                <a:path w="2007235" h="1268095">
                  <a:moveTo>
                    <a:pt x="1867604" y="12700"/>
                  </a:moveTo>
                  <a:lnTo>
                    <a:pt x="1796033" y="12700"/>
                  </a:lnTo>
                  <a:lnTo>
                    <a:pt x="1816989" y="13715"/>
                  </a:lnTo>
                  <a:lnTo>
                    <a:pt x="1836673" y="16890"/>
                  </a:lnTo>
                  <a:lnTo>
                    <a:pt x="1873884" y="28575"/>
                  </a:lnTo>
                  <a:lnTo>
                    <a:pt x="1907413" y="46989"/>
                  </a:lnTo>
                  <a:lnTo>
                    <a:pt x="1949450" y="85470"/>
                  </a:lnTo>
                  <a:lnTo>
                    <a:pt x="1970785" y="117220"/>
                  </a:lnTo>
                  <a:lnTo>
                    <a:pt x="1985645" y="152780"/>
                  </a:lnTo>
                  <a:lnTo>
                    <a:pt x="1993519" y="191642"/>
                  </a:lnTo>
                  <a:lnTo>
                    <a:pt x="1994408" y="1056639"/>
                  </a:lnTo>
                  <a:lnTo>
                    <a:pt x="1993392" y="1077721"/>
                  </a:lnTo>
                  <a:lnTo>
                    <a:pt x="1985264" y="1116329"/>
                  </a:lnTo>
                  <a:lnTo>
                    <a:pt x="1970278" y="1151889"/>
                  </a:lnTo>
                  <a:lnTo>
                    <a:pt x="1948688" y="1183512"/>
                  </a:lnTo>
                  <a:lnTo>
                    <a:pt x="1906523" y="1221612"/>
                  </a:lnTo>
                  <a:lnTo>
                    <a:pt x="1872615" y="1240027"/>
                  </a:lnTo>
                  <a:lnTo>
                    <a:pt x="1835404" y="1251330"/>
                  </a:lnTo>
                  <a:lnTo>
                    <a:pt x="1795398" y="1255267"/>
                  </a:lnTo>
                  <a:lnTo>
                    <a:pt x="1867446" y="1255267"/>
                  </a:lnTo>
                  <a:lnTo>
                    <a:pt x="1914017" y="1231899"/>
                  </a:lnTo>
                  <a:lnTo>
                    <a:pt x="1945258" y="1205991"/>
                  </a:lnTo>
                  <a:lnTo>
                    <a:pt x="1971040" y="1174749"/>
                  </a:lnTo>
                  <a:lnTo>
                    <a:pt x="1990470" y="1138935"/>
                  </a:lnTo>
                  <a:lnTo>
                    <a:pt x="2002790" y="1099311"/>
                  </a:lnTo>
                  <a:lnTo>
                    <a:pt x="2007108" y="1056639"/>
                  </a:lnTo>
                  <a:lnTo>
                    <a:pt x="2007108" y="211327"/>
                  </a:lnTo>
                  <a:lnTo>
                    <a:pt x="2002790" y="168782"/>
                  </a:lnTo>
                  <a:lnTo>
                    <a:pt x="1990470" y="129031"/>
                  </a:lnTo>
                  <a:lnTo>
                    <a:pt x="1971040" y="93217"/>
                  </a:lnTo>
                  <a:lnTo>
                    <a:pt x="1945258" y="61849"/>
                  </a:lnTo>
                  <a:lnTo>
                    <a:pt x="1914017" y="36067"/>
                  </a:lnTo>
                  <a:lnTo>
                    <a:pt x="1878203" y="16509"/>
                  </a:lnTo>
                  <a:lnTo>
                    <a:pt x="1867604" y="12700"/>
                  </a:lnTo>
                  <a:close/>
                </a:path>
              </a:pathLst>
            </a:custGeom>
            <a:solidFill>
              <a:srgbClr val="258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444242" y="3249930"/>
            <a:ext cx="1365250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5"/>
              </a:spcBef>
            </a:pPr>
            <a:r>
              <a:rPr sz="3200" b="1" spc="145" dirty="0">
                <a:solidFill>
                  <a:srgbClr val="093B70"/>
                </a:solidFill>
                <a:latin typeface="Trebuchet MS"/>
                <a:cs typeface="Trebuchet MS"/>
              </a:rPr>
              <a:t>…right</a:t>
            </a:r>
            <a:endParaRPr sz="3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3200" b="1" spc="-20" dirty="0">
                <a:solidFill>
                  <a:srgbClr val="093B70"/>
                </a:solidFill>
                <a:latin typeface="Trebuchet MS"/>
                <a:cs typeface="Trebuchet MS"/>
              </a:rPr>
              <a:t>answer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81015" y="2627376"/>
            <a:ext cx="2100072" cy="299618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982834" y="6463101"/>
            <a:ext cx="12611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10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7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05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127" baseline="4629" dirty="0">
                <a:solidFill>
                  <a:srgbClr val="585858"/>
                </a:solidFill>
                <a:latin typeface="Trebuchet MS"/>
                <a:cs typeface="Trebuchet MS"/>
              </a:rPr>
              <a:t>8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04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5" dirty="0"/>
              <a:t>DECISION-</a:t>
            </a:r>
            <a:r>
              <a:rPr spc="160" dirty="0"/>
              <a:t>MAKING</a:t>
            </a:r>
            <a:r>
              <a:rPr spc="355" dirty="0"/>
              <a:t> </a:t>
            </a:r>
            <a:r>
              <a:rPr spc="145" dirty="0"/>
              <a:t>PROCESS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64864" y="1133855"/>
            <a:ext cx="4462272" cy="48950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82834" y="6463101"/>
            <a:ext cx="12611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10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7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8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9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7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05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127" baseline="4629" dirty="0">
                <a:solidFill>
                  <a:srgbClr val="585858"/>
                </a:solidFill>
                <a:latin typeface="Trebuchet MS"/>
                <a:cs typeface="Trebuchet MS"/>
              </a:rPr>
              <a:t>9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05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STEP</a:t>
            </a:r>
            <a:r>
              <a:rPr spc="310" dirty="0"/>
              <a:t> </a:t>
            </a:r>
            <a:r>
              <a:rPr spc="95" dirty="0"/>
              <a:t>1:</a:t>
            </a:r>
            <a:r>
              <a:rPr spc="420" dirty="0"/>
              <a:t> </a:t>
            </a:r>
            <a:r>
              <a:rPr b="0" spc="165" dirty="0">
                <a:latin typeface="Arial"/>
                <a:cs typeface="Arial"/>
              </a:rPr>
              <a:t>IDENTIFY</a:t>
            </a:r>
            <a:r>
              <a:rPr b="0" spc="12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A</a:t>
            </a:r>
            <a:r>
              <a:rPr b="0" spc="204" dirty="0">
                <a:latin typeface="Arial"/>
                <a:cs typeface="Arial"/>
              </a:rPr>
              <a:t> </a:t>
            </a:r>
            <a:r>
              <a:rPr b="0" spc="150" dirty="0">
                <a:latin typeface="Arial"/>
                <a:cs typeface="Arial"/>
              </a:rPr>
              <a:t>PROBLEM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8644" y="1490853"/>
            <a:ext cx="10290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Problem</a:t>
            </a:r>
            <a:r>
              <a:rPr sz="2400" b="1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is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90" dirty="0">
                <a:solidFill>
                  <a:srgbClr val="093B70"/>
                </a:solidFill>
                <a:latin typeface="Trebuchet MS"/>
                <a:cs typeface="Trebuchet MS"/>
              </a:rPr>
              <a:t>an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obstacle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093B70"/>
                </a:solidFill>
                <a:latin typeface="Trebuchet MS"/>
                <a:cs typeface="Trebuchet MS"/>
              </a:rPr>
              <a:t>that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makes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70" dirty="0">
                <a:solidFill>
                  <a:srgbClr val="093B70"/>
                </a:solidFill>
                <a:latin typeface="Trebuchet MS"/>
                <a:cs typeface="Trebuchet MS"/>
              </a:rPr>
              <a:t>it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90" dirty="0">
                <a:solidFill>
                  <a:srgbClr val="093B70"/>
                </a:solidFill>
                <a:latin typeface="Trebuchet MS"/>
                <a:cs typeface="Trebuchet MS"/>
              </a:rPr>
              <a:t>difficult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85" dirty="0">
                <a:solidFill>
                  <a:srgbClr val="093B70"/>
                </a:solidFill>
                <a:latin typeface="Trebuchet MS"/>
                <a:cs typeface="Trebuchet MS"/>
              </a:rPr>
              <a:t>achieve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40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093B70"/>
                </a:solidFill>
                <a:latin typeface="Trebuchet MS"/>
                <a:cs typeface="Trebuchet MS"/>
              </a:rPr>
              <a:t>desired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goal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or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purpose.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60092" y="2375916"/>
            <a:ext cx="4901565" cy="3484245"/>
            <a:chOff x="2260092" y="2375916"/>
            <a:chExt cx="4901565" cy="348424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0724" y="3994404"/>
              <a:ext cx="2130552" cy="18653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261616" y="2377440"/>
              <a:ext cx="2052955" cy="1003300"/>
            </a:xfrm>
            <a:custGeom>
              <a:avLst/>
              <a:gdLst/>
              <a:ahLst/>
              <a:cxnLst/>
              <a:rect l="l" t="t" r="r" b="b"/>
              <a:pathLst>
                <a:path w="2052954" h="1003300">
                  <a:moveTo>
                    <a:pt x="1885695" y="0"/>
                  </a:moveTo>
                  <a:lnTo>
                    <a:pt x="167131" y="0"/>
                  </a:lnTo>
                  <a:lnTo>
                    <a:pt x="122693" y="5968"/>
                  </a:lnTo>
                  <a:lnTo>
                    <a:pt x="82766" y="22812"/>
                  </a:lnTo>
                  <a:lnTo>
                    <a:pt x="48942" y="48942"/>
                  </a:lnTo>
                  <a:lnTo>
                    <a:pt x="22812" y="82766"/>
                  </a:lnTo>
                  <a:lnTo>
                    <a:pt x="5968" y="122693"/>
                  </a:lnTo>
                  <a:lnTo>
                    <a:pt x="0" y="167132"/>
                  </a:lnTo>
                  <a:lnTo>
                    <a:pt x="0" y="835660"/>
                  </a:lnTo>
                  <a:lnTo>
                    <a:pt x="5968" y="880098"/>
                  </a:lnTo>
                  <a:lnTo>
                    <a:pt x="22812" y="920025"/>
                  </a:lnTo>
                  <a:lnTo>
                    <a:pt x="48942" y="953849"/>
                  </a:lnTo>
                  <a:lnTo>
                    <a:pt x="82766" y="979979"/>
                  </a:lnTo>
                  <a:lnTo>
                    <a:pt x="122693" y="996823"/>
                  </a:lnTo>
                  <a:lnTo>
                    <a:pt x="167131" y="1002792"/>
                  </a:lnTo>
                  <a:lnTo>
                    <a:pt x="1885695" y="1002792"/>
                  </a:lnTo>
                  <a:lnTo>
                    <a:pt x="1930134" y="996823"/>
                  </a:lnTo>
                  <a:lnTo>
                    <a:pt x="1970061" y="979979"/>
                  </a:lnTo>
                  <a:lnTo>
                    <a:pt x="2003885" y="953849"/>
                  </a:lnTo>
                  <a:lnTo>
                    <a:pt x="2030015" y="920025"/>
                  </a:lnTo>
                  <a:lnTo>
                    <a:pt x="2046859" y="880098"/>
                  </a:lnTo>
                  <a:lnTo>
                    <a:pt x="2052828" y="835660"/>
                  </a:lnTo>
                  <a:lnTo>
                    <a:pt x="2052828" y="167132"/>
                  </a:lnTo>
                  <a:lnTo>
                    <a:pt x="2046859" y="122693"/>
                  </a:lnTo>
                  <a:lnTo>
                    <a:pt x="2030015" y="82766"/>
                  </a:lnTo>
                  <a:lnTo>
                    <a:pt x="2003885" y="48942"/>
                  </a:lnTo>
                  <a:lnTo>
                    <a:pt x="1970061" y="22812"/>
                  </a:lnTo>
                  <a:lnTo>
                    <a:pt x="1930134" y="5968"/>
                  </a:lnTo>
                  <a:lnTo>
                    <a:pt x="1885695" y="0"/>
                  </a:lnTo>
                  <a:close/>
                </a:path>
              </a:pathLst>
            </a:custGeom>
            <a:solidFill>
              <a:srgbClr val="DE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60092" y="2375916"/>
              <a:ext cx="2056130" cy="1005840"/>
            </a:xfrm>
            <a:custGeom>
              <a:avLst/>
              <a:gdLst/>
              <a:ahLst/>
              <a:cxnLst/>
              <a:rect l="l" t="t" r="r" b="b"/>
              <a:pathLst>
                <a:path w="2056129" h="1005839">
                  <a:moveTo>
                    <a:pt x="1888490" y="0"/>
                  </a:moveTo>
                  <a:lnTo>
                    <a:pt x="167385" y="0"/>
                  </a:lnTo>
                  <a:lnTo>
                    <a:pt x="150240" y="888"/>
                  </a:lnTo>
                  <a:lnTo>
                    <a:pt x="102234" y="13081"/>
                  </a:lnTo>
                  <a:lnTo>
                    <a:pt x="60959" y="38226"/>
                  </a:lnTo>
                  <a:lnTo>
                    <a:pt x="28575" y="73913"/>
                  </a:lnTo>
                  <a:lnTo>
                    <a:pt x="7493" y="117856"/>
                  </a:lnTo>
                  <a:lnTo>
                    <a:pt x="0" y="167767"/>
                  </a:lnTo>
                  <a:lnTo>
                    <a:pt x="0" y="838200"/>
                  </a:lnTo>
                  <a:lnTo>
                    <a:pt x="7493" y="887984"/>
                  </a:lnTo>
                  <a:lnTo>
                    <a:pt x="28575" y="931926"/>
                  </a:lnTo>
                  <a:lnTo>
                    <a:pt x="60959" y="967486"/>
                  </a:lnTo>
                  <a:lnTo>
                    <a:pt x="102234" y="992632"/>
                  </a:lnTo>
                  <a:lnTo>
                    <a:pt x="150240" y="1004951"/>
                  </a:lnTo>
                  <a:lnTo>
                    <a:pt x="167385" y="1005839"/>
                  </a:lnTo>
                  <a:lnTo>
                    <a:pt x="1888490" y="1005839"/>
                  </a:lnTo>
                  <a:lnTo>
                    <a:pt x="1905634" y="1004951"/>
                  </a:lnTo>
                  <a:lnTo>
                    <a:pt x="1922271" y="1002411"/>
                  </a:lnTo>
                  <a:lnTo>
                    <a:pt x="1938273" y="998347"/>
                  </a:lnTo>
                  <a:lnTo>
                    <a:pt x="1952275" y="993139"/>
                  </a:lnTo>
                  <a:lnTo>
                    <a:pt x="167385" y="993139"/>
                  </a:lnTo>
                  <a:lnTo>
                    <a:pt x="150875" y="992251"/>
                  </a:lnTo>
                  <a:lnTo>
                    <a:pt x="106680" y="980821"/>
                  </a:lnTo>
                  <a:lnTo>
                    <a:pt x="68580" y="957326"/>
                  </a:lnTo>
                  <a:lnTo>
                    <a:pt x="38734" y="924306"/>
                  </a:lnTo>
                  <a:lnTo>
                    <a:pt x="19431" y="883666"/>
                  </a:lnTo>
                  <a:lnTo>
                    <a:pt x="12730" y="838200"/>
                  </a:lnTo>
                  <a:lnTo>
                    <a:pt x="12700" y="167767"/>
                  </a:lnTo>
                  <a:lnTo>
                    <a:pt x="13588" y="151257"/>
                  </a:lnTo>
                  <a:lnTo>
                    <a:pt x="25018" y="106680"/>
                  </a:lnTo>
                  <a:lnTo>
                    <a:pt x="48387" y="68707"/>
                  </a:lnTo>
                  <a:lnTo>
                    <a:pt x="81406" y="38862"/>
                  </a:lnTo>
                  <a:lnTo>
                    <a:pt x="122046" y="19431"/>
                  </a:lnTo>
                  <a:lnTo>
                    <a:pt x="168020" y="12700"/>
                  </a:lnTo>
                  <a:lnTo>
                    <a:pt x="1952593" y="12700"/>
                  </a:lnTo>
                  <a:lnTo>
                    <a:pt x="1938273" y="7493"/>
                  </a:lnTo>
                  <a:lnTo>
                    <a:pt x="1922271" y="3429"/>
                  </a:lnTo>
                  <a:lnTo>
                    <a:pt x="1905634" y="888"/>
                  </a:lnTo>
                  <a:lnTo>
                    <a:pt x="1888490" y="0"/>
                  </a:lnTo>
                  <a:close/>
                </a:path>
                <a:path w="2056129" h="1005839">
                  <a:moveTo>
                    <a:pt x="1952593" y="12700"/>
                  </a:moveTo>
                  <a:lnTo>
                    <a:pt x="1888490" y="12700"/>
                  </a:lnTo>
                  <a:lnTo>
                    <a:pt x="1904999" y="13588"/>
                  </a:lnTo>
                  <a:lnTo>
                    <a:pt x="1920240" y="16001"/>
                  </a:lnTo>
                  <a:lnTo>
                    <a:pt x="1962784" y="31623"/>
                  </a:lnTo>
                  <a:lnTo>
                    <a:pt x="1998345" y="58547"/>
                  </a:lnTo>
                  <a:lnTo>
                    <a:pt x="2024887" y="94361"/>
                  </a:lnTo>
                  <a:lnTo>
                    <a:pt x="2040128" y="137033"/>
                  </a:lnTo>
                  <a:lnTo>
                    <a:pt x="2043175" y="838200"/>
                  </a:lnTo>
                  <a:lnTo>
                    <a:pt x="2042286" y="854710"/>
                  </a:lnTo>
                  <a:lnTo>
                    <a:pt x="2030857" y="899160"/>
                  </a:lnTo>
                  <a:lnTo>
                    <a:pt x="2007488" y="937260"/>
                  </a:lnTo>
                  <a:lnTo>
                    <a:pt x="1974595" y="966978"/>
                  </a:lnTo>
                  <a:lnTo>
                    <a:pt x="1933956" y="986409"/>
                  </a:lnTo>
                  <a:lnTo>
                    <a:pt x="1887855" y="993139"/>
                  </a:lnTo>
                  <a:lnTo>
                    <a:pt x="1952275" y="993139"/>
                  </a:lnTo>
                  <a:lnTo>
                    <a:pt x="1995043" y="967486"/>
                  </a:lnTo>
                  <a:lnTo>
                    <a:pt x="2027300" y="931926"/>
                  </a:lnTo>
                  <a:lnTo>
                    <a:pt x="2048383" y="887984"/>
                  </a:lnTo>
                  <a:lnTo>
                    <a:pt x="2055875" y="838200"/>
                  </a:lnTo>
                  <a:lnTo>
                    <a:pt x="2055875" y="167767"/>
                  </a:lnTo>
                  <a:lnTo>
                    <a:pt x="2048383" y="117856"/>
                  </a:lnTo>
                  <a:lnTo>
                    <a:pt x="2027300" y="73913"/>
                  </a:lnTo>
                  <a:lnTo>
                    <a:pt x="1995043" y="38226"/>
                  </a:lnTo>
                  <a:lnTo>
                    <a:pt x="1953641" y="13081"/>
                  </a:lnTo>
                  <a:lnTo>
                    <a:pt x="1952593" y="12700"/>
                  </a:lnTo>
                  <a:close/>
                </a:path>
              </a:pathLst>
            </a:custGeom>
            <a:solidFill>
              <a:srgbClr val="258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560701" y="2639694"/>
            <a:ext cx="14547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093B70"/>
                </a:solidFill>
                <a:latin typeface="Trebuchet MS"/>
                <a:cs typeface="Trebuchet MS"/>
              </a:rPr>
              <a:t>Problem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70828" y="2590876"/>
            <a:ext cx="4972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225" dirty="0">
                <a:solidFill>
                  <a:srgbClr val="093B70"/>
                </a:solidFill>
                <a:latin typeface="Trebuchet MS"/>
                <a:cs typeface="Trebuchet MS"/>
              </a:rPr>
              <a:t>VS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876031" y="2350007"/>
            <a:ext cx="2479675" cy="1007744"/>
            <a:chOff x="7876031" y="2350007"/>
            <a:chExt cx="2479675" cy="1007744"/>
          </a:xfrm>
        </p:grpSpPr>
        <p:sp>
          <p:nvSpPr>
            <p:cNvPr id="12" name="object 12"/>
            <p:cNvSpPr/>
            <p:nvPr/>
          </p:nvSpPr>
          <p:spPr>
            <a:xfrm>
              <a:off x="7877555" y="2351531"/>
              <a:ext cx="2476500" cy="1004569"/>
            </a:xfrm>
            <a:custGeom>
              <a:avLst/>
              <a:gdLst/>
              <a:ahLst/>
              <a:cxnLst/>
              <a:rect l="l" t="t" r="r" b="b"/>
              <a:pathLst>
                <a:path w="2476500" h="1004570">
                  <a:moveTo>
                    <a:pt x="2309114" y="0"/>
                  </a:moveTo>
                  <a:lnTo>
                    <a:pt x="167386" y="0"/>
                  </a:lnTo>
                  <a:lnTo>
                    <a:pt x="122884" y="5978"/>
                  </a:lnTo>
                  <a:lnTo>
                    <a:pt x="82898" y="22850"/>
                  </a:lnTo>
                  <a:lnTo>
                    <a:pt x="49022" y="49021"/>
                  </a:lnTo>
                  <a:lnTo>
                    <a:pt x="22850" y="82898"/>
                  </a:lnTo>
                  <a:lnTo>
                    <a:pt x="5978" y="122884"/>
                  </a:lnTo>
                  <a:lnTo>
                    <a:pt x="0" y="167385"/>
                  </a:lnTo>
                  <a:lnTo>
                    <a:pt x="0" y="836929"/>
                  </a:lnTo>
                  <a:lnTo>
                    <a:pt x="5978" y="881431"/>
                  </a:lnTo>
                  <a:lnTo>
                    <a:pt x="22850" y="921417"/>
                  </a:lnTo>
                  <a:lnTo>
                    <a:pt x="49022" y="955293"/>
                  </a:lnTo>
                  <a:lnTo>
                    <a:pt x="82898" y="981465"/>
                  </a:lnTo>
                  <a:lnTo>
                    <a:pt x="122884" y="998337"/>
                  </a:lnTo>
                  <a:lnTo>
                    <a:pt x="167386" y="1004315"/>
                  </a:lnTo>
                  <a:lnTo>
                    <a:pt x="2309114" y="1004315"/>
                  </a:lnTo>
                  <a:lnTo>
                    <a:pt x="2353615" y="998337"/>
                  </a:lnTo>
                  <a:lnTo>
                    <a:pt x="2393601" y="981465"/>
                  </a:lnTo>
                  <a:lnTo>
                    <a:pt x="2427478" y="955294"/>
                  </a:lnTo>
                  <a:lnTo>
                    <a:pt x="2453649" y="921417"/>
                  </a:lnTo>
                  <a:lnTo>
                    <a:pt x="2470521" y="881431"/>
                  </a:lnTo>
                  <a:lnTo>
                    <a:pt x="2476500" y="836929"/>
                  </a:lnTo>
                  <a:lnTo>
                    <a:pt x="2476500" y="167385"/>
                  </a:lnTo>
                  <a:lnTo>
                    <a:pt x="2470521" y="122884"/>
                  </a:lnTo>
                  <a:lnTo>
                    <a:pt x="2453649" y="82898"/>
                  </a:lnTo>
                  <a:lnTo>
                    <a:pt x="2427478" y="49022"/>
                  </a:lnTo>
                  <a:lnTo>
                    <a:pt x="2393601" y="22850"/>
                  </a:lnTo>
                  <a:lnTo>
                    <a:pt x="2353615" y="5978"/>
                  </a:lnTo>
                  <a:lnTo>
                    <a:pt x="2309114" y="0"/>
                  </a:lnTo>
                  <a:close/>
                </a:path>
              </a:pathLst>
            </a:custGeom>
            <a:solidFill>
              <a:srgbClr val="DE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876031" y="2350007"/>
              <a:ext cx="2479675" cy="1007744"/>
            </a:xfrm>
            <a:custGeom>
              <a:avLst/>
              <a:gdLst/>
              <a:ahLst/>
              <a:cxnLst/>
              <a:rect l="l" t="t" r="r" b="b"/>
              <a:pathLst>
                <a:path w="2479675" h="1007745">
                  <a:moveTo>
                    <a:pt x="2312035" y="0"/>
                  </a:moveTo>
                  <a:lnTo>
                    <a:pt x="167640" y="0"/>
                  </a:lnTo>
                  <a:lnTo>
                    <a:pt x="150495" y="888"/>
                  </a:lnTo>
                  <a:lnTo>
                    <a:pt x="102362" y="13207"/>
                  </a:lnTo>
                  <a:lnTo>
                    <a:pt x="60960" y="38353"/>
                  </a:lnTo>
                  <a:lnTo>
                    <a:pt x="28701" y="74040"/>
                  </a:lnTo>
                  <a:lnTo>
                    <a:pt x="7493" y="117982"/>
                  </a:lnTo>
                  <a:lnTo>
                    <a:pt x="0" y="167893"/>
                  </a:lnTo>
                  <a:lnTo>
                    <a:pt x="0" y="839469"/>
                  </a:lnTo>
                  <a:lnTo>
                    <a:pt x="7493" y="889380"/>
                  </a:lnTo>
                  <a:lnTo>
                    <a:pt x="28701" y="933322"/>
                  </a:lnTo>
                  <a:lnTo>
                    <a:pt x="60960" y="969009"/>
                  </a:lnTo>
                  <a:lnTo>
                    <a:pt x="102362" y="994155"/>
                  </a:lnTo>
                  <a:lnTo>
                    <a:pt x="150495" y="1006475"/>
                  </a:lnTo>
                  <a:lnTo>
                    <a:pt x="167640" y="1007363"/>
                  </a:lnTo>
                  <a:lnTo>
                    <a:pt x="2312035" y="1007363"/>
                  </a:lnTo>
                  <a:lnTo>
                    <a:pt x="2329179" y="1006475"/>
                  </a:lnTo>
                  <a:lnTo>
                    <a:pt x="2345817" y="1003934"/>
                  </a:lnTo>
                  <a:lnTo>
                    <a:pt x="2361819" y="999870"/>
                  </a:lnTo>
                  <a:lnTo>
                    <a:pt x="2375820" y="994663"/>
                  </a:lnTo>
                  <a:lnTo>
                    <a:pt x="167640" y="994663"/>
                  </a:lnTo>
                  <a:lnTo>
                    <a:pt x="151129" y="993775"/>
                  </a:lnTo>
                  <a:lnTo>
                    <a:pt x="106679" y="982344"/>
                  </a:lnTo>
                  <a:lnTo>
                    <a:pt x="68579" y="958850"/>
                  </a:lnTo>
                  <a:lnTo>
                    <a:pt x="38862" y="925829"/>
                  </a:lnTo>
                  <a:lnTo>
                    <a:pt x="19431" y="885063"/>
                  </a:lnTo>
                  <a:lnTo>
                    <a:pt x="12724" y="839469"/>
                  </a:lnTo>
                  <a:lnTo>
                    <a:pt x="12700" y="167893"/>
                  </a:lnTo>
                  <a:lnTo>
                    <a:pt x="13589" y="151383"/>
                  </a:lnTo>
                  <a:lnTo>
                    <a:pt x="25019" y="106933"/>
                  </a:lnTo>
                  <a:lnTo>
                    <a:pt x="48514" y="68706"/>
                  </a:lnTo>
                  <a:lnTo>
                    <a:pt x="81534" y="38862"/>
                  </a:lnTo>
                  <a:lnTo>
                    <a:pt x="122174" y="19430"/>
                  </a:lnTo>
                  <a:lnTo>
                    <a:pt x="168275" y="12700"/>
                  </a:lnTo>
                  <a:lnTo>
                    <a:pt x="2375820" y="12700"/>
                  </a:lnTo>
                  <a:lnTo>
                    <a:pt x="2361819" y="7492"/>
                  </a:lnTo>
                  <a:lnTo>
                    <a:pt x="2345817" y="3428"/>
                  </a:lnTo>
                  <a:lnTo>
                    <a:pt x="2329179" y="888"/>
                  </a:lnTo>
                  <a:lnTo>
                    <a:pt x="2312035" y="0"/>
                  </a:lnTo>
                  <a:close/>
                </a:path>
                <a:path w="2479675" h="1007745">
                  <a:moveTo>
                    <a:pt x="2375820" y="12700"/>
                  </a:moveTo>
                  <a:lnTo>
                    <a:pt x="2312035" y="12700"/>
                  </a:lnTo>
                  <a:lnTo>
                    <a:pt x="2328545" y="13588"/>
                  </a:lnTo>
                  <a:lnTo>
                    <a:pt x="2343912" y="16001"/>
                  </a:lnTo>
                  <a:lnTo>
                    <a:pt x="2386457" y="31750"/>
                  </a:lnTo>
                  <a:lnTo>
                    <a:pt x="2421890" y="58674"/>
                  </a:lnTo>
                  <a:lnTo>
                    <a:pt x="2448560" y="94487"/>
                  </a:lnTo>
                  <a:lnTo>
                    <a:pt x="2463800" y="137287"/>
                  </a:lnTo>
                  <a:lnTo>
                    <a:pt x="2466848" y="839469"/>
                  </a:lnTo>
                  <a:lnTo>
                    <a:pt x="2465959" y="856106"/>
                  </a:lnTo>
                  <a:lnTo>
                    <a:pt x="2454529" y="900556"/>
                  </a:lnTo>
                  <a:lnTo>
                    <a:pt x="2431034" y="938656"/>
                  </a:lnTo>
                  <a:lnTo>
                    <a:pt x="2398141" y="968501"/>
                  </a:lnTo>
                  <a:lnTo>
                    <a:pt x="2357501" y="987932"/>
                  </a:lnTo>
                  <a:lnTo>
                    <a:pt x="2311400" y="994663"/>
                  </a:lnTo>
                  <a:lnTo>
                    <a:pt x="2375820" y="994663"/>
                  </a:lnTo>
                  <a:lnTo>
                    <a:pt x="2418588" y="969009"/>
                  </a:lnTo>
                  <a:lnTo>
                    <a:pt x="2450973" y="933322"/>
                  </a:lnTo>
                  <a:lnTo>
                    <a:pt x="2472054" y="889380"/>
                  </a:lnTo>
                  <a:lnTo>
                    <a:pt x="2479548" y="839469"/>
                  </a:lnTo>
                  <a:lnTo>
                    <a:pt x="2479548" y="167893"/>
                  </a:lnTo>
                  <a:lnTo>
                    <a:pt x="2472054" y="117982"/>
                  </a:lnTo>
                  <a:lnTo>
                    <a:pt x="2450973" y="74040"/>
                  </a:lnTo>
                  <a:lnTo>
                    <a:pt x="2418588" y="38353"/>
                  </a:lnTo>
                  <a:lnTo>
                    <a:pt x="2377186" y="13207"/>
                  </a:lnTo>
                  <a:lnTo>
                    <a:pt x="2375820" y="12700"/>
                  </a:lnTo>
                  <a:close/>
                </a:path>
              </a:pathLst>
            </a:custGeom>
            <a:solidFill>
              <a:srgbClr val="258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074532" y="2401569"/>
            <a:ext cx="208407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0360" marR="5080" indent="-327660">
              <a:lnSpc>
                <a:spcPct val="100000"/>
              </a:lnSpc>
              <a:spcBef>
                <a:spcPts val="95"/>
              </a:spcBef>
            </a:pPr>
            <a:r>
              <a:rPr sz="2800" b="1" spc="100" dirty="0">
                <a:solidFill>
                  <a:srgbClr val="093B70"/>
                </a:solidFill>
                <a:latin typeface="Trebuchet MS"/>
                <a:cs typeface="Trebuchet MS"/>
              </a:rPr>
              <a:t>Symptom</a:t>
            </a:r>
            <a:r>
              <a:rPr sz="2800" b="1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800" b="1" spc="-35" dirty="0">
                <a:solidFill>
                  <a:srgbClr val="093B70"/>
                </a:solidFill>
                <a:latin typeface="Trebuchet MS"/>
                <a:cs typeface="Trebuchet MS"/>
              </a:rPr>
              <a:t>of </a:t>
            </a:r>
            <a:r>
              <a:rPr sz="2800" b="1" spc="-10" dirty="0">
                <a:solidFill>
                  <a:srgbClr val="093B70"/>
                </a:solidFill>
                <a:latin typeface="Trebuchet MS"/>
                <a:cs typeface="Trebuchet MS"/>
              </a:rPr>
              <a:t>problem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10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06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STEP</a:t>
            </a:r>
            <a:r>
              <a:rPr spc="310" dirty="0"/>
              <a:t> </a:t>
            </a:r>
            <a:r>
              <a:rPr spc="95" dirty="0"/>
              <a:t>1:</a:t>
            </a:r>
            <a:r>
              <a:rPr spc="420" dirty="0"/>
              <a:t> </a:t>
            </a:r>
            <a:r>
              <a:rPr b="0" spc="165" dirty="0">
                <a:latin typeface="Arial"/>
                <a:cs typeface="Arial"/>
              </a:rPr>
              <a:t>IDENTIFY</a:t>
            </a:r>
            <a:r>
              <a:rPr b="0" spc="125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A</a:t>
            </a:r>
            <a:r>
              <a:rPr b="0" spc="204" dirty="0">
                <a:latin typeface="Arial"/>
                <a:cs typeface="Arial"/>
              </a:rPr>
              <a:t> </a:t>
            </a:r>
            <a:r>
              <a:rPr b="0" spc="150" dirty="0">
                <a:latin typeface="Arial"/>
                <a:cs typeface="Arial"/>
              </a:rPr>
              <a:t>PROBLEM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088136" y="2423160"/>
            <a:ext cx="2057400" cy="1007744"/>
            <a:chOff x="1088136" y="2423160"/>
            <a:chExt cx="2057400" cy="1007744"/>
          </a:xfrm>
        </p:grpSpPr>
        <p:sp>
          <p:nvSpPr>
            <p:cNvPr id="5" name="object 5"/>
            <p:cNvSpPr/>
            <p:nvPr/>
          </p:nvSpPr>
          <p:spPr>
            <a:xfrm>
              <a:off x="1089660" y="2424684"/>
              <a:ext cx="2054860" cy="1004569"/>
            </a:xfrm>
            <a:custGeom>
              <a:avLst/>
              <a:gdLst/>
              <a:ahLst/>
              <a:cxnLst/>
              <a:rect l="l" t="t" r="r" b="b"/>
              <a:pathLst>
                <a:path w="2054860" h="1004570">
                  <a:moveTo>
                    <a:pt x="1886965" y="0"/>
                  </a:moveTo>
                  <a:lnTo>
                    <a:pt x="167386" y="0"/>
                  </a:lnTo>
                  <a:lnTo>
                    <a:pt x="122888" y="5978"/>
                  </a:lnTo>
                  <a:lnTo>
                    <a:pt x="82903" y="22850"/>
                  </a:lnTo>
                  <a:lnTo>
                    <a:pt x="49026" y="49022"/>
                  </a:lnTo>
                  <a:lnTo>
                    <a:pt x="22853" y="82898"/>
                  </a:lnTo>
                  <a:lnTo>
                    <a:pt x="5979" y="122884"/>
                  </a:lnTo>
                  <a:lnTo>
                    <a:pt x="0" y="167386"/>
                  </a:lnTo>
                  <a:lnTo>
                    <a:pt x="0" y="836929"/>
                  </a:lnTo>
                  <a:lnTo>
                    <a:pt x="5979" y="881431"/>
                  </a:lnTo>
                  <a:lnTo>
                    <a:pt x="22853" y="921417"/>
                  </a:lnTo>
                  <a:lnTo>
                    <a:pt x="49026" y="955293"/>
                  </a:lnTo>
                  <a:lnTo>
                    <a:pt x="82903" y="981465"/>
                  </a:lnTo>
                  <a:lnTo>
                    <a:pt x="122888" y="998337"/>
                  </a:lnTo>
                  <a:lnTo>
                    <a:pt x="167386" y="1004315"/>
                  </a:lnTo>
                  <a:lnTo>
                    <a:pt x="1886965" y="1004315"/>
                  </a:lnTo>
                  <a:lnTo>
                    <a:pt x="1931467" y="998337"/>
                  </a:lnTo>
                  <a:lnTo>
                    <a:pt x="1971453" y="981465"/>
                  </a:lnTo>
                  <a:lnTo>
                    <a:pt x="2005329" y="955293"/>
                  </a:lnTo>
                  <a:lnTo>
                    <a:pt x="2031501" y="921417"/>
                  </a:lnTo>
                  <a:lnTo>
                    <a:pt x="2048373" y="881431"/>
                  </a:lnTo>
                  <a:lnTo>
                    <a:pt x="2054352" y="836929"/>
                  </a:lnTo>
                  <a:lnTo>
                    <a:pt x="2054352" y="167386"/>
                  </a:lnTo>
                  <a:lnTo>
                    <a:pt x="2048373" y="122884"/>
                  </a:lnTo>
                  <a:lnTo>
                    <a:pt x="2031501" y="82898"/>
                  </a:lnTo>
                  <a:lnTo>
                    <a:pt x="2005330" y="49022"/>
                  </a:lnTo>
                  <a:lnTo>
                    <a:pt x="1971453" y="22850"/>
                  </a:lnTo>
                  <a:lnTo>
                    <a:pt x="1931467" y="5978"/>
                  </a:lnTo>
                  <a:lnTo>
                    <a:pt x="1886965" y="0"/>
                  </a:lnTo>
                  <a:close/>
                </a:path>
              </a:pathLst>
            </a:custGeom>
            <a:solidFill>
              <a:srgbClr val="DEE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88136" y="2423160"/>
              <a:ext cx="2057400" cy="1007744"/>
            </a:xfrm>
            <a:custGeom>
              <a:avLst/>
              <a:gdLst/>
              <a:ahLst/>
              <a:cxnLst/>
              <a:rect l="l" t="t" r="r" b="b"/>
              <a:pathLst>
                <a:path w="2057400" h="1007745">
                  <a:moveTo>
                    <a:pt x="1889887" y="0"/>
                  </a:moveTo>
                  <a:lnTo>
                    <a:pt x="167639" y="0"/>
                  </a:lnTo>
                  <a:lnTo>
                    <a:pt x="150494" y="888"/>
                  </a:lnTo>
                  <a:lnTo>
                    <a:pt x="102387" y="13207"/>
                  </a:lnTo>
                  <a:lnTo>
                    <a:pt x="60959" y="38353"/>
                  </a:lnTo>
                  <a:lnTo>
                    <a:pt x="28663" y="74040"/>
                  </a:lnTo>
                  <a:lnTo>
                    <a:pt x="7518" y="117982"/>
                  </a:lnTo>
                  <a:lnTo>
                    <a:pt x="0" y="167893"/>
                  </a:lnTo>
                  <a:lnTo>
                    <a:pt x="0" y="839469"/>
                  </a:lnTo>
                  <a:lnTo>
                    <a:pt x="7518" y="889380"/>
                  </a:lnTo>
                  <a:lnTo>
                    <a:pt x="28663" y="933323"/>
                  </a:lnTo>
                  <a:lnTo>
                    <a:pt x="60959" y="969010"/>
                  </a:lnTo>
                  <a:lnTo>
                    <a:pt x="102387" y="994155"/>
                  </a:lnTo>
                  <a:lnTo>
                    <a:pt x="150494" y="1006475"/>
                  </a:lnTo>
                  <a:lnTo>
                    <a:pt x="167639" y="1007363"/>
                  </a:lnTo>
                  <a:lnTo>
                    <a:pt x="1889887" y="1007363"/>
                  </a:lnTo>
                  <a:lnTo>
                    <a:pt x="1907032" y="1006475"/>
                  </a:lnTo>
                  <a:lnTo>
                    <a:pt x="1923669" y="1003935"/>
                  </a:lnTo>
                  <a:lnTo>
                    <a:pt x="1939670" y="999870"/>
                  </a:lnTo>
                  <a:lnTo>
                    <a:pt x="1953672" y="994663"/>
                  </a:lnTo>
                  <a:lnTo>
                    <a:pt x="167639" y="994663"/>
                  </a:lnTo>
                  <a:lnTo>
                    <a:pt x="151129" y="993775"/>
                  </a:lnTo>
                  <a:lnTo>
                    <a:pt x="106743" y="982344"/>
                  </a:lnTo>
                  <a:lnTo>
                    <a:pt x="68529" y="958850"/>
                  </a:lnTo>
                  <a:lnTo>
                    <a:pt x="38861" y="925829"/>
                  </a:lnTo>
                  <a:lnTo>
                    <a:pt x="19456" y="885063"/>
                  </a:lnTo>
                  <a:lnTo>
                    <a:pt x="12710" y="839469"/>
                  </a:lnTo>
                  <a:lnTo>
                    <a:pt x="12700" y="167893"/>
                  </a:lnTo>
                  <a:lnTo>
                    <a:pt x="13538" y="151384"/>
                  </a:lnTo>
                  <a:lnTo>
                    <a:pt x="25082" y="106934"/>
                  </a:lnTo>
                  <a:lnTo>
                    <a:pt x="48488" y="68706"/>
                  </a:lnTo>
                  <a:lnTo>
                    <a:pt x="81533" y="38862"/>
                  </a:lnTo>
                  <a:lnTo>
                    <a:pt x="122237" y="19430"/>
                  </a:lnTo>
                  <a:lnTo>
                    <a:pt x="168275" y="12700"/>
                  </a:lnTo>
                  <a:lnTo>
                    <a:pt x="1953672" y="12700"/>
                  </a:lnTo>
                  <a:lnTo>
                    <a:pt x="1939670" y="7492"/>
                  </a:lnTo>
                  <a:lnTo>
                    <a:pt x="1923669" y="3428"/>
                  </a:lnTo>
                  <a:lnTo>
                    <a:pt x="1907032" y="888"/>
                  </a:lnTo>
                  <a:lnTo>
                    <a:pt x="1889887" y="0"/>
                  </a:lnTo>
                  <a:close/>
                </a:path>
                <a:path w="2057400" h="1007745">
                  <a:moveTo>
                    <a:pt x="1953672" y="12700"/>
                  </a:moveTo>
                  <a:lnTo>
                    <a:pt x="1889887" y="12700"/>
                  </a:lnTo>
                  <a:lnTo>
                    <a:pt x="1906396" y="13588"/>
                  </a:lnTo>
                  <a:lnTo>
                    <a:pt x="1921764" y="16001"/>
                  </a:lnTo>
                  <a:lnTo>
                    <a:pt x="1964308" y="31750"/>
                  </a:lnTo>
                  <a:lnTo>
                    <a:pt x="1999741" y="58674"/>
                  </a:lnTo>
                  <a:lnTo>
                    <a:pt x="2026412" y="94487"/>
                  </a:lnTo>
                  <a:lnTo>
                    <a:pt x="2041652" y="137287"/>
                  </a:lnTo>
                  <a:lnTo>
                    <a:pt x="2044700" y="839469"/>
                  </a:lnTo>
                  <a:lnTo>
                    <a:pt x="2043811" y="856106"/>
                  </a:lnTo>
                  <a:lnTo>
                    <a:pt x="2032381" y="900556"/>
                  </a:lnTo>
                  <a:lnTo>
                    <a:pt x="2008886" y="938656"/>
                  </a:lnTo>
                  <a:lnTo>
                    <a:pt x="1975993" y="968501"/>
                  </a:lnTo>
                  <a:lnTo>
                    <a:pt x="1935352" y="987932"/>
                  </a:lnTo>
                  <a:lnTo>
                    <a:pt x="1889252" y="994663"/>
                  </a:lnTo>
                  <a:lnTo>
                    <a:pt x="1953672" y="994663"/>
                  </a:lnTo>
                  <a:lnTo>
                    <a:pt x="1996439" y="969010"/>
                  </a:lnTo>
                  <a:lnTo>
                    <a:pt x="2028825" y="933323"/>
                  </a:lnTo>
                  <a:lnTo>
                    <a:pt x="2049907" y="889380"/>
                  </a:lnTo>
                  <a:lnTo>
                    <a:pt x="2057400" y="839469"/>
                  </a:lnTo>
                  <a:lnTo>
                    <a:pt x="2057400" y="167893"/>
                  </a:lnTo>
                  <a:lnTo>
                    <a:pt x="2049907" y="117982"/>
                  </a:lnTo>
                  <a:lnTo>
                    <a:pt x="2028825" y="74040"/>
                  </a:lnTo>
                  <a:lnTo>
                    <a:pt x="1996439" y="38353"/>
                  </a:lnTo>
                  <a:lnTo>
                    <a:pt x="1955038" y="13207"/>
                  </a:lnTo>
                  <a:lnTo>
                    <a:pt x="1953672" y="12700"/>
                  </a:lnTo>
                  <a:close/>
                </a:path>
              </a:pathLst>
            </a:custGeom>
            <a:solidFill>
              <a:srgbClr val="258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89125" y="2687827"/>
            <a:ext cx="14547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093B70"/>
                </a:solidFill>
                <a:latin typeface="Trebuchet MS"/>
                <a:cs typeface="Trebuchet MS"/>
              </a:rPr>
              <a:t>Problem</a:t>
            </a:r>
            <a:endParaRPr sz="28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53967" y="2180844"/>
            <a:ext cx="7066915" cy="1493520"/>
            <a:chOff x="3553967" y="2180844"/>
            <a:chExt cx="7066915" cy="149352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53967" y="2833116"/>
              <a:ext cx="2005584" cy="1889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44711" y="2180844"/>
              <a:ext cx="1876044" cy="149351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175628" y="2717672"/>
            <a:ext cx="23761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Need</a:t>
            </a:r>
            <a:r>
              <a:rPr sz="2400" spc="-1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45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new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laptop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11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07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STEP</a:t>
            </a:r>
            <a:r>
              <a:rPr spc="320" dirty="0"/>
              <a:t> </a:t>
            </a:r>
            <a:r>
              <a:rPr spc="95" dirty="0"/>
              <a:t>2:</a:t>
            </a:r>
            <a:r>
              <a:rPr spc="425" dirty="0"/>
              <a:t> </a:t>
            </a:r>
            <a:r>
              <a:rPr b="0" spc="280" dirty="0">
                <a:latin typeface="Trebuchet MS"/>
                <a:cs typeface="Trebuchet MS"/>
              </a:rPr>
              <a:t>IDENTIFYING</a:t>
            </a:r>
            <a:r>
              <a:rPr b="0" spc="300" dirty="0">
                <a:latin typeface="Trebuchet MS"/>
                <a:cs typeface="Trebuchet MS"/>
              </a:rPr>
              <a:t> </a:t>
            </a:r>
            <a:r>
              <a:rPr b="0" spc="335" dirty="0">
                <a:latin typeface="Trebuchet MS"/>
                <a:cs typeface="Trebuchet MS"/>
              </a:rPr>
              <a:t>DECISION</a:t>
            </a:r>
            <a:r>
              <a:rPr b="0" spc="290" dirty="0">
                <a:latin typeface="Trebuchet MS"/>
                <a:cs typeface="Trebuchet MS"/>
              </a:rPr>
              <a:t> </a:t>
            </a:r>
            <a:r>
              <a:rPr b="0" spc="220" dirty="0">
                <a:latin typeface="Trebuchet MS"/>
                <a:cs typeface="Trebuchet MS"/>
              </a:rPr>
              <a:t>CRITERIA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3191" y="2380615"/>
            <a:ext cx="442404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Decision</a:t>
            </a:r>
            <a:r>
              <a:rPr sz="2400" b="1" spc="409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criteria</a:t>
            </a:r>
            <a:r>
              <a:rPr sz="2400" b="1" spc="4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-</a:t>
            </a:r>
            <a:r>
              <a:rPr sz="2400" spc="38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criteria</a:t>
            </a:r>
            <a:r>
              <a:rPr sz="2400" spc="39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that 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define</a:t>
            </a:r>
            <a:r>
              <a:rPr sz="2400" spc="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04" dirty="0">
                <a:solidFill>
                  <a:srgbClr val="093B70"/>
                </a:solidFill>
                <a:latin typeface="Trebuchet MS"/>
                <a:cs typeface="Trebuchet MS"/>
              </a:rPr>
              <a:t>what’s</a:t>
            </a:r>
            <a:r>
              <a:rPr sz="2400" spc="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093B70"/>
                </a:solidFill>
                <a:latin typeface="Trebuchet MS"/>
                <a:cs typeface="Trebuchet MS"/>
              </a:rPr>
              <a:t>important</a:t>
            </a:r>
            <a:r>
              <a:rPr sz="2400" spc="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or</a:t>
            </a:r>
            <a:r>
              <a:rPr sz="2400" spc="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relevant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1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resolving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40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problem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361176" y="1772411"/>
            <a:ext cx="5003800" cy="2830195"/>
            <a:chOff x="6361176" y="1772411"/>
            <a:chExt cx="5003800" cy="2830195"/>
          </a:xfrm>
        </p:grpSpPr>
        <p:sp>
          <p:nvSpPr>
            <p:cNvPr id="6" name="object 6"/>
            <p:cNvSpPr/>
            <p:nvPr/>
          </p:nvSpPr>
          <p:spPr>
            <a:xfrm>
              <a:off x="6362700" y="1772411"/>
              <a:ext cx="5000625" cy="2828925"/>
            </a:xfrm>
            <a:custGeom>
              <a:avLst/>
              <a:gdLst/>
              <a:ahLst/>
              <a:cxnLst/>
              <a:rect l="l" t="t" r="r" b="b"/>
              <a:pathLst>
                <a:path w="5000625" h="2828925">
                  <a:moveTo>
                    <a:pt x="4528820" y="0"/>
                  </a:moveTo>
                  <a:lnTo>
                    <a:pt x="471424" y="0"/>
                  </a:lnTo>
                  <a:lnTo>
                    <a:pt x="423225" y="2434"/>
                  </a:lnTo>
                  <a:lnTo>
                    <a:pt x="376418" y="9578"/>
                  </a:lnTo>
                  <a:lnTo>
                    <a:pt x="331240" y="21195"/>
                  </a:lnTo>
                  <a:lnTo>
                    <a:pt x="287928" y="37048"/>
                  </a:lnTo>
                  <a:lnTo>
                    <a:pt x="246719" y="56900"/>
                  </a:lnTo>
                  <a:lnTo>
                    <a:pt x="207850" y="80514"/>
                  </a:lnTo>
                  <a:lnTo>
                    <a:pt x="171558" y="107653"/>
                  </a:lnTo>
                  <a:lnTo>
                    <a:pt x="138080" y="138080"/>
                  </a:lnTo>
                  <a:lnTo>
                    <a:pt x="107653" y="171558"/>
                  </a:lnTo>
                  <a:lnTo>
                    <a:pt x="80514" y="207850"/>
                  </a:lnTo>
                  <a:lnTo>
                    <a:pt x="56900" y="246719"/>
                  </a:lnTo>
                  <a:lnTo>
                    <a:pt x="37048" y="287928"/>
                  </a:lnTo>
                  <a:lnTo>
                    <a:pt x="21195" y="331240"/>
                  </a:lnTo>
                  <a:lnTo>
                    <a:pt x="9578" y="376418"/>
                  </a:lnTo>
                  <a:lnTo>
                    <a:pt x="2434" y="423225"/>
                  </a:lnTo>
                  <a:lnTo>
                    <a:pt x="0" y="471424"/>
                  </a:lnTo>
                  <a:lnTo>
                    <a:pt x="0" y="2357120"/>
                  </a:lnTo>
                  <a:lnTo>
                    <a:pt x="2434" y="2405318"/>
                  </a:lnTo>
                  <a:lnTo>
                    <a:pt x="9578" y="2452125"/>
                  </a:lnTo>
                  <a:lnTo>
                    <a:pt x="21195" y="2497303"/>
                  </a:lnTo>
                  <a:lnTo>
                    <a:pt x="37048" y="2540615"/>
                  </a:lnTo>
                  <a:lnTo>
                    <a:pt x="56900" y="2581824"/>
                  </a:lnTo>
                  <a:lnTo>
                    <a:pt x="80514" y="2620693"/>
                  </a:lnTo>
                  <a:lnTo>
                    <a:pt x="107653" y="2656985"/>
                  </a:lnTo>
                  <a:lnTo>
                    <a:pt x="138080" y="2690463"/>
                  </a:lnTo>
                  <a:lnTo>
                    <a:pt x="171558" y="2720890"/>
                  </a:lnTo>
                  <a:lnTo>
                    <a:pt x="207850" y="2748029"/>
                  </a:lnTo>
                  <a:lnTo>
                    <a:pt x="246719" y="2771643"/>
                  </a:lnTo>
                  <a:lnTo>
                    <a:pt x="287928" y="2791495"/>
                  </a:lnTo>
                  <a:lnTo>
                    <a:pt x="331240" y="2807348"/>
                  </a:lnTo>
                  <a:lnTo>
                    <a:pt x="376418" y="2818965"/>
                  </a:lnTo>
                  <a:lnTo>
                    <a:pt x="423225" y="2826109"/>
                  </a:lnTo>
                  <a:lnTo>
                    <a:pt x="471424" y="2828544"/>
                  </a:lnTo>
                  <a:lnTo>
                    <a:pt x="4528820" y="2828544"/>
                  </a:lnTo>
                  <a:lnTo>
                    <a:pt x="4577018" y="2826109"/>
                  </a:lnTo>
                  <a:lnTo>
                    <a:pt x="4623825" y="2818965"/>
                  </a:lnTo>
                  <a:lnTo>
                    <a:pt x="4669003" y="2807348"/>
                  </a:lnTo>
                  <a:lnTo>
                    <a:pt x="4712315" y="2791495"/>
                  </a:lnTo>
                  <a:lnTo>
                    <a:pt x="4753524" y="2771643"/>
                  </a:lnTo>
                  <a:lnTo>
                    <a:pt x="4792393" y="2748029"/>
                  </a:lnTo>
                  <a:lnTo>
                    <a:pt x="4828685" y="2720890"/>
                  </a:lnTo>
                  <a:lnTo>
                    <a:pt x="4862163" y="2690463"/>
                  </a:lnTo>
                  <a:lnTo>
                    <a:pt x="4892590" y="2656985"/>
                  </a:lnTo>
                  <a:lnTo>
                    <a:pt x="4919729" y="2620693"/>
                  </a:lnTo>
                  <a:lnTo>
                    <a:pt x="4943343" y="2581824"/>
                  </a:lnTo>
                  <a:lnTo>
                    <a:pt x="4963195" y="2540615"/>
                  </a:lnTo>
                  <a:lnTo>
                    <a:pt x="4979048" y="2497303"/>
                  </a:lnTo>
                  <a:lnTo>
                    <a:pt x="4990665" y="2452125"/>
                  </a:lnTo>
                  <a:lnTo>
                    <a:pt x="4997809" y="2405318"/>
                  </a:lnTo>
                  <a:lnTo>
                    <a:pt x="5000244" y="2357120"/>
                  </a:lnTo>
                  <a:lnTo>
                    <a:pt x="5000244" y="471424"/>
                  </a:lnTo>
                  <a:lnTo>
                    <a:pt x="4997809" y="423225"/>
                  </a:lnTo>
                  <a:lnTo>
                    <a:pt x="4990665" y="376418"/>
                  </a:lnTo>
                  <a:lnTo>
                    <a:pt x="4979048" y="331240"/>
                  </a:lnTo>
                  <a:lnTo>
                    <a:pt x="4963195" y="287928"/>
                  </a:lnTo>
                  <a:lnTo>
                    <a:pt x="4943343" y="246719"/>
                  </a:lnTo>
                  <a:lnTo>
                    <a:pt x="4919729" y="207850"/>
                  </a:lnTo>
                  <a:lnTo>
                    <a:pt x="4892590" y="171558"/>
                  </a:lnTo>
                  <a:lnTo>
                    <a:pt x="4862163" y="138080"/>
                  </a:lnTo>
                  <a:lnTo>
                    <a:pt x="4828685" y="107653"/>
                  </a:lnTo>
                  <a:lnTo>
                    <a:pt x="4792393" y="80514"/>
                  </a:lnTo>
                  <a:lnTo>
                    <a:pt x="4753524" y="56900"/>
                  </a:lnTo>
                  <a:lnTo>
                    <a:pt x="4712315" y="37048"/>
                  </a:lnTo>
                  <a:lnTo>
                    <a:pt x="4669003" y="21195"/>
                  </a:lnTo>
                  <a:lnTo>
                    <a:pt x="4623825" y="9578"/>
                  </a:lnTo>
                  <a:lnTo>
                    <a:pt x="4577018" y="2434"/>
                  </a:lnTo>
                  <a:lnTo>
                    <a:pt x="4528820" y="0"/>
                  </a:lnTo>
                  <a:close/>
                </a:path>
              </a:pathLst>
            </a:custGeom>
            <a:solidFill>
              <a:srgbClr val="D3EA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61176" y="1783079"/>
              <a:ext cx="5003800" cy="2819400"/>
            </a:xfrm>
            <a:custGeom>
              <a:avLst/>
              <a:gdLst/>
              <a:ahLst/>
              <a:cxnLst/>
              <a:rect l="l" t="t" r="r" b="b"/>
              <a:pathLst>
                <a:path w="5003800" h="2819400">
                  <a:moveTo>
                    <a:pt x="4649470" y="2806700"/>
                  </a:moveTo>
                  <a:lnTo>
                    <a:pt x="353822" y="2806700"/>
                  </a:lnTo>
                  <a:lnTo>
                    <a:pt x="376681" y="2819400"/>
                  </a:lnTo>
                  <a:lnTo>
                    <a:pt x="4626609" y="2819400"/>
                  </a:lnTo>
                  <a:lnTo>
                    <a:pt x="4649470" y="2806700"/>
                  </a:lnTo>
                  <a:close/>
                </a:path>
                <a:path w="5003800" h="2819400">
                  <a:moveTo>
                    <a:pt x="356743" y="2794000"/>
                  </a:moveTo>
                  <a:lnTo>
                    <a:pt x="309499" y="2794000"/>
                  </a:lnTo>
                  <a:lnTo>
                    <a:pt x="331470" y="2806700"/>
                  </a:lnTo>
                  <a:lnTo>
                    <a:pt x="378968" y="2806700"/>
                  </a:lnTo>
                  <a:lnTo>
                    <a:pt x="356743" y="2794000"/>
                  </a:lnTo>
                  <a:close/>
                </a:path>
                <a:path w="5003800" h="2819400">
                  <a:moveTo>
                    <a:pt x="4693793" y="2794000"/>
                  </a:moveTo>
                  <a:lnTo>
                    <a:pt x="4645914" y="2794000"/>
                  </a:lnTo>
                  <a:lnTo>
                    <a:pt x="4623816" y="2806700"/>
                  </a:lnTo>
                  <a:lnTo>
                    <a:pt x="4671822" y="2806700"/>
                  </a:lnTo>
                  <a:lnTo>
                    <a:pt x="4693793" y="2794000"/>
                  </a:lnTo>
                  <a:close/>
                </a:path>
                <a:path w="5003800" h="2819400">
                  <a:moveTo>
                    <a:pt x="335533" y="25400"/>
                  </a:moveTo>
                  <a:lnTo>
                    <a:pt x="288163" y="25400"/>
                  </a:lnTo>
                  <a:lnTo>
                    <a:pt x="267207" y="38100"/>
                  </a:lnTo>
                  <a:lnTo>
                    <a:pt x="227202" y="63500"/>
                  </a:lnTo>
                  <a:lnTo>
                    <a:pt x="189483" y="88900"/>
                  </a:lnTo>
                  <a:lnTo>
                    <a:pt x="154558" y="114300"/>
                  </a:lnTo>
                  <a:lnTo>
                    <a:pt x="122554" y="152400"/>
                  </a:lnTo>
                  <a:lnTo>
                    <a:pt x="107696" y="165100"/>
                  </a:lnTo>
                  <a:lnTo>
                    <a:pt x="93725" y="177800"/>
                  </a:lnTo>
                  <a:lnTo>
                    <a:pt x="80518" y="203200"/>
                  </a:lnTo>
                  <a:lnTo>
                    <a:pt x="68325" y="215900"/>
                  </a:lnTo>
                  <a:lnTo>
                    <a:pt x="56896" y="241300"/>
                  </a:lnTo>
                  <a:lnTo>
                    <a:pt x="46482" y="266700"/>
                  </a:lnTo>
                  <a:lnTo>
                    <a:pt x="37084" y="279400"/>
                  </a:lnTo>
                  <a:lnTo>
                    <a:pt x="28701" y="304800"/>
                  </a:lnTo>
                  <a:lnTo>
                    <a:pt x="21209" y="330200"/>
                  </a:lnTo>
                  <a:lnTo>
                    <a:pt x="14859" y="342900"/>
                  </a:lnTo>
                  <a:lnTo>
                    <a:pt x="5461" y="393700"/>
                  </a:lnTo>
                  <a:lnTo>
                    <a:pt x="508" y="444500"/>
                  </a:lnTo>
                  <a:lnTo>
                    <a:pt x="0" y="469900"/>
                  </a:lnTo>
                  <a:lnTo>
                    <a:pt x="0" y="2349500"/>
                  </a:lnTo>
                  <a:lnTo>
                    <a:pt x="2412" y="2400300"/>
                  </a:lnTo>
                  <a:lnTo>
                    <a:pt x="9525" y="2451100"/>
                  </a:lnTo>
                  <a:lnTo>
                    <a:pt x="21209" y="2489200"/>
                  </a:lnTo>
                  <a:lnTo>
                    <a:pt x="28575" y="2514600"/>
                  </a:lnTo>
                  <a:lnTo>
                    <a:pt x="37084" y="2540000"/>
                  </a:lnTo>
                  <a:lnTo>
                    <a:pt x="46482" y="2552700"/>
                  </a:lnTo>
                  <a:lnTo>
                    <a:pt x="56896" y="2578100"/>
                  </a:lnTo>
                  <a:lnTo>
                    <a:pt x="68325" y="2603500"/>
                  </a:lnTo>
                  <a:lnTo>
                    <a:pt x="80518" y="2616200"/>
                  </a:lnTo>
                  <a:lnTo>
                    <a:pt x="93725" y="2641600"/>
                  </a:lnTo>
                  <a:lnTo>
                    <a:pt x="107696" y="2654300"/>
                  </a:lnTo>
                  <a:lnTo>
                    <a:pt x="122554" y="2667000"/>
                  </a:lnTo>
                  <a:lnTo>
                    <a:pt x="138175" y="2692400"/>
                  </a:lnTo>
                  <a:lnTo>
                    <a:pt x="171703" y="2717800"/>
                  </a:lnTo>
                  <a:lnTo>
                    <a:pt x="208025" y="2743200"/>
                  </a:lnTo>
                  <a:lnTo>
                    <a:pt x="246888" y="2768600"/>
                  </a:lnTo>
                  <a:lnTo>
                    <a:pt x="288163" y="2794000"/>
                  </a:lnTo>
                  <a:lnTo>
                    <a:pt x="334899" y="2794000"/>
                  </a:lnTo>
                  <a:lnTo>
                    <a:pt x="313690" y="2781300"/>
                  </a:lnTo>
                  <a:lnTo>
                    <a:pt x="292734" y="2781300"/>
                  </a:lnTo>
                  <a:lnTo>
                    <a:pt x="252602" y="2755900"/>
                  </a:lnTo>
                  <a:lnTo>
                    <a:pt x="214883" y="2730500"/>
                  </a:lnTo>
                  <a:lnTo>
                    <a:pt x="179577" y="2705100"/>
                  </a:lnTo>
                  <a:lnTo>
                    <a:pt x="146939" y="2679700"/>
                  </a:lnTo>
                  <a:lnTo>
                    <a:pt x="117348" y="2641600"/>
                  </a:lnTo>
                  <a:lnTo>
                    <a:pt x="103759" y="2628900"/>
                  </a:lnTo>
                  <a:lnTo>
                    <a:pt x="90932" y="2616200"/>
                  </a:lnTo>
                  <a:lnTo>
                    <a:pt x="78994" y="2590800"/>
                  </a:lnTo>
                  <a:lnTo>
                    <a:pt x="67945" y="2578100"/>
                  </a:lnTo>
                  <a:lnTo>
                    <a:pt x="57785" y="2552700"/>
                  </a:lnTo>
                  <a:lnTo>
                    <a:pt x="48640" y="2527300"/>
                  </a:lnTo>
                  <a:lnTo>
                    <a:pt x="40386" y="2514600"/>
                  </a:lnTo>
                  <a:lnTo>
                    <a:pt x="33274" y="2489200"/>
                  </a:lnTo>
                  <a:lnTo>
                    <a:pt x="27050" y="2463800"/>
                  </a:lnTo>
                  <a:lnTo>
                    <a:pt x="21844" y="2451100"/>
                  </a:lnTo>
                  <a:lnTo>
                    <a:pt x="17907" y="2425700"/>
                  </a:lnTo>
                  <a:lnTo>
                    <a:pt x="14986" y="2400300"/>
                  </a:lnTo>
                  <a:lnTo>
                    <a:pt x="13208" y="2374900"/>
                  </a:lnTo>
                  <a:lnTo>
                    <a:pt x="12700" y="2349500"/>
                  </a:lnTo>
                  <a:lnTo>
                    <a:pt x="12700" y="469900"/>
                  </a:lnTo>
                  <a:lnTo>
                    <a:pt x="15112" y="419100"/>
                  </a:lnTo>
                  <a:lnTo>
                    <a:pt x="22098" y="368300"/>
                  </a:lnTo>
                  <a:lnTo>
                    <a:pt x="27177" y="355600"/>
                  </a:lnTo>
                  <a:lnTo>
                    <a:pt x="33400" y="330200"/>
                  </a:lnTo>
                  <a:lnTo>
                    <a:pt x="40639" y="304800"/>
                  </a:lnTo>
                  <a:lnTo>
                    <a:pt x="48895" y="292100"/>
                  </a:lnTo>
                  <a:lnTo>
                    <a:pt x="58038" y="266700"/>
                  </a:lnTo>
                  <a:lnTo>
                    <a:pt x="68199" y="241300"/>
                  </a:lnTo>
                  <a:lnTo>
                    <a:pt x="79248" y="228600"/>
                  </a:lnTo>
                  <a:lnTo>
                    <a:pt x="91312" y="203200"/>
                  </a:lnTo>
                  <a:lnTo>
                    <a:pt x="104012" y="190500"/>
                  </a:lnTo>
                  <a:lnTo>
                    <a:pt x="117728" y="177800"/>
                  </a:lnTo>
                  <a:lnTo>
                    <a:pt x="132207" y="152400"/>
                  </a:lnTo>
                  <a:lnTo>
                    <a:pt x="163322" y="127000"/>
                  </a:lnTo>
                  <a:lnTo>
                    <a:pt x="197357" y="101600"/>
                  </a:lnTo>
                  <a:lnTo>
                    <a:pt x="234060" y="76200"/>
                  </a:lnTo>
                  <a:lnTo>
                    <a:pt x="273050" y="50800"/>
                  </a:lnTo>
                  <a:lnTo>
                    <a:pt x="293370" y="38100"/>
                  </a:lnTo>
                  <a:lnTo>
                    <a:pt x="314198" y="38100"/>
                  </a:lnTo>
                  <a:lnTo>
                    <a:pt x="335533" y="25400"/>
                  </a:lnTo>
                  <a:close/>
                </a:path>
                <a:path w="5003800" h="2819400">
                  <a:moveTo>
                    <a:pt x="4715256" y="25400"/>
                  </a:moveTo>
                  <a:lnTo>
                    <a:pt x="4668393" y="25400"/>
                  </a:lnTo>
                  <a:lnTo>
                    <a:pt x="4689729" y="38100"/>
                  </a:lnTo>
                  <a:lnTo>
                    <a:pt x="4710683" y="38100"/>
                  </a:lnTo>
                  <a:lnTo>
                    <a:pt x="4730877" y="50800"/>
                  </a:lnTo>
                  <a:lnTo>
                    <a:pt x="4769866" y="76200"/>
                  </a:lnTo>
                  <a:lnTo>
                    <a:pt x="4806442" y="101600"/>
                  </a:lnTo>
                  <a:lnTo>
                    <a:pt x="4840478" y="127000"/>
                  </a:lnTo>
                  <a:lnTo>
                    <a:pt x="4871593" y="152400"/>
                  </a:lnTo>
                  <a:lnTo>
                    <a:pt x="4885944" y="177800"/>
                  </a:lnTo>
                  <a:lnTo>
                    <a:pt x="4899533" y="190500"/>
                  </a:lnTo>
                  <a:lnTo>
                    <a:pt x="4912359" y="215900"/>
                  </a:lnTo>
                  <a:lnTo>
                    <a:pt x="4924298" y="228600"/>
                  </a:lnTo>
                  <a:lnTo>
                    <a:pt x="4935347" y="241300"/>
                  </a:lnTo>
                  <a:lnTo>
                    <a:pt x="4945507" y="266700"/>
                  </a:lnTo>
                  <a:lnTo>
                    <a:pt x="4954651" y="292100"/>
                  </a:lnTo>
                  <a:lnTo>
                    <a:pt x="4962779" y="304800"/>
                  </a:lnTo>
                  <a:lnTo>
                    <a:pt x="4970018" y="330200"/>
                  </a:lnTo>
                  <a:lnTo>
                    <a:pt x="4976241" y="355600"/>
                  </a:lnTo>
                  <a:lnTo>
                    <a:pt x="4981321" y="368300"/>
                  </a:lnTo>
                  <a:lnTo>
                    <a:pt x="4985384" y="393700"/>
                  </a:lnTo>
                  <a:lnTo>
                    <a:pt x="4988179" y="419100"/>
                  </a:lnTo>
                  <a:lnTo>
                    <a:pt x="4989957" y="444500"/>
                  </a:lnTo>
                  <a:lnTo>
                    <a:pt x="4990592" y="469900"/>
                  </a:lnTo>
                  <a:lnTo>
                    <a:pt x="4990592" y="2349500"/>
                  </a:lnTo>
                  <a:lnTo>
                    <a:pt x="4988179" y="2400300"/>
                  </a:lnTo>
                  <a:lnTo>
                    <a:pt x="4981194" y="2451100"/>
                  </a:lnTo>
                  <a:lnTo>
                    <a:pt x="4976114" y="2463800"/>
                  </a:lnTo>
                  <a:lnTo>
                    <a:pt x="4969891" y="2489200"/>
                  </a:lnTo>
                  <a:lnTo>
                    <a:pt x="4962652" y="2514600"/>
                  </a:lnTo>
                  <a:lnTo>
                    <a:pt x="4954397" y="2527300"/>
                  </a:lnTo>
                  <a:lnTo>
                    <a:pt x="4945253" y="2552700"/>
                  </a:lnTo>
                  <a:lnTo>
                    <a:pt x="4935093" y="2578100"/>
                  </a:lnTo>
                  <a:lnTo>
                    <a:pt x="4923917" y="2590800"/>
                  </a:lnTo>
                  <a:lnTo>
                    <a:pt x="4911979" y="2616200"/>
                  </a:lnTo>
                  <a:lnTo>
                    <a:pt x="4899279" y="2628900"/>
                  </a:lnTo>
                  <a:lnTo>
                    <a:pt x="4885563" y="2641600"/>
                  </a:lnTo>
                  <a:lnTo>
                    <a:pt x="4871212" y="2667000"/>
                  </a:lnTo>
                  <a:lnTo>
                    <a:pt x="4839970" y="2692400"/>
                  </a:lnTo>
                  <a:lnTo>
                    <a:pt x="4805933" y="2717800"/>
                  </a:lnTo>
                  <a:lnTo>
                    <a:pt x="4769358" y="2743200"/>
                  </a:lnTo>
                  <a:lnTo>
                    <a:pt x="4730369" y="2768600"/>
                  </a:lnTo>
                  <a:lnTo>
                    <a:pt x="4709922" y="2781300"/>
                  </a:lnTo>
                  <a:lnTo>
                    <a:pt x="4689221" y="2781300"/>
                  </a:lnTo>
                  <a:lnTo>
                    <a:pt x="4667758" y="2794000"/>
                  </a:lnTo>
                  <a:lnTo>
                    <a:pt x="4715129" y="2794000"/>
                  </a:lnTo>
                  <a:lnTo>
                    <a:pt x="4736083" y="2781300"/>
                  </a:lnTo>
                  <a:lnTo>
                    <a:pt x="4776216" y="2755900"/>
                  </a:lnTo>
                  <a:lnTo>
                    <a:pt x="4813808" y="2730500"/>
                  </a:lnTo>
                  <a:lnTo>
                    <a:pt x="4848733" y="2705100"/>
                  </a:lnTo>
                  <a:lnTo>
                    <a:pt x="4880737" y="2667000"/>
                  </a:lnTo>
                  <a:lnTo>
                    <a:pt x="4895596" y="2654300"/>
                  </a:lnTo>
                  <a:lnTo>
                    <a:pt x="4909566" y="2641600"/>
                  </a:lnTo>
                  <a:lnTo>
                    <a:pt x="4922647" y="2616200"/>
                  </a:lnTo>
                  <a:lnTo>
                    <a:pt x="4934966" y="2603500"/>
                  </a:lnTo>
                  <a:lnTo>
                    <a:pt x="4946269" y="2578100"/>
                  </a:lnTo>
                  <a:lnTo>
                    <a:pt x="4956809" y="2552700"/>
                  </a:lnTo>
                  <a:lnTo>
                    <a:pt x="4966208" y="2540000"/>
                  </a:lnTo>
                  <a:lnTo>
                    <a:pt x="4974717" y="2514600"/>
                  </a:lnTo>
                  <a:lnTo>
                    <a:pt x="4982083" y="2489200"/>
                  </a:lnTo>
                  <a:lnTo>
                    <a:pt x="4988433" y="2476500"/>
                  </a:lnTo>
                  <a:lnTo>
                    <a:pt x="4997831" y="2425700"/>
                  </a:lnTo>
                  <a:lnTo>
                    <a:pt x="5002657" y="2374900"/>
                  </a:lnTo>
                  <a:lnTo>
                    <a:pt x="5003292" y="2349500"/>
                  </a:lnTo>
                  <a:lnTo>
                    <a:pt x="5003292" y="469900"/>
                  </a:lnTo>
                  <a:lnTo>
                    <a:pt x="5000752" y="419100"/>
                  </a:lnTo>
                  <a:lnTo>
                    <a:pt x="4993640" y="368300"/>
                  </a:lnTo>
                  <a:lnTo>
                    <a:pt x="4982083" y="330200"/>
                  </a:lnTo>
                  <a:lnTo>
                    <a:pt x="4974590" y="304800"/>
                  </a:lnTo>
                  <a:lnTo>
                    <a:pt x="4966208" y="279400"/>
                  </a:lnTo>
                  <a:lnTo>
                    <a:pt x="4956809" y="266700"/>
                  </a:lnTo>
                  <a:lnTo>
                    <a:pt x="4946269" y="241300"/>
                  </a:lnTo>
                  <a:lnTo>
                    <a:pt x="4934966" y="215900"/>
                  </a:lnTo>
                  <a:lnTo>
                    <a:pt x="4922647" y="203200"/>
                  </a:lnTo>
                  <a:lnTo>
                    <a:pt x="4909566" y="177800"/>
                  </a:lnTo>
                  <a:lnTo>
                    <a:pt x="4895596" y="165100"/>
                  </a:lnTo>
                  <a:lnTo>
                    <a:pt x="4880737" y="152400"/>
                  </a:lnTo>
                  <a:lnTo>
                    <a:pt x="4865116" y="127000"/>
                  </a:lnTo>
                  <a:lnTo>
                    <a:pt x="4831588" y="101600"/>
                  </a:lnTo>
                  <a:lnTo>
                    <a:pt x="4795393" y="76200"/>
                  </a:lnTo>
                  <a:lnTo>
                    <a:pt x="4756404" y="50800"/>
                  </a:lnTo>
                  <a:lnTo>
                    <a:pt x="4736083" y="38100"/>
                  </a:lnTo>
                  <a:lnTo>
                    <a:pt x="4715256" y="25400"/>
                  </a:lnTo>
                  <a:close/>
                </a:path>
                <a:path w="5003800" h="2819400">
                  <a:moveTo>
                    <a:pt x="379602" y="12700"/>
                  </a:moveTo>
                  <a:lnTo>
                    <a:pt x="331470" y="12700"/>
                  </a:lnTo>
                  <a:lnTo>
                    <a:pt x="309499" y="25400"/>
                  </a:lnTo>
                  <a:lnTo>
                    <a:pt x="357377" y="25400"/>
                  </a:lnTo>
                  <a:lnTo>
                    <a:pt x="379602" y="12700"/>
                  </a:lnTo>
                  <a:close/>
                </a:path>
                <a:path w="5003800" h="2819400">
                  <a:moveTo>
                    <a:pt x="4671949" y="12700"/>
                  </a:moveTo>
                  <a:lnTo>
                    <a:pt x="4624451" y="12700"/>
                  </a:lnTo>
                  <a:lnTo>
                    <a:pt x="4646676" y="25400"/>
                  </a:lnTo>
                  <a:lnTo>
                    <a:pt x="4693793" y="25400"/>
                  </a:lnTo>
                  <a:lnTo>
                    <a:pt x="4671949" y="12700"/>
                  </a:lnTo>
                  <a:close/>
                </a:path>
                <a:path w="5003800" h="2819400">
                  <a:moveTo>
                    <a:pt x="4626609" y="0"/>
                  </a:moveTo>
                  <a:lnTo>
                    <a:pt x="376681" y="0"/>
                  </a:lnTo>
                  <a:lnTo>
                    <a:pt x="353822" y="12700"/>
                  </a:lnTo>
                  <a:lnTo>
                    <a:pt x="4649470" y="12700"/>
                  </a:lnTo>
                  <a:lnTo>
                    <a:pt x="4626609" y="0"/>
                  </a:lnTo>
                  <a:close/>
                </a:path>
              </a:pathLst>
            </a:custGeom>
            <a:solidFill>
              <a:srgbClr val="226B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852407" y="2002663"/>
            <a:ext cx="208470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Memory</a:t>
            </a: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Display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93B70"/>
                </a:solidFill>
                <a:latin typeface="Trebuchet MS"/>
                <a:cs typeface="Trebuchet MS"/>
              </a:rPr>
              <a:t>quality</a:t>
            </a: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2400" spc="-125" dirty="0">
                <a:solidFill>
                  <a:srgbClr val="093B70"/>
                </a:solidFill>
                <a:latin typeface="Trebuchet MS"/>
                <a:cs typeface="Trebuchet MS"/>
              </a:rPr>
              <a:t>Battery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life</a:t>
            </a: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Warranty</a:t>
            </a: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Weight</a:t>
            </a: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2400" spc="580" dirty="0">
                <a:solidFill>
                  <a:srgbClr val="093B70"/>
                </a:solidFill>
                <a:latin typeface="Trebuchet MS"/>
                <a:cs typeface="Trebuchet MS"/>
              </a:rPr>
              <a:t>…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48271" y="2511551"/>
            <a:ext cx="1595627" cy="128930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12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08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09150" y="6391655"/>
              <a:ext cx="1830197" cy="36086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7996" y="812291"/>
              <a:ext cx="5055108" cy="485241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13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09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5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45" dirty="0"/>
              <a:t>STEP</a:t>
            </a:r>
            <a:r>
              <a:rPr spc="315" dirty="0"/>
              <a:t> </a:t>
            </a:r>
            <a:r>
              <a:rPr spc="95" dirty="0"/>
              <a:t>3:</a:t>
            </a:r>
            <a:r>
              <a:rPr spc="420" dirty="0"/>
              <a:t> </a:t>
            </a:r>
            <a:r>
              <a:rPr b="0" spc="140" dirty="0">
                <a:latin typeface="Arial"/>
                <a:cs typeface="Arial"/>
              </a:rPr>
              <a:t>ALLOCATE</a:t>
            </a:r>
            <a:r>
              <a:rPr b="0" spc="365" dirty="0">
                <a:latin typeface="Arial"/>
                <a:cs typeface="Arial"/>
              </a:rPr>
              <a:t> </a:t>
            </a:r>
            <a:r>
              <a:rPr b="0" spc="165" dirty="0">
                <a:latin typeface="Arial"/>
                <a:cs typeface="Arial"/>
              </a:rPr>
              <a:t>WEIGHTS</a:t>
            </a:r>
            <a:r>
              <a:rPr b="0" spc="310" dirty="0">
                <a:latin typeface="Arial"/>
                <a:cs typeface="Arial"/>
              </a:rPr>
              <a:t> </a:t>
            </a:r>
            <a:r>
              <a:rPr b="0" spc="65" dirty="0">
                <a:latin typeface="Arial"/>
                <a:cs typeface="Arial"/>
              </a:rPr>
              <a:t>TO</a:t>
            </a:r>
            <a:r>
              <a:rPr b="0" spc="320" dirty="0">
                <a:latin typeface="Arial"/>
                <a:cs typeface="Arial"/>
              </a:rPr>
              <a:t> </a:t>
            </a:r>
            <a:r>
              <a:rPr b="0" spc="130" dirty="0">
                <a:latin typeface="Arial"/>
                <a:cs typeface="Arial"/>
              </a:rPr>
              <a:t>THE</a:t>
            </a:r>
            <a:r>
              <a:rPr b="0" spc="380" dirty="0">
                <a:latin typeface="Arial"/>
                <a:cs typeface="Arial"/>
              </a:rPr>
              <a:t> </a:t>
            </a:r>
            <a:r>
              <a:rPr b="0" spc="160" dirty="0">
                <a:latin typeface="Arial"/>
                <a:cs typeface="Arial"/>
              </a:rPr>
              <a:t>CRITERIA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14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10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83691" y="1660397"/>
            <a:ext cx="94722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decision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maker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093B70"/>
                </a:solidFill>
                <a:latin typeface="Trebuchet MS"/>
                <a:cs typeface="Trebuchet MS"/>
              </a:rPr>
              <a:t>must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93B70"/>
                </a:solidFill>
                <a:latin typeface="Trebuchet MS"/>
                <a:cs typeface="Trebuchet MS"/>
              </a:rPr>
              <a:t>weight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items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in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order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85" dirty="0">
                <a:solidFill>
                  <a:srgbClr val="093B70"/>
                </a:solidFill>
                <a:latin typeface="Trebuchet MS"/>
                <a:cs typeface="Trebuchet MS"/>
              </a:rPr>
              <a:t>give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them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correct 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priority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in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decision.</a:t>
            </a:r>
            <a:endParaRPr sz="2400">
              <a:latin typeface="Trebuchet MS"/>
              <a:cs typeface="Trebuchet M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463163" y="2863723"/>
          <a:ext cx="5252720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b="1" spc="-10" dirty="0">
                          <a:latin typeface="Trebuchet MS"/>
                          <a:cs typeface="Trebuchet MS"/>
                        </a:rPr>
                        <a:t>Criteria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7F6"/>
                    </a:solidFill>
                  </a:tcPr>
                </a:tc>
                <a:tc>
                  <a:txBody>
                    <a:bodyPr/>
                    <a:lstStyle/>
                    <a:p>
                      <a:pPr marL="3244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b="1" spc="50" dirty="0">
                          <a:latin typeface="Trebuchet MS"/>
                          <a:cs typeface="Trebuchet MS"/>
                        </a:rPr>
                        <a:t>Weight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10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(1)</a:t>
                      </a:r>
                      <a:r>
                        <a:rPr sz="2400" spc="-7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spc="-1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Memory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10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(2)</a:t>
                      </a:r>
                      <a:r>
                        <a:rPr sz="2400" spc="-7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spc="-10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Display</a:t>
                      </a:r>
                      <a:r>
                        <a:rPr sz="2400" spc="-5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spc="-3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quality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10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(3)</a:t>
                      </a:r>
                      <a:r>
                        <a:rPr sz="2400" spc="-4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spc="-12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Battery</a:t>
                      </a:r>
                      <a:r>
                        <a:rPr sz="2400" spc="-4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spc="-2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life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11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(4)</a:t>
                      </a:r>
                      <a:r>
                        <a:rPr sz="2400" spc="-35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spc="-1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Warranty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10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(5)</a:t>
                      </a:r>
                      <a:r>
                        <a:rPr sz="2400" spc="-8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spc="-6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Carrying</a:t>
                      </a:r>
                      <a:r>
                        <a:rPr sz="2400" spc="-10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400" spc="-1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weight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5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45" dirty="0"/>
              <a:t>STEP</a:t>
            </a:r>
            <a:r>
              <a:rPr spc="320" dirty="0"/>
              <a:t> </a:t>
            </a:r>
            <a:r>
              <a:rPr spc="95" dirty="0"/>
              <a:t>4:</a:t>
            </a:r>
            <a:r>
              <a:rPr spc="420" dirty="0"/>
              <a:t> </a:t>
            </a:r>
            <a:r>
              <a:rPr b="0" spc="165" dirty="0">
                <a:latin typeface="Arial"/>
                <a:cs typeface="Arial"/>
              </a:rPr>
              <a:t>DEVELOP</a:t>
            </a:r>
            <a:r>
              <a:rPr b="0" spc="135" dirty="0">
                <a:latin typeface="Arial"/>
                <a:cs typeface="Arial"/>
              </a:rPr>
              <a:t> </a:t>
            </a:r>
            <a:r>
              <a:rPr b="0" spc="125" dirty="0">
                <a:latin typeface="Arial"/>
                <a:cs typeface="Arial"/>
              </a:rPr>
              <a:t>ALTERNATIVES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4235" y="1436319"/>
            <a:ext cx="67011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List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093B70"/>
                </a:solidFill>
                <a:latin typeface="Trebuchet MS"/>
                <a:cs typeface="Trebuchet MS"/>
              </a:rPr>
              <a:t>viable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alternatives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093B70"/>
                </a:solidFill>
                <a:latin typeface="Trebuchet MS"/>
                <a:cs typeface="Trebuchet MS"/>
              </a:rPr>
              <a:t>that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093B70"/>
                </a:solidFill>
                <a:latin typeface="Trebuchet MS"/>
                <a:cs typeface="Trebuchet MS"/>
              </a:rPr>
              <a:t>could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093B70"/>
                </a:solidFill>
                <a:latin typeface="Trebuchet MS"/>
                <a:cs typeface="Trebuchet MS"/>
              </a:rPr>
              <a:t>resolve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problem.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31036" y="2991611"/>
            <a:ext cx="9705340" cy="1446530"/>
            <a:chOff x="1431036" y="2991611"/>
            <a:chExt cx="9705340" cy="144653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31036" y="3028187"/>
              <a:ext cx="1278636" cy="12786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35324" y="3028187"/>
              <a:ext cx="1278636" cy="12786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21195" y="2991611"/>
              <a:ext cx="1313688" cy="13152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42476" y="3028187"/>
              <a:ext cx="1993392" cy="14097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14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5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45" dirty="0"/>
              <a:t>STEP</a:t>
            </a:r>
            <a:r>
              <a:rPr spc="310" dirty="0"/>
              <a:t> </a:t>
            </a:r>
            <a:r>
              <a:rPr spc="95" dirty="0"/>
              <a:t>5:</a:t>
            </a:r>
            <a:r>
              <a:rPr spc="420" dirty="0"/>
              <a:t> </a:t>
            </a:r>
            <a:r>
              <a:rPr b="0" spc="130" dirty="0">
                <a:latin typeface="Arial"/>
                <a:cs typeface="Arial"/>
              </a:rPr>
              <a:t>ANALYZE</a:t>
            </a:r>
            <a:r>
              <a:rPr b="0" spc="200" dirty="0">
                <a:latin typeface="Arial"/>
                <a:cs typeface="Arial"/>
              </a:rPr>
              <a:t> </a:t>
            </a:r>
            <a:r>
              <a:rPr b="0" spc="125" dirty="0">
                <a:latin typeface="Arial"/>
                <a:cs typeface="Arial"/>
              </a:rPr>
              <a:t>ALTERNATIVES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14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12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5467" y="1010488"/>
            <a:ext cx="10377805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-"/>
              <a:tabLst>
                <a:tab pos="299085" algn="l"/>
              </a:tabLst>
            </a:pPr>
            <a:r>
              <a:rPr sz="2400" spc="-105" dirty="0">
                <a:solidFill>
                  <a:srgbClr val="093B70"/>
                </a:solidFill>
                <a:latin typeface="Trebuchet MS"/>
                <a:cs typeface="Trebuchet MS"/>
              </a:rPr>
              <a:t>Appraising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70" dirty="0">
                <a:solidFill>
                  <a:srgbClr val="093B70"/>
                </a:solidFill>
                <a:latin typeface="Trebuchet MS"/>
                <a:cs typeface="Trebuchet MS"/>
              </a:rPr>
              <a:t>each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85" dirty="0">
                <a:solidFill>
                  <a:srgbClr val="093B70"/>
                </a:solidFill>
                <a:latin typeface="Trebuchet MS"/>
                <a:cs typeface="Trebuchet MS"/>
              </a:rPr>
              <a:t>alternative’s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strengths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7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weaknesses.</a:t>
            </a: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har char="-"/>
              <a:tabLst>
                <a:tab pos="299085" algn="l"/>
              </a:tabLst>
            </a:pP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Assessing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093B70"/>
                </a:solidFill>
                <a:latin typeface="Trebuchet MS"/>
                <a:cs typeface="Trebuchet MS"/>
              </a:rPr>
              <a:t>value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70" dirty="0">
                <a:solidFill>
                  <a:srgbClr val="093B70"/>
                </a:solidFill>
                <a:latin typeface="Trebuchet MS"/>
                <a:cs typeface="Trebuchet MS"/>
              </a:rPr>
              <a:t>each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70" dirty="0">
                <a:solidFill>
                  <a:srgbClr val="093B70"/>
                </a:solidFill>
                <a:latin typeface="Trebuchet MS"/>
                <a:cs typeface="Trebuchet MS"/>
              </a:rPr>
              <a:t>alternative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by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making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45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093B70"/>
                </a:solidFill>
                <a:latin typeface="Trebuchet MS"/>
                <a:cs typeface="Trebuchet MS"/>
              </a:rPr>
              <a:t>value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093B70"/>
                </a:solidFill>
                <a:latin typeface="Trebuchet MS"/>
                <a:cs typeface="Trebuchet MS"/>
              </a:rPr>
              <a:t>judgment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093B70"/>
                </a:solidFill>
                <a:latin typeface="Trebuchet MS"/>
                <a:cs typeface="Trebuchet MS"/>
              </a:rPr>
              <a:t>feature.</a:t>
            </a: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An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95" dirty="0">
                <a:solidFill>
                  <a:srgbClr val="093B70"/>
                </a:solidFill>
                <a:latin typeface="Trebuchet MS"/>
                <a:cs typeface="Trebuchet MS"/>
              </a:rPr>
              <a:t>alternative’s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093B70"/>
                </a:solidFill>
                <a:latin typeface="Trebuchet MS"/>
                <a:cs typeface="Trebuchet MS"/>
              </a:rPr>
              <a:t>appraisal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is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93B70"/>
                </a:solidFill>
                <a:latin typeface="Trebuchet MS"/>
                <a:cs typeface="Trebuchet MS"/>
              </a:rPr>
              <a:t>based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on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its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093B70"/>
                </a:solidFill>
                <a:latin typeface="Trebuchet MS"/>
                <a:cs typeface="Trebuchet MS"/>
              </a:rPr>
              <a:t>ability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093B70"/>
                </a:solidFill>
                <a:latin typeface="Trebuchet MS"/>
                <a:cs typeface="Trebuchet MS"/>
              </a:rPr>
              <a:t>resolve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093B70"/>
                </a:solidFill>
                <a:latin typeface="Trebuchet MS"/>
                <a:cs typeface="Trebuchet MS"/>
              </a:rPr>
              <a:t>issues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related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endParaRPr sz="24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</a:pP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criteria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criteria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weight.</a:t>
            </a:r>
            <a:endParaRPr sz="2400">
              <a:latin typeface="Trebuchet MS"/>
              <a:cs typeface="Trebuchet M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098675" y="3004820"/>
          <a:ext cx="7829549" cy="2910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24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7F6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2400" b="1" spc="-25" dirty="0">
                          <a:solidFill>
                            <a:srgbClr val="0E161D"/>
                          </a:solidFill>
                          <a:latin typeface="Trebuchet MS"/>
                          <a:cs typeface="Trebuchet MS"/>
                        </a:rPr>
                        <a:t>(1)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1181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7F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2400" b="1" spc="-25" dirty="0">
                          <a:solidFill>
                            <a:srgbClr val="0E161D"/>
                          </a:solidFill>
                          <a:latin typeface="Trebuchet MS"/>
                          <a:cs typeface="Trebuchet MS"/>
                        </a:rPr>
                        <a:t>(2)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1181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7F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2400" b="1" spc="-25" dirty="0">
                          <a:solidFill>
                            <a:srgbClr val="0E161D"/>
                          </a:solidFill>
                          <a:latin typeface="Trebuchet MS"/>
                          <a:cs typeface="Trebuchet MS"/>
                        </a:rPr>
                        <a:t>(3)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1181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7F6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2400" b="1" spc="-25" dirty="0">
                          <a:solidFill>
                            <a:srgbClr val="0E161D"/>
                          </a:solidFill>
                          <a:latin typeface="Trebuchet MS"/>
                          <a:cs typeface="Trebuchet MS"/>
                        </a:rPr>
                        <a:t>(4)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1181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7F6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2400" b="1" spc="-25" dirty="0">
                          <a:solidFill>
                            <a:srgbClr val="0E161D"/>
                          </a:solidFill>
                          <a:latin typeface="Trebuchet MS"/>
                          <a:cs typeface="Trebuchet MS"/>
                        </a:rPr>
                        <a:t>(5)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1181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2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HP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2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10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3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2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10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8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2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Sony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8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8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1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Lenovo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5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9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2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10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2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Dell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2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10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8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6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3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ASUS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8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8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400" spc="-5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7</a:t>
                      </a:r>
                      <a:endParaRPr sz="2400">
                        <a:latin typeface="Trebuchet MS"/>
                        <a:cs typeface="Trebuchet MS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5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45" dirty="0"/>
              <a:t>STEP</a:t>
            </a:r>
            <a:r>
              <a:rPr spc="315" dirty="0"/>
              <a:t> </a:t>
            </a:r>
            <a:r>
              <a:rPr spc="95" dirty="0"/>
              <a:t>6:</a:t>
            </a:r>
            <a:r>
              <a:rPr spc="420" dirty="0"/>
              <a:t> </a:t>
            </a:r>
            <a:r>
              <a:rPr b="0" spc="160" dirty="0">
                <a:latin typeface="Arial"/>
                <a:cs typeface="Arial"/>
              </a:rPr>
              <a:t>SELECT</a:t>
            </a:r>
            <a:r>
              <a:rPr b="0" spc="130" dirty="0">
                <a:latin typeface="Arial"/>
                <a:cs typeface="Arial"/>
              </a:rPr>
              <a:t> </a:t>
            </a:r>
            <a:r>
              <a:rPr b="0" spc="95" dirty="0">
                <a:latin typeface="Arial"/>
                <a:cs typeface="Arial"/>
              </a:rPr>
              <a:t>AN</a:t>
            </a:r>
            <a:r>
              <a:rPr b="0" spc="210" dirty="0">
                <a:latin typeface="Arial"/>
                <a:cs typeface="Arial"/>
              </a:rPr>
              <a:t> </a:t>
            </a:r>
            <a:r>
              <a:rPr b="0" spc="125" dirty="0">
                <a:latin typeface="Arial"/>
                <a:cs typeface="Arial"/>
              </a:rPr>
              <a:t>ALTERNATIVE</a:t>
            </a:r>
          </a:p>
        </p:txBody>
      </p:sp>
      <p:sp>
        <p:nvSpPr>
          <p:cNvPr id="4" name="object 4"/>
          <p:cNvSpPr/>
          <p:nvPr/>
        </p:nvSpPr>
        <p:spPr>
          <a:xfrm>
            <a:off x="6520433" y="4386960"/>
            <a:ext cx="1509395" cy="396240"/>
          </a:xfrm>
          <a:custGeom>
            <a:avLst/>
            <a:gdLst/>
            <a:ahLst/>
            <a:cxnLst/>
            <a:rect l="l" t="t" r="r" b="b"/>
            <a:pathLst>
              <a:path w="1509395" h="396239">
                <a:moveTo>
                  <a:pt x="1509141" y="0"/>
                </a:moveTo>
                <a:lnTo>
                  <a:pt x="0" y="0"/>
                </a:lnTo>
                <a:lnTo>
                  <a:pt x="0" y="396239"/>
                </a:lnTo>
                <a:lnTo>
                  <a:pt x="1509141" y="396239"/>
                </a:lnTo>
                <a:lnTo>
                  <a:pt x="1509141" y="0"/>
                </a:lnTo>
                <a:close/>
              </a:path>
            </a:pathLst>
          </a:custGeom>
          <a:solidFill>
            <a:srgbClr val="E8EEF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98550" y="2721991"/>
          <a:ext cx="6926576" cy="2449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3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0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07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93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7F6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000" b="1" spc="-2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(1)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7F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000" b="1" spc="-2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(2)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000" b="1" spc="-2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(3)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7F6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000" b="1" spc="-2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(4)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7F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000" b="1" spc="-2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(5)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7F6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000" b="1" spc="-1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Total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1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000" spc="-2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HP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000" spc="48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…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000" spc="48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…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000" spc="48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…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000" spc="48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…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2000" spc="48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…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  <a:spcBef>
                          <a:spcPts val="655"/>
                        </a:spcBef>
                      </a:pPr>
                      <a:r>
                        <a:rPr sz="2000" spc="-2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231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2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Sony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46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…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46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…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46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…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46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…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46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…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  <a:spcBef>
                          <a:spcPts val="655"/>
                        </a:spcBef>
                      </a:pPr>
                      <a:r>
                        <a:rPr sz="2000" spc="-2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230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831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1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Lenovo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46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…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46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…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46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…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46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…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46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…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  <a:spcBef>
                          <a:spcPts val="660"/>
                        </a:spcBef>
                      </a:pPr>
                      <a:r>
                        <a:rPr sz="2000" spc="-2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198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-2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Dell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46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…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46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…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46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…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46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…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spc="46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…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  <a:spcBef>
                          <a:spcPts val="660"/>
                        </a:spcBef>
                      </a:pPr>
                      <a:r>
                        <a:rPr sz="2000" spc="-2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249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-10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Toshiba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46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…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46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…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46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…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46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…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000" spc="46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…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  <a:spcBef>
                          <a:spcPts val="660"/>
                        </a:spcBef>
                      </a:pPr>
                      <a:r>
                        <a:rPr sz="2000" spc="-25" dirty="0">
                          <a:solidFill>
                            <a:srgbClr val="093B70"/>
                          </a:solidFill>
                          <a:latin typeface="Trebuchet MS"/>
                          <a:cs typeface="Trebuchet MS"/>
                        </a:rPr>
                        <a:t>231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838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D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6809993" y="4418838"/>
            <a:ext cx="984885" cy="403860"/>
          </a:xfrm>
          <a:custGeom>
            <a:avLst/>
            <a:gdLst/>
            <a:ahLst/>
            <a:cxnLst/>
            <a:rect l="l" t="t" r="r" b="b"/>
            <a:pathLst>
              <a:path w="984884" h="403860">
                <a:moveTo>
                  <a:pt x="492251" y="0"/>
                </a:moveTo>
                <a:lnTo>
                  <a:pt x="441959" y="1016"/>
                </a:lnTo>
                <a:lnTo>
                  <a:pt x="393064" y="4063"/>
                </a:lnTo>
                <a:lnTo>
                  <a:pt x="345821" y="9017"/>
                </a:lnTo>
                <a:lnTo>
                  <a:pt x="300608" y="15875"/>
                </a:lnTo>
                <a:lnTo>
                  <a:pt x="257682" y="24384"/>
                </a:lnTo>
                <a:lnTo>
                  <a:pt x="217042" y="34417"/>
                </a:lnTo>
                <a:lnTo>
                  <a:pt x="179197" y="46100"/>
                </a:lnTo>
                <a:lnTo>
                  <a:pt x="127888" y="66167"/>
                </a:lnTo>
                <a:lnTo>
                  <a:pt x="84074" y="89026"/>
                </a:lnTo>
                <a:lnTo>
                  <a:pt x="48513" y="114426"/>
                </a:lnTo>
                <a:lnTo>
                  <a:pt x="15494" y="151384"/>
                </a:lnTo>
                <a:lnTo>
                  <a:pt x="634" y="191516"/>
                </a:lnTo>
                <a:lnTo>
                  <a:pt x="0" y="201930"/>
                </a:lnTo>
                <a:lnTo>
                  <a:pt x="634" y="212344"/>
                </a:lnTo>
                <a:lnTo>
                  <a:pt x="15494" y="252349"/>
                </a:lnTo>
                <a:lnTo>
                  <a:pt x="48513" y="289432"/>
                </a:lnTo>
                <a:lnTo>
                  <a:pt x="84074" y="314832"/>
                </a:lnTo>
                <a:lnTo>
                  <a:pt x="127888" y="337693"/>
                </a:lnTo>
                <a:lnTo>
                  <a:pt x="179197" y="357759"/>
                </a:lnTo>
                <a:lnTo>
                  <a:pt x="217042" y="369316"/>
                </a:lnTo>
                <a:lnTo>
                  <a:pt x="257682" y="379475"/>
                </a:lnTo>
                <a:lnTo>
                  <a:pt x="300608" y="387985"/>
                </a:lnTo>
                <a:lnTo>
                  <a:pt x="345821" y="394843"/>
                </a:lnTo>
                <a:lnTo>
                  <a:pt x="393064" y="399795"/>
                </a:lnTo>
                <a:lnTo>
                  <a:pt x="441959" y="402844"/>
                </a:lnTo>
                <a:lnTo>
                  <a:pt x="492251" y="403860"/>
                </a:lnTo>
                <a:lnTo>
                  <a:pt x="542544" y="402844"/>
                </a:lnTo>
                <a:lnTo>
                  <a:pt x="591438" y="399795"/>
                </a:lnTo>
                <a:lnTo>
                  <a:pt x="638682" y="394843"/>
                </a:lnTo>
                <a:lnTo>
                  <a:pt x="683895" y="387985"/>
                </a:lnTo>
                <a:lnTo>
                  <a:pt x="726948" y="379475"/>
                </a:lnTo>
                <a:lnTo>
                  <a:pt x="767460" y="369316"/>
                </a:lnTo>
                <a:lnTo>
                  <a:pt x="779745" y="365760"/>
                </a:lnTo>
                <a:lnTo>
                  <a:pt x="491489" y="365760"/>
                </a:lnTo>
                <a:lnTo>
                  <a:pt x="442722" y="364744"/>
                </a:lnTo>
                <a:lnTo>
                  <a:pt x="395477" y="361695"/>
                </a:lnTo>
                <a:lnTo>
                  <a:pt x="349884" y="356869"/>
                </a:lnTo>
                <a:lnTo>
                  <a:pt x="306324" y="350266"/>
                </a:lnTo>
                <a:lnTo>
                  <a:pt x="265556" y="342138"/>
                </a:lnTo>
                <a:lnTo>
                  <a:pt x="226822" y="332486"/>
                </a:lnTo>
                <a:lnTo>
                  <a:pt x="173989" y="315468"/>
                </a:lnTo>
                <a:lnTo>
                  <a:pt x="128524" y="295910"/>
                </a:lnTo>
                <a:lnTo>
                  <a:pt x="91694" y="274447"/>
                </a:lnTo>
                <a:lnTo>
                  <a:pt x="57403" y="244982"/>
                </a:lnTo>
                <a:lnTo>
                  <a:pt x="38988" y="211328"/>
                </a:lnTo>
                <a:lnTo>
                  <a:pt x="37973" y="199517"/>
                </a:lnTo>
                <a:lnTo>
                  <a:pt x="38734" y="193929"/>
                </a:lnTo>
                <a:lnTo>
                  <a:pt x="59308" y="156844"/>
                </a:lnTo>
                <a:lnTo>
                  <a:pt x="93472" y="128143"/>
                </a:lnTo>
                <a:lnTo>
                  <a:pt x="130048" y="107314"/>
                </a:lnTo>
                <a:lnTo>
                  <a:pt x="175132" y="88011"/>
                </a:lnTo>
                <a:lnTo>
                  <a:pt x="227710" y="71119"/>
                </a:lnTo>
                <a:lnTo>
                  <a:pt x="266319" y="61468"/>
                </a:lnTo>
                <a:lnTo>
                  <a:pt x="307466" y="53339"/>
                </a:lnTo>
                <a:lnTo>
                  <a:pt x="351535" y="46736"/>
                </a:lnTo>
                <a:lnTo>
                  <a:pt x="397128" y="42037"/>
                </a:lnTo>
                <a:lnTo>
                  <a:pt x="444373" y="39116"/>
                </a:lnTo>
                <a:lnTo>
                  <a:pt x="493013" y="38100"/>
                </a:lnTo>
                <a:lnTo>
                  <a:pt x="779901" y="38100"/>
                </a:lnTo>
                <a:lnTo>
                  <a:pt x="767460" y="34417"/>
                </a:lnTo>
                <a:lnTo>
                  <a:pt x="726948" y="24384"/>
                </a:lnTo>
                <a:lnTo>
                  <a:pt x="683895" y="15875"/>
                </a:lnTo>
                <a:lnTo>
                  <a:pt x="638682" y="9017"/>
                </a:lnTo>
                <a:lnTo>
                  <a:pt x="591438" y="4063"/>
                </a:lnTo>
                <a:lnTo>
                  <a:pt x="542671" y="1016"/>
                </a:lnTo>
                <a:lnTo>
                  <a:pt x="492251" y="0"/>
                </a:lnTo>
                <a:close/>
              </a:path>
              <a:path w="984884" h="403860">
                <a:moveTo>
                  <a:pt x="779901" y="38100"/>
                </a:moveTo>
                <a:lnTo>
                  <a:pt x="493013" y="38100"/>
                </a:lnTo>
                <a:lnTo>
                  <a:pt x="541908" y="39116"/>
                </a:lnTo>
                <a:lnTo>
                  <a:pt x="589152" y="42163"/>
                </a:lnTo>
                <a:lnTo>
                  <a:pt x="634619" y="46989"/>
                </a:lnTo>
                <a:lnTo>
                  <a:pt x="678179" y="53593"/>
                </a:lnTo>
                <a:lnTo>
                  <a:pt x="719074" y="61722"/>
                </a:lnTo>
                <a:lnTo>
                  <a:pt x="757808" y="71374"/>
                </a:lnTo>
                <a:lnTo>
                  <a:pt x="810386" y="88392"/>
                </a:lnTo>
                <a:lnTo>
                  <a:pt x="855726" y="107950"/>
                </a:lnTo>
                <a:lnTo>
                  <a:pt x="892682" y="129286"/>
                </a:lnTo>
                <a:lnTo>
                  <a:pt x="927100" y="158876"/>
                </a:lnTo>
                <a:lnTo>
                  <a:pt x="945514" y="192531"/>
                </a:lnTo>
                <a:lnTo>
                  <a:pt x="946530" y="204343"/>
                </a:lnTo>
                <a:lnTo>
                  <a:pt x="945769" y="209931"/>
                </a:lnTo>
                <a:lnTo>
                  <a:pt x="925195" y="247014"/>
                </a:lnTo>
                <a:lnTo>
                  <a:pt x="891158" y="275589"/>
                </a:lnTo>
                <a:lnTo>
                  <a:pt x="854328" y="296672"/>
                </a:lnTo>
                <a:lnTo>
                  <a:pt x="809498" y="315849"/>
                </a:lnTo>
                <a:lnTo>
                  <a:pt x="756792" y="332867"/>
                </a:lnTo>
                <a:lnTo>
                  <a:pt x="718184" y="342392"/>
                </a:lnTo>
                <a:lnTo>
                  <a:pt x="677036" y="350519"/>
                </a:lnTo>
                <a:lnTo>
                  <a:pt x="632967" y="357124"/>
                </a:lnTo>
                <a:lnTo>
                  <a:pt x="587501" y="361823"/>
                </a:lnTo>
                <a:lnTo>
                  <a:pt x="540130" y="364744"/>
                </a:lnTo>
                <a:lnTo>
                  <a:pt x="491489" y="365760"/>
                </a:lnTo>
                <a:lnTo>
                  <a:pt x="779745" y="365760"/>
                </a:lnTo>
                <a:lnTo>
                  <a:pt x="823213" y="351409"/>
                </a:lnTo>
                <a:lnTo>
                  <a:pt x="872108" y="330454"/>
                </a:lnTo>
                <a:lnTo>
                  <a:pt x="913256" y="306578"/>
                </a:lnTo>
                <a:lnTo>
                  <a:pt x="945769" y="280543"/>
                </a:lnTo>
                <a:lnTo>
                  <a:pt x="974471" y="242569"/>
                </a:lnTo>
                <a:lnTo>
                  <a:pt x="984503" y="201930"/>
                </a:lnTo>
                <a:lnTo>
                  <a:pt x="983869" y="191516"/>
                </a:lnTo>
                <a:lnTo>
                  <a:pt x="969009" y="151384"/>
                </a:lnTo>
                <a:lnTo>
                  <a:pt x="935862" y="114426"/>
                </a:lnTo>
                <a:lnTo>
                  <a:pt x="900429" y="89026"/>
                </a:lnTo>
                <a:lnTo>
                  <a:pt x="856614" y="66167"/>
                </a:lnTo>
                <a:lnTo>
                  <a:pt x="805433" y="46100"/>
                </a:lnTo>
                <a:lnTo>
                  <a:pt x="786764" y="40131"/>
                </a:lnTo>
                <a:lnTo>
                  <a:pt x="779901" y="3810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84656" y="1364996"/>
            <a:ext cx="70624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-"/>
              <a:tabLst>
                <a:tab pos="299085" algn="l"/>
              </a:tabLst>
            </a:pP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Choosing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093B70"/>
                </a:solidFill>
                <a:latin typeface="Trebuchet MS"/>
                <a:cs typeface="Trebuchet MS"/>
              </a:rPr>
              <a:t>best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 alternative</a:t>
            </a: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har char="-"/>
              <a:tabLst>
                <a:tab pos="299085" algn="l"/>
              </a:tabLst>
            </a:pP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70" dirty="0">
                <a:solidFill>
                  <a:srgbClr val="093B70"/>
                </a:solidFill>
                <a:latin typeface="Trebuchet MS"/>
                <a:cs typeface="Trebuchet MS"/>
              </a:rPr>
              <a:t>alternative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093B70"/>
                </a:solidFill>
                <a:latin typeface="Trebuchet MS"/>
                <a:cs typeface="Trebuchet MS"/>
              </a:rPr>
              <a:t>with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highest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93B70"/>
                </a:solidFill>
                <a:latin typeface="Trebuchet MS"/>
                <a:cs typeface="Trebuchet MS"/>
              </a:rPr>
              <a:t>total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93B70"/>
                </a:solidFill>
                <a:latin typeface="Trebuchet MS"/>
                <a:cs typeface="Trebuchet MS"/>
              </a:rPr>
              <a:t>weight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is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chosen.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14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5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95" dirty="0"/>
              <a:t>DECISION-</a:t>
            </a:r>
            <a:r>
              <a:rPr spc="155" dirty="0"/>
              <a:t>MAKING</a:t>
            </a:r>
            <a:r>
              <a:rPr spc="385" dirty="0"/>
              <a:t> </a:t>
            </a:r>
            <a:r>
              <a:rPr spc="155" dirty="0"/>
              <a:t>PROCESS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64463" y="1114044"/>
            <a:ext cx="5542915" cy="4897120"/>
            <a:chOff x="664463" y="1114044"/>
            <a:chExt cx="5542915" cy="48971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4463" y="1114044"/>
              <a:ext cx="4462272" cy="489661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38343" y="1304544"/>
              <a:ext cx="1168908" cy="11125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38343" y="1906524"/>
              <a:ext cx="1168908" cy="1097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38343" y="2537460"/>
              <a:ext cx="1168908" cy="1097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38343" y="3142488"/>
              <a:ext cx="1168908" cy="1097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38343" y="4965193"/>
              <a:ext cx="1168908" cy="1112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01411" y="5513832"/>
              <a:ext cx="1005839" cy="96012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385052" y="1206500"/>
            <a:ext cx="5447030" cy="212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sz="1800" spc="-10" dirty="0">
                <a:solidFill>
                  <a:srgbClr val="093B70"/>
                </a:solidFill>
                <a:latin typeface="Trebuchet MS"/>
                <a:cs typeface="Trebuchet MS"/>
              </a:rPr>
              <a:t>Need</a:t>
            </a:r>
            <a:r>
              <a:rPr sz="1800" spc="-8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105" dirty="0">
                <a:solidFill>
                  <a:srgbClr val="093B70"/>
                </a:solidFill>
                <a:latin typeface="Trebuchet MS"/>
                <a:cs typeface="Trebuchet MS"/>
              </a:rPr>
              <a:t>new</a:t>
            </a:r>
            <a:r>
              <a:rPr sz="18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093B70"/>
                </a:solidFill>
                <a:latin typeface="Trebuchet MS"/>
                <a:cs typeface="Trebuchet MS"/>
              </a:rPr>
              <a:t>laptop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30"/>
              </a:spcBef>
              <a:buClr>
                <a:srgbClr val="093B70"/>
              </a:buClr>
              <a:buFont typeface="Arial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800" spc="-90" dirty="0">
                <a:solidFill>
                  <a:srgbClr val="093B70"/>
                </a:solidFill>
                <a:latin typeface="Trebuchet MS"/>
                <a:cs typeface="Trebuchet MS"/>
              </a:rPr>
              <a:t>Memory/</a:t>
            </a:r>
            <a:r>
              <a:rPr sz="1800" spc="-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093B70"/>
                </a:solidFill>
                <a:latin typeface="Trebuchet MS"/>
                <a:cs typeface="Trebuchet MS"/>
              </a:rPr>
              <a:t>Display</a:t>
            </a:r>
            <a:r>
              <a:rPr sz="1800" spc="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170" dirty="0">
                <a:solidFill>
                  <a:srgbClr val="093B70"/>
                </a:solidFill>
                <a:latin typeface="Trebuchet MS"/>
                <a:cs typeface="Trebuchet MS"/>
              </a:rPr>
              <a:t>quality/</a:t>
            </a:r>
            <a:r>
              <a:rPr sz="1800" spc="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093B70"/>
                </a:solidFill>
                <a:latin typeface="Trebuchet MS"/>
                <a:cs typeface="Trebuchet MS"/>
              </a:rPr>
              <a:t>Battery</a:t>
            </a:r>
            <a:r>
              <a:rPr sz="1800" spc="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220" dirty="0">
                <a:solidFill>
                  <a:srgbClr val="093B70"/>
                </a:solidFill>
                <a:latin typeface="Trebuchet MS"/>
                <a:cs typeface="Trebuchet MS"/>
              </a:rPr>
              <a:t>life/</a:t>
            </a:r>
            <a:r>
              <a:rPr sz="1800" spc="-254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110" dirty="0">
                <a:solidFill>
                  <a:srgbClr val="093B70"/>
                </a:solidFill>
                <a:latin typeface="Trebuchet MS"/>
                <a:cs typeface="Trebuchet MS"/>
              </a:rPr>
              <a:t>Warranty/</a:t>
            </a:r>
            <a:r>
              <a:rPr sz="1800" spc="-254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093B70"/>
                </a:solidFill>
                <a:latin typeface="Trebuchet MS"/>
                <a:cs typeface="Trebuchet MS"/>
              </a:rPr>
              <a:t>Weight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75"/>
              </a:spcBef>
              <a:buClr>
                <a:srgbClr val="093B70"/>
              </a:buClr>
              <a:buFont typeface="Arial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800" spc="-20" dirty="0">
                <a:solidFill>
                  <a:srgbClr val="093B70"/>
                </a:solidFill>
                <a:latin typeface="Trebuchet MS"/>
                <a:cs typeface="Trebuchet MS"/>
              </a:rPr>
              <a:t>Memory</a:t>
            </a:r>
            <a:r>
              <a:rPr sz="18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185" dirty="0">
                <a:solidFill>
                  <a:srgbClr val="093B70"/>
                </a:solidFill>
                <a:latin typeface="Trebuchet MS"/>
                <a:cs typeface="Trebuchet MS"/>
              </a:rPr>
              <a:t>(8)/</a:t>
            </a:r>
            <a:r>
              <a:rPr sz="1800" spc="-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093B70"/>
                </a:solidFill>
                <a:latin typeface="Trebuchet MS"/>
                <a:cs typeface="Trebuchet MS"/>
              </a:rPr>
              <a:t>Display</a:t>
            </a:r>
            <a:r>
              <a:rPr sz="18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093B70"/>
                </a:solidFill>
                <a:latin typeface="Trebuchet MS"/>
                <a:cs typeface="Trebuchet MS"/>
              </a:rPr>
              <a:t>quality</a:t>
            </a:r>
            <a:r>
              <a:rPr sz="18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180" dirty="0">
                <a:solidFill>
                  <a:srgbClr val="093B70"/>
                </a:solidFill>
                <a:latin typeface="Trebuchet MS"/>
                <a:cs typeface="Trebuchet MS"/>
              </a:rPr>
              <a:t>(6)/</a:t>
            </a:r>
            <a:r>
              <a:rPr sz="1800" spc="-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093B70"/>
                </a:solidFill>
                <a:latin typeface="Trebuchet MS"/>
                <a:cs typeface="Trebuchet MS"/>
              </a:rPr>
              <a:t>Battery</a:t>
            </a:r>
            <a:r>
              <a:rPr sz="18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155" dirty="0">
                <a:solidFill>
                  <a:srgbClr val="093B70"/>
                </a:solidFill>
                <a:latin typeface="Trebuchet MS"/>
                <a:cs typeface="Trebuchet MS"/>
              </a:rPr>
              <a:t>life</a:t>
            </a:r>
            <a:r>
              <a:rPr sz="18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093B70"/>
                </a:solidFill>
                <a:latin typeface="Trebuchet MS"/>
                <a:cs typeface="Trebuchet MS"/>
              </a:rPr>
              <a:t>(7)/…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85"/>
              </a:spcBef>
              <a:buClr>
                <a:srgbClr val="093B70"/>
              </a:buClr>
              <a:buFont typeface="Arial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800" spc="-145" dirty="0">
                <a:solidFill>
                  <a:srgbClr val="093B70"/>
                </a:solidFill>
                <a:latin typeface="Trebuchet MS"/>
                <a:cs typeface="Trebuchet MS"/>
              </a:rPr>
              <a:t>HP/</a:t>
            </a:r>
            <a:r>
              <a:rPr sz="1800" spc="-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093B70"/>
                </a:solidFill>
                <a:latin typeface="Trebuchet MS"/>
                <a:cs typeface="Trebuchet MS"/>
              </a:rPr>
              <a:t>Sony/</a:t>
            </a:r>
            <a:r>
              <a:rPr sz="18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093B70"/>
                </a:solidFill>
                <a:latin typeface="Trebuchet MS"/>
                <a:cs typeface="Trebuchet MS"/>
              </a:rPr>
              <a:t>Lenovo/</a:t>
            </a:r>
            <a:r>
              <a:rPr sz="18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093B70"/>
                </a:solidFill>
                <a:latin typeface="Trebuchet MS"/>
                <a:cs typeface="Trebuchet MS"/>
              </a:rPr>
              <a:t>Dell/</a:t>
            </a:r>
            <a:r>
              <a:rPr sz="1800" spc="-2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093B70"/>
                </a:solidFill>
                <a:latin typeface="Trebuchet MS"/>
                <a:cs typeface="Trebuchet MS"/>
              </a:rPr>
              <a:t>ASUS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14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14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430136" y="4882133"/>
            <a:ext cx="4339590" cy="819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sz="1800" spc="-114" dirty="0">
                <a:solidFill>
                  <a:srgbClr val="093B70"/>
                </a:solidFill>
                <a:latin typeface="Trebuchet MS"/>
                <a:cs typeface="Trebuchet MS"/>
              </a:rPr>
              <a:t>Putting</a:t>
            </a:r>
            <a:r>
              <a:rPr sz="18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18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093B70"/>
                </a:solidFill>
                <a:latin typeface="Trebuchet MS"/>
                <a:cs typeface="Trebuchet MS"/>
              </a:rPr>
              <a:t>chosen</a:t>
            </a:r>
            <a:r>
              <a:rPr sz="18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093B70"/>
                </a:solidFill>
                <a:latin typeface="Trebuchet MS"/>
                <a:cs typeface="Trebuchet MS"/>
              </a:rPr>
              <a:t>alternative</a:t>
            </a:r>
            <a:r>
              <a:rPr sz="18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093B70"/>
                </a:solidFill>
                <a:latin typeface="Trebuchet MS"/>
                <a:cs typeface="Trebuchet MS"/>
              </a:rPr>
              <a:t>into</a:t>
            </a:r>
            <a:r>
              <a:rPr sz="18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093B70"/>
                </a:solidFill>
                <a:latin typeface="Trebuchet MS"/>
                <a:cs typeface="Trebuchet MS"/>
              </a:rPr>
              <a:t>action</a:t>
            </a:r>
            <a:endParaRPr sz="18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935"/>
              </a:spcBef>
              <a:buFont typeface="Arial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093B70"/>
                </a:solidFill>
                <a:latin typeface="Trebuchet MS"/>
                <a:cs typeface="Trebuchet MS"/>
              </a:rPr>
              <a:t>How</a:t>
            </a:r>
            <a:r>
              <a:rPr sz="1800" spc="-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145" dirty="0">
                <a:solidFill>
                  <a:srgbClr val="093B70"/>
                </a:solidFill>
                <a:latin typeface="Trebuchet MS"/>
                <a:cs typeface="Trebuchet MS"/>
              </a:rPr>
              <a:t>effectively</a:t>
            </a:r>
            <a:r>
              <a:rPr sz="18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100" dirty="0">
                <a:solidFill>
                  <a:srgbClr val="093B70"/>
                </a:solidFill>
                <a:latin typeface="Trebuchet MS"/>
                <a:cs typeface="Trebuchet MS"/>
              </a:rPr>
              <a:t>was</a:t>
            </a:r>
            <a:r>
              <a:rPr sz="1800" spc="-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12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18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95" dirty="0">
                <a:solidFill>
                  <a:srgbClr val="093B70"/>
                </a:solidFill>
                <a:latin typeface="Trebuchet MS"/>
                <a:cs typeface="Trebuchet MS"/>
              </a:rPr>
              <a:t>problem</a:t>
            </a:r>
            <a:r>
              <a:rPr sz="18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90" dirty="0">
                <a:solidFill>
                  <a:srgbClr val="093B70"/>
                </a:solidFill>
                <a:latin typeface="Trebuchet MS"/>
                <a:cs typeface="Trebuchet MS"/>
              </a:rPr>
              <a:t>resolved</a:t>
            </a:r>
            <a:r>
              <a:rPr sz="18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1800" spc="-50" dirty="0">
                <a:solidFill>
                  <a:srgbClr val="093B70"/>
                </a:solidFill>
                <a:latin typeface="Trebuchet MS"/>
                <a:cs typeface="Trebuchet MS"/>
              </a:rPr>
              <a:t>?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800" spc="-127" baseline="4629" dirty="0">
                <a:solidFill>
                  <a:srgbClr val="585858"/>
                </a:solidFill>
                <a:latin typeface="Trebuchet MS"/>
                <a:cs typeface="Trebuchet MS"/>
              </a:rPr>
              <a:t>19</a:t>
            </a: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Martensson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5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60" dirty="0"/>
              <a:t>EXERCISE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939284" y="1423416"/>
            <a:ext cx="6577965" cy="5236845"/>
            <a:chOff x="4939284" y="1423416"/>
            <a:chExt cx="6577965" cy="523684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9284" y="1423416"/>
              <a:ext cx="6012179" cy="401116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933432" y="6457187"/>
              <a:ext cx="1583690" cy="203200"/>
            </a:xfrm>
            <a:custGeom>
              <a:avLst/>
              <a:gdLst/>
              <a:ahLst/>
              <a:cxnLst/>
              <a:rect l="l" t="t" r="r" b="b"/>
              <a:pathLst>
                <a:path w="1583690" h="203200">
                  <a:moveTo>
                    <a:pt x="1583436" y="0"/>
                  </a:moveTo>
                  <a:lnTo>
                    <a:pt x="1570736" y="0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189992"/>
                  </a:lnTo>
                  <a:lnTo>
                    <a:pt x="0" y="202692"/>
                  </a:lnTo>
                  <a:lnTo>
                    <a:pt x="12700" y="202692"/>
                  </a:lnTo>
                  <a:lnTo>
                    <a:pt x="1570736" y="202692"/>
                  </a:lnTo>
                  <a:lnTo>
                    <a:pt x="1583436" y="202692"/>
                  </a:lnTo>
                  <a:lnTo>
                    <a:pt x="1583436" y="189992"/>
                  </a:lnTo>
                  <a:lnTo>
                    <a:pt x="1583436" y="12700"/>
                  </a:lnTo>
                  <a:lnTo>
                    <a:pt x="1583436" y="0"/>
                  </a:lnTo>
                  <a:close/>
                </a:path>
              </a:pathLst>
            </a:custGeom>
            <a:solidFill>
              <a:srgbClr val="3493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93088" y="2744216"/>
            <a:ext cx="227774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1650" marR="5080" indent="-489584">
              <a:lnSpc>
                <a:spcPct val="100000"/>
              </a:lnSpc>
              <a:spcBef>
                <a:spcPts val="105"/>
              </a:spcBef>
            </a:pPr>
            <a:r>
              <a:rPr sz="2000" b="1" spc="275" dirty="0">
                <a:latin typeface="Trebuchet MS"/>
                <a:cs typeface="Trebuchet MS"/>
              </a:rPr>
              <a:t>CHOOSING</a:t>
            </a:r>
            <a:r>
              <a:rPr sz="2000" b="1" spc="-70" dirty="0">
                <a:latin typeface="Trebuchet MS"/>
                <a:cs typeface="Trebuchet MS"/>
              </a:rPr>
              <a:t> </a:t>
            </a:r>
            <a:r>
              <a:rPr sz="2000" b="1" spc="325" dirty="0">
                <a:latin typeface="Trebuchet MS"/>
                <a:cs typeface="Trebuchet MS"/>
              </a:rPr>
              <a:t>NEW </a:t>
            </a:r>
            <a:r>
              <a:rPr sz="2000" b="1" spc="145" dirty="0">
                <a:latin typeface="Trebuchet MS"/>
                <a:cs typeface="Trebuchet MS"/>
              </a:rPr>
              <a:t>SUPPLIER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99166" y="6400291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15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5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40" dirty="0"/>
              <a:t>RATIONAL</a:t>
            </a:r>
            <a:r>
              <a:rPr spc="295" dirty="0"/>
              <a:t> </a:t>
            </a:r>
            <a:r>
              <a:rPr spc="200" dirty="0"/>
              <a:t>DECISION-</a:t>
            </a:r>
            <a:r>
              <a:rPr spc="145" dirty="0"/>
              <a:t>MAKING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20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16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5558" y="1451050"/>
            <a:ext cx="9523095" cy="313499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95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Describes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093B70"/>
                </a:solidFill>
                <a:latin typeface="Trebuchet MS"/>
                <a:cs typeface="Trebuchet MS"/>
              </a:rPr>
              <a:t>choices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093B70"/>
                </a:solidFill>
                <a:latin typeface="Trebuchet MS"/>
                <a:cs typeface="Trebuchet MS"/>
              </a:rPr>
              <a:t>that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are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logical</a:t>
            </a:r>
            <a:r>
              <a:rPr sz="2400" b="1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093B70"/>
                </a:solidFill>
                <a:latin typeface="Trebuchet MS"/>
                <a:cs typeface="Trebuchet MS"/>
              </a:rPr>
              <a:t>consistent</a:t>
            </a:r>
            <a:r>
              <a:rPr sz="2400" b="1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maximize</a:t>
            </a:r>
            <a:r>
              <a:rPr sz="2400" b="1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093B70"/>
                </a:solidFill>
                <a:latin typeface="Trebuchet MS"/>
                <a:cs typeface="Trebuchet MS"/>
              </a:rPr>
              <a:t>value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b="1" spc="5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b="1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spc="-20" dirty="0">
                <a:solidFill>
                  <a:srgbClr val="093B70"/>
                </a:solidFill>
                <a:latin typeface="Trebuchet MS"/>
                <a:cs typeface="Trebuchet MS"/>
              </a:rPr>
              <a:t>problem:</a:t>
            </a:r>
            <a:r>
              <a:rPr sz="2400" b="1" spc="-3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clear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unambiguous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354965" algn="l"/>
              </a:tabLst>
            </a:pPr>
            <a:r>
              <a:rPr sz="2400" b="1" spc="5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b="1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spc="-45" dirty="0">
                <a:solidFill>
                  <a:srgbClr val="093B70"/>
                </a:solidFill>
                <a:latin typeface="Trebuchet MS"/>
                <a:cs typeface="Trebuchet MS"/>
              </a:rPr>
              <a:t>goal:</a:t>
            </a:r>
            <a:r>
              <a:rPr sz="2400" b="1" spc="-2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clear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7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specific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All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093B70"/>
                </a:solidFill>
                <a:latin typeface="Trebuchet MS"/>
                <a:cs typeface="Trebuchet MS"/>
              </a:rPr>
              <a:t>alternatives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consequences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are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known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Preferences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are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constant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stable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180" dirty="0">
                <a:solidFill>
                  <a:srgbClr val="093B70"/>
                </a:solidFill>
                <a:latin typeface="Trebuchet MS"/>
                <a:cs typeface="Trebuchet MS"/>
              </a:rPr>
              <a:t>No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time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or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cost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093B70"/>
                </a:solidFill>
                <a:latin typeface="Trebuchet MS"/>
                <a:cs typeface="Trebuchet MS"/>
              </a:rPr>
              <a:t>constraints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exist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5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75" dirty="0"/>
              <a:t>STRUCTURED</a:t>
            </a:r>
            <a:r>
              <a:rPr spc="400" dirty="0"/>
              <a:t> </a:t>
            </a:r>
            <a:r>
              <a:rPr dirty="0"/>
              <a:t>–</a:t>
            </a:r>
            <a:r>
              <a:rPr spc="395" dirty="0"/>
              <a:t> </a:t>
            </a:r>
            <a:r>
              <a:rPr spc="175" dirty="0"/>
              <a:t>UNSTRUCTURED</a:t>
            </a:r>
            <a:r>
              <a:rPr spc="415" dirty="0"/>
              <a:t> </a:t>
            </a:r>
            <a:r>
              <a:rPr spc="160" dirty="0"/>
              <a:t>PROBLEMS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39695" y="3733800"/>
            <a:ext cx="7734300" cy="1902460"/>
            <a:chOff x="2139695" y="3733800"/>
            <a:chExt cx="7734300" cy="19024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39695" y="3733800"/>
              <a:ext cx="1679448" cy="190195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79663" y="3829811"/>
              <a:ext cx="1894331" cy="16383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688719" y="1597914"/>
            <a:ext cx="2999105" cy="1925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Structured</a:t>
            </a:r>
            <a:r>
              <a:rPr sz="2400" b="1" spc="8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093B70"/>
                </a:solidFill>
                <a:latin typeface="Trebuchet MS"/>
                <a:cs typeface="Trebuchet MS"/>
              </a:rPr>
              <a:t>problems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2400">
              <a:latin typeface="Trebuchet MS"/>
              <a:cs typeface="Trebuchet MS"/>
            </a:endParaRPr>
          </a:p>
          <a:p>
            <a:pPr marL="570230" indent="-28638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570230" algn="l"/>
              </a:tabLst>
            </a:pP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Straightforward</a:t>
            </a:r>
            <a:endParaRPr sz="2400">
              <a:latin typeface="Trebuchet MS"/>
              <a:cs typeface="Trebuchet MS"/>
            </a:endParaRPr>
          </a:p>
          <a:p>
            <a:pPr marL="570230" indent="-286385">
              <a:lnSpc>
                <a:spcPct val="100000"/>
              </a:lnSpc>
              <a:buFont typeface="Arial"/>
              <a:buChar char="•"/>
              <a:tabLst>
                <a:tab pos="570230" algn="l"/>
              </a:tabLst>
            </a:pP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Familiar</a:t>
            </a:r>
            <a:endParaRPr sz="2400">
              <a:latin typeface="Trebuchet MS"/>
              <a:cs typeface="Trebuchet MS"/>
            </a:endParaRPr>
          </a:p>
          <a:p>
            <a:pPr marL="570230" indent="-286385">
              <a:lnSpc>
                <a:spcPct val="100000"/>
              </a:lnSpc>
              <a:buFont typeface="Arial"/>
              <a:buChar char="•"/>
              <a:tabLst>
                <a:tab pos="570230" algn="l"/>
              </a:tabLst>
            </a:pP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Easily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defined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21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18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71690" y="1597914"/>
            <a:ext cx="3373754" cy="188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Unstructured</a:t>
            </a:r>
            <a:r>
              <a:rPr sz="2400" b="1" spc="1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093B70"/>
                </a:solidFill>
                <a:latin typeface="Trebuchet MS"/>
                <a:cs typeface="Trebuchet MS"/>
              </a:rPr>
              <a:t>problems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2400">
              <a:latin typeface="Trebuchet MS"/>
              <a:cs typeface="Trebuchet MS"/>
            </a:endParaRPr>
          </a:p>
          <a:p>
            <a:pPr marL="404495" indent="-28638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404495" algn="l"/>
              </a:tabLst>
            </a:pP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New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or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unusual</a:t>
            </a:r>
            <a:endParaRPr sz="2400">
              <a:latin typeface="Trebuchet MS"/>
              <a:cs typeface="Trebuchet MS"/>
            </a:endParaRPr>
          </a:p>
          <a:p>
            <a:pPr marL="404495" indent="-286385">
              <a:lnSpc>
                <a:spcPct val="100000"/>
              </a:lnSpc>
              <a:buFont typeface="Arial"/>
              <a:buChar char="•"/>
              <a:tabLst>
                <a:tab pos="404495" algn="l"/>
              </a:tabLst>
            </a:pP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Ambiguous</a:t>
            </a:r>
            <a:endParaRPr sz="2400">
              <a:latin typeface="Trebuchet MS"/>
              <a:cs typeface="Trebuchet MS"/>
            </a:endParaRPr>
          </a:p>
          <a:p>
            <a:pPr marL="404495" indent="-286385">
              <a:lnSpc>
                <a:spcPct val="100000"/>
              </a:lnSpc>
              <a:buFont typeface="Arial"/>
              <a:buChar char="•"/>
              <a:tabLst>
                <a:tab pos="404495" algn="l"/>
              </a:tabLst>
            </a:pP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Incomplete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information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5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70" dirty="0"/>
              <a:t>PROGRAMMED</a:t>
            </a:r>
            <a:r>
              <a:rPr spc="409" dirty="0"/>
              <a:t> </a:t>
            </a:r>
            <a:r>
              <a:rPr dirty="0"/>
              <a:t>-</a:t>
            </a:r>
            <a:r>
              <a:rPr spc="420" dirty="0"/>
              <a:t> </a:t>
            </a:r>
            <a:r>
              <a:rPr spc="175" dirty="0"/>
              <a:t>NONPROGRAMMED</a:t>
            </a:r>
            <a:r>
              <a:rPr spc="375" dirty="0"/>
              <a:t> </a:t>
            </a:r>
            <a:r>
              <a:rPr spc="160" dirty="0"/>
              <a:t>DECISIONS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21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19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5500" y="2344038"/>
            <a:ext cx="4548505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200" b="1" spc="60" dirty="0">
                <a:solidFill>
                  <a:srgbClr val="093B70"/>
                </a:solidFill>
                <a:latin typeface="Trebuchet MS"/>
                <a:cs typeface="Trebuchet MS"/>
              </a:rPr>
              <a:t>Programmed</a:t>
            </a:r>
            <a:r>
              <a:rPr sz="2200" b="1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b="1" spc="-25" dirty="0">
                <a:solidFill>
                  <a:srgbClr val="093B70"/>
                </a:solidFill>
                <a:latin typeface="Trebuchet MS"/>
                <a:cs typeface="Trebuchet MS"/>
              </a:rPr>
              <a:t>decisions</a:t>
            </a:r>
            <a:r>
              <a:rPr sz="2200" b="1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10" dirty="0">
                <a:solidFill>
                  <a:srgbClr val="093B70"/>
                </a:solidFill>
                <a:latin typeface="Trebuchet MS"/>
                <a:cs typeface="Trebuchet MS"/>
              </a:rPr>
              <a:t>-</a:t>
            </a:r>
            <a:r>
              <a:rPr sz="22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220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2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40" dirty="0">
                <a:solidFill>
                  <a:srgbClr val="093B70"/>
                </a:solidFill>
                <a:latin typeface="Trebuchet MS"/>
                <a:cs typeface="Trebuchet MS"/>
              </a:rPr>
              <a:t>repetitive</a:t>
            </a:r>
            <a:r>
              <a:rPr sz="2200" spc="-9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05" dirty="0">
                <a:solidFill>
                  <a:srgbClr val="093B70"/>
                </a:solidFill>
                <a:latin typeface="Trebuchet MS"/>
                <a:cs typeface="Trebuchet MS"/>
              </a:rPr>
              <a:t>decision</a:t>
            </a:r>
            <a:r>
              <a:rPr sz="2200" spc="98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55" dirty="0">
                <a:solidFill>
                  <a:srgbClr val="093B70"/>
                </a:solidFill>
                <a:latin typeface="Trebuchet MS"/>
                <a:cs typeface="Trebuchet MS"/>
              </a:rPr>
              <a:t>that</a:t>
            </a:r>
            <a:r>
              <a:rPr sz="2200" spc="9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55" dirty="0">
                <a:solidFill>
                  <a:srgbClr val="093B70"/>
                </a:solidFill>
                <a:latin typeface="Trebuchet MS"/>
                <a:cs typeface="Trebuchet MS"/>
              </a:rPr>
              <a:t>can</a:t>
            </a:r>
            <a:r>
              <a:rPr sz="2200" spc="9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45" dirty="0">
                <a:solidFill>
                  <a:srgbClr val="093B70"/>
                </a:solidFill>
                <a:latin typeface="Trebuchet MS"/>
                <a:cs typeface="Trebuchet MS"/>
              </a:rPr>
              <a:t>be</a:t>
            </a:r>
            <a:r>
              <a:rPr sz="2200" spc="9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45" dirty="0">
                <a:solidFill>
                  <a:srgbClr val="093B70"/>
                </a:solidFill>
                <a:latin typeface="Trebuchet MS"/>
                <a:cs typeface="Trebuchet MS"/>
              </a:rPr>
              <a:t>handled</a:t>
            </a:r>
            <a:r>
              <a:rPr sz="2200" spc="9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40" dirty="0">
                <a:solidFill>
                  <a:srgbClr val="093B70"/>
                </a:solidFill>
                <a:latin typeface="Trebuchet MS"/>
                <a:cs typeface="Trebuchet MS"/>
              </a:rPr>
              <a:t>by</a:t>
            </a:r>
            <a:r>
              <a:rPr sz="2200" spc="9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220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200" spc="-1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95" dirty="0">
                <a:solidFill>
                  <a:srgbClr val="093B70"/>
                </a:solidFill>
                <a:latin typeface="Trebuchet MS"/>
                <a:cs typeface="Trebuchet MS"/>
              </a:rPr>
              <a:t>routine</a:t>
            </a:r>
            <a:r>
              <a:rPr sz="22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25" dirty="0">
                <a:solidFill>
                  <a:srgbClr val="093B70"/>
                </a:solidFill>
                <a:latin typeface="Trebuchet MS"/>
                <a:cs typeface="Trebuchet MS"/>
              </a:rPr>
              <a:t>approach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18503" y="2344038"/>
            <a:ext cx="4165600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200" b="1" spc="80" dirty="0">
                <a:solidFill>
                  <a:srgbClr val="093B70"/>
                </a:solidFill>
                <a:latin typeface="Trebuchet MS"/>
                <a:cs typeface="Trebuchet MS"/>
              </a:rPr>
              <a:t>Non-</a:t>
            </a:r>
            <a:r>
              <a:rPr sz="2200" b="1" dirty="0">
                <a:solidFill>
                  <a:srgbClr val="093B70"/>
                </a:solidFill>
                <a:latin typeface="Trebuchet MS"/>
                <a:cs typeface="Trebuchet MS"/>
              </a:rPr>
              <a:t>programmed</a:t>
            </a:r>
            <a:r>
              <a:rPr sz="2200" b="1" spc="229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b="1" spc="-20" dirty="0">
                <a:solidFill>
                  <a:srgbClr val="093B70"/>
                </a:solidFill>
                <a:latin typeface="Trebuchet MS"/>
                <a:cs typeface="Trebuchet MS"/>
              </a:rPr>
              <a:t>decisions</a:t>
            </a:r>
            <a:r>
              <a:rPr sz="2200" b="1" spc="1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b="1" spc="-50" dirty="0">
                <a:solidFill>
                  <a:srgbClr val="093B70"/>
                </a:solidFill>
                <a:latin typeface="Trebuchet MS"/>
                <a:cs typeface="Trebuchet MS"/>
              </a:rPr>
              <a:t>- </a:t>
            </a:r>
            <a:r>
              <a:rPr sz="2200" spc="-85" dirty="0">
                <a:solidFill>
                  <a:srgbClr val="093B70"/>
                </a:solidFill>
                <a:latin typeface="Trebuchet MS"/>
                <a:cs typeface="Trebuchet MS"/>
              </a:rPr>
              <a:t>Unique</a:t>
            </a:r>
            <a:r>
              <a:rPr sz="22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50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2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90" dirty="0">
                <a:solidFill>
                  <a:srgbClr val="093B70"/>
                </a:solidFill>
                <a:latin typeface="Trebuchet MS"/>
                <a:cs typeface="Trebuchet MS"/>
              </a:rPr>
              <a:t>nonrecurring</a:t>
            </a:r>
            <a:r>
              <a:rPr sz="2200" spc="-10" dirty="0">
                <a:solidFill>
                  <a:srgbClr val="093B70"/>
                </a:solidFill>
                <a:latin typeface="Trebuchet MS"/>
                <a:cs typeface="Trebuchet MS"/>
              </a:rPr>
              <a:t> decisions </a:t>
            </a:r>
            <a:r>
              <a:rPr sz="2200" spc="-160" dirty="0">
                <a:solidFill>
                  <a:srgbClr val="093B70"/>
                </a:solidFill>
                <a:latin typeface="Trebuchet MS"/>
                <a:cs typeface="Trebuchet MS"/>
              </a:rPr>
              <a:t>that</a:t>
            </a:r>
            <a:r>
              <a:rPr sz="2200" spc="-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14" dirty="0">
                <a:solidFill>
                  <a:srgbClr val="093B70"/>
                </a:solidFill>
                <a:latin typeface="Trebuchet MS"/>
                <a:cs typeface="Trebuchet MS"/>
              </a:rPr>
              <a:t>require</a:t>
            </a:r>
            <a:r>
              <a:rPr sz="22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220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2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105" dirty="0">
                <a:solidFill>
                  <a:srgbClr val="093B70"/>
                </a:solidFill>
                <a:latin typeface="Trebuchet MS"/>
                <a:cs typeface="Trebuchet MS"/>
              </a:rPr>
              <a:t>custom-</a:t>
            </a:r>
            <a:r>
              <a:rPr sz="2200" spc="-165" dirty="0">
                <a:solidFill>
                  <a:srgbClr val="093B70"/>
                </a:solidFill>
                <a:latin typeface="Trebuchet MS"/>
                <a:cs typeface="Trebuchet MS"/>
              </a:rPr>
              <a:t>made</a:t>
            </a:r>
            <a:r>
              <a:rPr sz="2200" spc="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200" spc="-70" dirty="0">
                <a:solidFill>
                  <a:srgbClr val="093B70"/>
                </a:solidFill>
                <a:latin typeface="Trebuchet MS"/>
                <a:cs typeface="Trebuchet MS"/>
              </a:rPr>
              <a:t>solution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5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70" dirty="0"/>
              <a:t>PROGRAMMED</a:t>
            </a:r>
            <a:r>
              <a:rPr spc="409" dirty="0"/>
              <a:t> </a:t>
            </a:r>
            <a:r>
              <a:rPr dirty="0"/>
              <a:t>-</a:t>
            </a:r>
            <a:r>
              <a:rPr spc="420" dirty="0"/>
              <a:t> </a:t>
            </a:r>
            <a:r>
              <a:rPr spc="175" dirty="0"/>
              <a:t>NONPROGRAMMED</a:t>
            </a:r>
            <a:r>
              <a:rPr spc="375" dirty="0"/>
              <a:t> </a:t>
            </a:r>
            <a:r>
              <a:rPr spc="160" dirty="0"/>
              <a:t>DECISIONS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21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20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6848" y="1389634"/>
            <a:ext cx="8955405" cy="309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b="1" spc="70" dirty="0">
                <a:solidFill>
                  <a:srgbClr val="093B70"/>
                </a:solidFill>
                <a:latin typeface="Trebuchet MS"/>
                <a:cs typeface="Trebuchet MS"/>
              </a:rPr>
              <a:t>Programmed</a:t>
            </a:r>
            <a:r>
              <a:rPr sz="2400" b="1" spc="-1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spc="-20" dirty="0">
                <a:solidFill>
                  <a:srgbClr val="093B70"/>
                </a:solidFill>
                <a:latin typeface="Trebuchet MS"/>
                <a:cs typeface="Trebuchet MS"/>
              </a:rPr>
              <a:t>decisions</a:t>
            </a:r>
            <a:r>
              <a:rPr sz="2400" b="1" spc="-1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are</a:t>
            </a:r>
            <a:r>
              <a:rPr sz="2400" b="1" spc="-1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based</a:t>
            </a:r>
            <a:r>
              <a:rPr sz="2400" b="1" spc="-114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b="1" spc="-25" dirty="0">
                <a:solidFill>
                  <a:srgbClr val="093B70"/>
                </a:solidFill>
                <a:latin typeface="Trebuchet MS"/>
                <a:cs typeface="Trebuchet MS"/>
              </a:rPr>
              <a:t>on: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10"/>
              </a:spcBef>
              <a:buClr>
                <a:srgbClr val="093B70"/>
              </a:buClr>
              <a:buFont typeface="Wingdings"/>
              <a:buChar char=""/>
            </a:pPr>
            <a:endParaRPr sz="2400">
              <a:latin typeface="Trebuchet MS"/>
              <a:cs typeface="Trebuchet MS"/>
            </a:endParaRPr>
          </a:p>
          <a:p>
            <a:pPr marL="776605" marR="5080" lvl="1" indent="-287020">
              <a:lnSpc>
                <a:spcPct val="100000"/>
              </a:lnSpc>
              <a:buFont typeface="Arial"/>
              <a:buChar char="•"/>
              <a:tabLst>
                <a:tab pos="776605" algn="l"/>
                <a:tab pos="2547620" algn="l"/>
              </a:tabLst>
            </a:pPr>
            <a:r>
              <a:rPr sz="2400" b="1" spc="-10" dirty="0">
                <a:solidFill>
                  <a:srgbClr val="093B70"/>
                </a:solidFill>
                <a:latin typeface="Trebuchet MS"/>
                <a:cs typeface="Trebuchet MS"/>
              </a:rPr>
              <a:t>Procedure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: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180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400" spc="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series</a:t>
            </a:r>
            <a:r>
              <a:rPr sz="2400" spc="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spc="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093B70"/>
                </a:solidFill>
                <a:latin typeface="Trebuchet MS"/>
                <a:cs typeface="Trebuchet MS"/>
              </a:rPr>
              <a:t>sequential</a:t>
            </a:r>
            <a:r>
              <a:rPr sz="2400" spc="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steps</a:t>
            </a:r>
            <a:r>
              <a:rPr sz="2400" spc="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used</a:t>
            </a:r>
            <a:r>
              <a:rPr sz="2400" spc="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respond</a:t>
            </a:r>
            <a:r>
              <a:rPr sz="2400" spc="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a 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well-</a:t>
            </a:r>
            <a:r>
              <a:rPr sz="2400" spc="-110" dirty="0">
                <a:solidFill>
                  <a:srgbClr val="093B70"/>
                </a:solidFill>
                <a:latin typeface="Trebuchet MS"/>
                <a:cs typeface="Trebuchet MS"/>
              </a:rPr>
              <a:t>structured</a:t>
            </a:r>
            <a:r>
              <a:rPr sz="2400" spc="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problem</a:t>
            </a:r>
            <a:endParaRPr sz="2400">
              <a:latin typeface="Trebuchet MS"/>
              <a:cs typeface="Trebuchet MS"/>
            </a:endParaRPr>
          </a:p>
          <a:p>
            <a:pPr marL="776605" marR="6985" lvl="1" indent="-287020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776605" algn="l"/>
                <a:tab pos="1649730" algn="l"/>
                <a:tab pos="2175510" algn="l"/>
                <a:tab pos="3232150" algn="l"/>
                <a:tab pos="4634230" algn="l"/>
                <a:tab pos="5289550" algn="l"/>
                <a:tab pos="5960110" algn="l"/>
                <a:tab pos="7292340" algn="l"/>
                <a:tab pos="8065134" algn="l"/>
                <a:tab pos="8651875" algn="l"/>
              </a:tabLst>
            </a:pPr>
            <a:r>
              <a:rPr sz="2400" b="1" spc="-10" dirty="0">
                <a:solidFill>
                  <a:srgbClr val="093B70"/>
                </a:solidFill>
                <a:latin typeface="Trebuchet MS"/>
                <a:cs typeface="Trebuchet MS"/>
              </a:rPr>
              <a:t>Rule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: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An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explicit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statement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that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tells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managers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what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can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or </a:t>
            </a:r>
            <a:r>
              <a:rPr sz="2400" spc="-125" dirty="0">
                <a:solidFill>
                  <a:srgbClr val="093B70"/>
                </a:solidFill>
                <a:latin typeface="Trebuchet MS"/>
                <a:cs typeface="Trebuchet MS"/>
              </a:rPr>
              <a:t>cannot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be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done</a:t>
            </a:r>
            <a:endParaRPr sz="2400">
              <a:latin typeface="Trebuchet MS"/>
              <a:cs typeface="Trebuchet MS"/>
            </a:endParaRPr>
          </a:p>
          <a:p>
            <a:pPr marL="776605" lvl="1" indent="-28702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776605" algn="l"/>
              </a:tabLst>
            </a:pPr>
            <a:r>
              <a:rPr sz="2400" b="1" spc="-45" dirty="0">
                <a:solidFill>
                  <a:srgbClr val="093B70"/>
                </a:solidFill>
                <a:latin typeface="Trebuchet MS"/>
                <a:cs typeface="Trebuchet MS"/>
              </a:rPr>
              <a:t>Policy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:</a:t>
            </a:r>
            <a:r>
              <a:rPr sz="2400" spc="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180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400" spc="-10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guideline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093B70"/>
                </a:solidFill>
                <a:latin typeface="Trebuchet MS"/>
                <a:cs typeface="Trebuchet MS"/>
              </a:rPr>
              <a:t>for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making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decisions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9344" y="1432560"/>
            <a:ext cx="8724900" cy="39928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5907" y="415874"/>
            <a:ext cx="108216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17925" algn="l"/>
                <a:tab pos="6179185" algn="l"/>
                <a:tab pos="9563735" algn="l"/>
              </a:tabLst>
            </a:pPr>
            <a:r>
              <a:rPr sz="2800" spc="150" dirty="0"/>
              <a:t>RELATIONSHIP</a:t>
            </a:r>
            <a:r>
              <a:rPr sz="2800" spc="370" dirty="0"/>
              <a:t> </a:t>
            </a:r>
            <a:r>
              <a:rPr sz="2800" spc="60" dirty="0"/>
              <a:t>OF</a:t>
            </a:r>
            <a:r>
              <a:rPr sz="2800" dirty="0"/>
              <a:t>	</a:t>
            </a:r>
            <a:r>
              <a:rPr sz="2800" spc="150" dirty="0"/>
              <a:t>PROBLEMS,</a:t>
            </a:r>
            <a:r>
              <a:rPr sz="2800" dirty="0"/>
              <a:t>	</a:t>
            </a:r>
            <a:r>
              <a:rPr sz="2800" spc="170" dirty="0"/>
              <a:t>DECISIONS,</a:t>
            </a:r>
            <a:r>
              <a:rPr sz="2800" spc="285" dirty="0"/>
              <a:t> </a:t>
            </a:r>
            <a:r>
              <a:rPr sz="2800" spc="80" dirty="0"/>
              <a:t>AND</a:t>
            </a:r>
            <a:r>
              <a:rPr sz="2800" dirty="0"/>
              <a:t>	</a:t>
            </a:r>
            <a:r>
              <a:rPr sz="2800" spc="135" dirty="0"/>
              <a:t>LEVEL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21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2658" y="425958"/>
            <a:ext cx="108254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34030" algn="l"/>
                <a:tab pos="4768215" algn="l"/>
                <a:tab pos="8656320" algn="l"/>
              </a:tabLst>
            </a:pPr>
            <a:r>
              <a:rPr sz="2800" spc="150" dirty="0"/>
              <a:t>PROGRAMMED</a:t>
            </a:r>
            <a:r>
              <a:rPr sz="2800" dirty="0"/>
              <a:t>	</a:t>
            </a:r>
            <a:r>
              <a:rPr sz="2800" spc="145" dirty="0"/>
              <a:t>VERSUS</a:t>
            </a:r>
            <a:r>
              <a:rPr sz="2800" dirty="0"/>
              <a:t>	</a:t>
            </a:r>
            <a:r>
              <a:rPr sz="2800" spc="155" dirty="0"/>
              <a:t>NONPROGRAMMED</a:t>
            </a:r>
            <a:r>
              <a:rPr sz="2800" dirty="0"/>
              <a:t>	</a:t>
            </a:r>
            <a:r>
              <a:rPr sz="2800" spc="155" dirty="0"/>
              <a:t>DECISIONS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1776983" y="1607819"/>
            <a:ext cx="8638540" cy="3403600"/>
            <a:chOff x="1776983" y="1607819"/>
            <a:chExt cx="8638540" cy="3403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6983" y="1607819"/>
              <a:ext cx="8638031" cy="34030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18660" y="2574036"/>
              <a:ext cx="1749552" cy="2697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23987" y="2574036"/>
              <a:ext cx="1749552" cy="26974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133968" y="2491485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409" dirty="0">
                <a:latin typeface="Trebuchet MS"/>
                <a:cs typeface="Trebuchet MS"/>
              </a:rPr>
              <a:t>…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18659" y="2919983"/>
            <a:ext cx="1749552" cy="26974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127752" y="2419857"/>
            <a:ext cx="254000" cy="71755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1800" spc="409" dirty="0">
                <a:latin typeface="Trebuchet MS"/>
                <a:cs typeface="Trebuchet MS"/>
              </a:rPr>
              <a:t>…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1800" spc="409" dirty="0">
                <a:latin typeface="Trebuchet MS"/>
                <a:cs typeface="Trebuchet MS"/>
              </a:rPr>
              <a:t>…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063740" y="3195827"/>
            <a:ext cx="3295015" cy="699770"/>
            <a:chOff x="7063740" y="3195827"/>
            <a:chExt cx="3295015" cy="69977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49312" y="3195827"/>
              <a:ext cx="2001011" cy="27127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63740" y="3537203"/>
              <a:ext cx="3294888" cy="35814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135239" y="3082798"/>
            <a:ext cx="260985" cy="63817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800" spc="409" dirty="0">
                <a:latin typeface="Trebuchet MS"/>
                <a:cs typeface="Trebuchet MS"/>
              </a:rPr>
              <a:t>…</a:t>
            </a:r>
            <a:endParaRPr sz="1800">
              <a:latin typeface="Trebuchet MS"/>
              <a:cs typeface="Trebuchet MS"/>
            </a:endParaRPr>
          </a:p>
          <a:p>
            <a:pPr marL="19050">
              <a:lnSpc>
                <a:spcPct val="100000"/>
              </a:lnSpc>
              <a:spcBef>
                <a:spcPts val="250"/>
              </a:spcBef>
            </a:pPr>
            <a:r>
              <a:rPr sz="1800" spc="409" dirty="0">
                <a:latin typeface="Trebuchet MS"/>
                <a:cs typeface="Trebuchet MS"/>
              </a:rPr>
              <a:t>…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49267" y="4518659"/>
            <a:ext cx="3293364" cy="35813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5126482" y="4402582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409" dirty="0">
                <a:latin typeface="Trebuchet MS"/>
                <a:cs typeface="Trebuchet MS"/>
              </a:rPr>
              <a:t>…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18659" y="3878579"/>
            <a:ext cx="1749552" cy="271272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127752" y="3797554"/>
            <a:ext cx="254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409" dirty="0">
                <a:latin typeface="Trebuchet MS"/>
                <a:cs typeface="Trebuchet MS"/>
              </a:rPr>
              <a:t>…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21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5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95" dirty="0"/>
              <a:t>DECISION-</a:t>
            </a:r>
            <a:r>
              <a:rPr spc="155" dirty="0"/>
              <a:t>MAKING</a:t>
            </a:r>
            <a:r>
              <a:rPr spc="375" dirty="0"/>
              <a:t> </a:t>
            </a:r>
            <a:r>
              <a:rPr spc="165" dirty="0"/>
              <a:t>CONDITIONS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26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23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7491" y="1677670"/>
            <a:ext cx="9885045" cy="2525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985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Certainty</a:t>
            </a:r>
            <a:r>
              <a:rPr sz="2400" b="1" spc="1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310" dirty="0">
                <a:solidFill>
                  <a:srgbClr val="093B70"/>
                </a:solidFill>
                <a:latin typeface="Trebuchet MS"/>
                <a:cs typeface="Trebuchet MS"/>
              </a:rPr>
              <a:t>–</a:t>
            </a:r>
            <a:r>
              <a:rPr sz="2400" spc="1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400" spc="9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situation</a:t>
            </a:r>
            <a:r>
              <a:rPr sz="2400" spc="9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in</a:t>
            </a:r>
            <a:r>
              <a:rPr sz="2400" spc="9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which</a:t>
            </a:r>
            <a:r>
              <a:rPr sz="2400" spc="8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400" spc="9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093B70"/>
                </a:solidFill>
                <a:latin typeface="Trebuchet MS"/>
                <a:cs typeface="Trebuchet MS"/>
              </a:rPr>
              <a:t>manager</a:t>
            </a:r>
            <a:r>
              <a:rPr sz="2400" spc="1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can</a:t>
            </a:r>
            <a:r>
              <a:rPr sz="2400" spc="1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make</a:t>
            </a:r>
            <a:r>
              <a:rPr sz="2400" spc="9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4" dirty="0">
                <a:solidFill>
                  <a:srgbClr val="093B70"/>
                </a:solidFill>
                <a:latin typeface="Trebuchet MS"/>
                <a:cs typeface="Trebuchet MS"/>
              </a:rPr>
              <a:t>accurate</a:t>
            </a:r>
            <a:r>
              <a:rPr sz="2400" spc="9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decisions </a:t>
            </a:r>
            <a:r>
              <a:rPr sz="2400" spc="-155" dirty="0">
                <a:solidFill>
                  <a:srgbClr val="093B70"/>
                </a:solidFill>
                <a:latin typeface="Trebuchet MS"/>
                <a:cs typeface="Trebuchet MS"/>
              </a:rPr>
              <a:t>because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15" dirty="0">
                <a:solidFill>
                  <a:srgbClr val="093B70"/>
                </a:solidFill>
                <a:latin typeface="Trebuchet MS"/>
                <a:cs typeface="Trebuchet MS"/>
              </a:rPr>
              <a:t>all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outcomes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are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known.</a:t>
            </a:r>
            <a:endParaRPr sz="24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5600" algn="l"/>
                <a:tab pos="1100455" algn="l"/>
                <a:tab pos="1412875" algn="l"/>
                <a:tab pos="1702435" algn="l"/>
                <a:tab pos="2921635" algn="l"/>
                <a:tab pos="3300095" algn="l"/>
                <a:tab pos="4184015" algn="l"/>
                <a:tab pos="4743450" algn="l"/>
                <a:tab pos="5911215" algn="l"/>
                <a:tab pos="6838950" algn="l"/>
                <a:tab pos="7183755" algn="l"/>
                <a:tab pos="7837805" algn="l"/>
                <a:tab pos="8267700" algn="l"/>
                <a:tab pos="9471660" algn="l"/>
              </a:tabLst>
            </a:pPr>
            <a:r>
              <a:rPr sz="2400" b="1" spc="-20" dirty="0">
                <a:solidFill>
                  <a:srgbClr val="093B70"/>
                </a:solidFill>
                <a:latin typeface="Trebuchet MS"/>
                <a:cs typeface="Trebuchet MS"/>
              </a:rPr>
              <a:t>Risk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260" dirty="0">
                <a:solidFill>
                  <a:srgbClr val="093B70"/>
                </a:solidFill>
                <a:latin typeface="Trebuchet MS"/>
                <a:cs typeface="Trebuchet MS"/>
              </a:rPr>
              <a:t>–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situation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in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which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decision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maker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is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able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estimate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the </a:t>
            </a:r>
            <a:r>
              <a:rPr sz="2400" spc="-125" dirty="0">
                <a:solidFill>
                  <a:srgbClr val="093B70"/>
                </a:solidFill>
                <a:latin typeface="Trebuchet MS"/>
                <a:cs typeface="Trebuchet MS"/>
              </a:rPr>
              <a:t>likelihood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certain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outcomes.</a:t>
            </a:r>
            <a:endParaRPr sz="2400">
              <a:latin typeface="Trebuchet MS"/>
              <a:cs typeface="Trebuchet MS"/>
            </a:endParaRPr>
          </a:p>
          <a:p>
            <a:pPr marL="355600" marR="6985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Uncertainty </a:t>
            </a:r>
            <a:r>
              <a:rPr sz="2400" spc="310" dirty="0">
                <a:solidFill>
                  <a:srgbClr val="093B70"/>
                </a:solidFill>
                <a:latin typeface="Trebuchet MS"/>
                <a:cs typeface="Trebuchet MS"/>
              </a:rPr>
              <a:t>–</a:t>
            </a:r>
            <a:r>
              <a:rPr sz="2400" spc="-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093B70"/>
                </a:solidFill>
                <a:latin typeface="Trebuchet MS"/>
                <a:cs typeface="Trebuchet MS"/>
              </a:rPr>
              <a:t>situation</a:t>
            </a:r>
            <a:r>
              <a:rPr sz="2400" spc="-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in</a:t>
            </a:r>
            <a:r>
              <a:rPr sz="24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which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093B70"/>
                </a:solidFill>
                <a:latin typeface="Trebuchet MS"/>
                <a:cs typeface="Trebuchet MS"/>
              </a:rPr>
              <a:t>decision</a:t>
            </a:r>
            <a:r>
              <a:rPr sz="24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maker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has</a:t>
            </a:r>
            <a:r>
              <a:rPr sz="24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neither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093B70"/>
                </a:solidFill>
                <a:latin typeface="Trebuchet MS"/>
                <a:cs typeface="Trebuchet MS"/>
              </a:rPr>
              <a:t>certainty </a:t>
            </a: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nor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reasonable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probability</a:t>
            </a:r>
            <a:r>
              <a:rPr sz="2400" spc="-1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estimates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available.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5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75" dirty="0"/>
              <a:t>INDIVIDUAL/</a:t>
            </a:r>
            <a:r>
              <a:rPr spc="365" dirty="0"/>
              <a:t> </a:t>
            </a:r>
            <a:r>
              <a:rPr spc="160" dirty="0"/>
              <a:t>GROUP</a:t>
            </a:r>
            <a:r>
              <a:rPr spc="325" dirty="0"/>
              <a:t> </a:t>
            </a:r>
            <a:r>
              <a:rPr spc="200" dirty="0"/>
              <a:t>DECISION-</a:t>
            </a:r>
            <a:r>
              <a:rPr spc="150" dirty="0"/>
              <a:t>MAKING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3732" y="1691639"/>
            <a:ext cx="2610612" cy="16383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05383" y="1693291"/>
            <a:ext cx="2607310" cy="1635125"/>
          </a:xfrm>
          <a:prstGeom prst="rect">
            <a:avLst/>
          </a:prstGeom>
          <a:ln w="6350">
            <a:solidFill>
              <a:srgbClr val="57B6C0"/>
            </a:solidFill>
          </a:ln>
        </p:spPr>
        <p:txBody>
          <a:bodyPr vert="horz" wrap="square" lIns="0" tIns="167640" rIns="0" bIns="0" rtlCol="0">
            <a:spAutoFit/>
          </a:bodyPr>
          <a:lstStyle/>
          <a:p>
            <a:pPr marL="523875" marR="466090" indent="-48895" algn="just">
              <a:lnSpc>
                <a:spcPct val="100000"/>
              </a:lnSpc>
              <a:spcBef>
                <a:spcPts val="1320"/>
              </a:spcBef>
            </a:pPr>
            <a:r>
              <a:rPr sz="2800" b="1" spc="-10" dirty="0">
                <a:solidFill>
                  <a:srgbClr val="093B70"/>
                </a:solidFill>
                <a:latin typeface="Arial"/>
                <a:cs typeface="Arial"/>
              </a:rPr>
              <a:t>Individual decision- making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30056" y="1716023"/>
            <a:ext cx="2458211" cy="158800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831706" y="1717675"/>
            <a:ext cx="2454910" cy="1584960"/>
          </a:xfrm>
          <a:prstGeom prst="rect">
            <a:avLst/>
          </a:prstGeom>
          <a:ln w="6350">
            <a:solidFill>
              <a:srgbClr val="57B6C0"/>
            </a:solidFill>
          </a:ln>
        </p:spPr>
        <p:txBody>
          <a:bodyPr vert="horz" wrap="square" lIns="0" tIns="142875" rIns="0" bIns="0" rtlCol="0">
            <a:spAutoFit/>
          </a:bodyPr>
          <a:lstStyle/>
          <a:p>
            <a:pPr marL="448309" marR="438150" indent="1905" algn="ctr">
              <a:lnSpc>
                <a:spcPct val="100000"/>
              </a:lnSpc>
              <a:spcBef>
                <a:spcPts val="1125"/>
              </a:spcBef>
            </a:pPr>
            <a:r>
              <a:rPr sz="2800" b="1" spc="-10" dirty="0">
                <a:solidFill>
                  <a:srgbClr val="093B70"/>
                </a:solidFill>
                <a:latin typeface="Arial"/>
                <a:cs typeface="Arial"/>
              </a:rPr>
              <a:t>Group decision- making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92115" y="2115134"/>
            <a:ext cx="247523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7804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C00000"/>
                </a:solidFill>
                <a:latin typeface="Arial"/>
                <a:cs typeface="Arial"/>
              </a:rPr>
              <a:t>Discussion: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Pros</a:t>
            </a:r>
            <a:r>
              <a:rPr sz="2800" b="1" spc="-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sz="28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C00000"/>
                </a:solidFill>
                <a:latin typeface="Arial"/>
                <a:cs typeface="Arial"/>
              </a:rPr>
              <a:t>cons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72539" y="3532632"/>
            <a:ext cx="9916795" cy="2094230"/>
            <a:chOff x="1272539" y="3532632"/>
            <a:chExt cx="9916795" cy="209423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2539" y="3532632"/>
              <a:ext cx="1872996" cy="18714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46463" y="3532632"/>
              <a:ext cx="2142744" cy="2093976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26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23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5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75" dirty="0"/>
              <a:t>INDIVIDUAL</a:t>
            </a:r>
            <a:r>
              <a:rPr spc="295" dirty="0"/>
              <a:t> </a:t>
            </a:r>
            <a:r>
              <a:rPr spc="170" dirty="0"/>
              <a:t>DECISION</a:t>
            </a:r>
            <a:r>
              <a:rPr spc="360" dirty="0"/>
              <a:t> </a:t>
            </a:r>
            <a:r>
              <a:rPr spc="160" dirty="0"/>
              <a:t>MAKING</a:t>
            </a:r>
            <a:r>
              <a:rPr spc="455" dirty="0"/>
              <a:t> </a:t>
            </a:r>
            <a:r>
              <a:rPr dirty="0"/>
              <a:t>-</a:t>
            </a:r>
            <a:r>
              <a:rPr spc="405" dirty="0"/>
              <a:t> </a:t>
            </a:r>
            <a:r>
              <a:rPr spc="145" dirty="0"/>
              <a:t>PROS</a:t>
            </a:r>
            <a:r>
              <a:rPr spc="250" dirty="0"/>
              <a:t> </a:t>
            </a:r>
            <a:r>
              <a:rPr spc="130" dirty="0"/>
              <a:t>AND</a:t>
            </a:r>
            <a:r>
              <a:rPr spc="390" dirty="0"/>
              <a:t> </a:t>
            </a:r>
            <a:r>
              <a:rPr spc="130" dirty="0"/>
              <a:t>CONS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28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25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7263" y="1785187"/>
            <a:ext cx="4551045" cy="209804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95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105" dirty="0">
                <a:solidFill>
                  <a:srgbClr val="093B70"/>
                </a:solidFill>
                <a:latin typeface="Trebuchet MS"/>
                <a:cs typeface="Trebuchet MS"/>
              </a:rPr>
              <a:t>Time</a:t>
            </a: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cost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saving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High</a:t>
            </a: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95" dirty="0">
                <a:solidFill>
                  <a:srgbClr val="093B70"/>
                </a:solidFill>
                <a:latin typeface="Trebuchet MS"/>
                <a:cs typeface="Trebuchet MS"/>
              </a:rPr>
              <a:t>level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responsibility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Avoid</a:t>
            </a:r>
            <a:r>
              <a:rPr sz="2400" spc="-9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conflict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Less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dominated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by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various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people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7263" y="1418971"/>
            <a:ext cx="8715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86780" algn="l"/>
              </a:tabLst>
            </a:pPr>
            <a:r>
              <a:rPr sz="2400" b="1" spc="215" dirty="0">
                <a:solidFill>
                  <a:srgbClr val="093B70"/>
                </a:solidFill>
                <a:latin typeface="Trebuchet MS"/>
                <a:cs typeface="Trebuchet MS"/>
              </a:rPr>
              <a:t>ADVANTAGES</a:t>
            </a:r>
            <a:r>
              <a:rPr sz="2400" b="1" dirty="0">
                <a:solidFill>
                  <a:srgbClr val="093B70"/>
                </a:solidFill>
                <a:latin typeface="Trebuchet MS"/>
                <a:cs typeface="Trebuchet MS"/>
              </a:rPr>
              <a:t>	</a:t>
            </a:r>
            <a:r>
              <a:rPr sz="2400" b="1" spc="220" dirty="0">
                <a:solidFill>
                  <a:srgbClr val="093B70"/>
                </a:solidFill>
                <a:latin typeface="Trebuchet MS"/>
                <a:cs typeface="Trebuchet MS"/>
              </a:rPr>
              <a:t>DISADVANTAGES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81902" y="1785187"/>
            <a:ext cx="5036185" cy="3348354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95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Limit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093B70"/>
                </a:solidFill>
                <a:latin typeface="Trebuchet MS"/>
                <a:cs typeface="Trebuchet MS"/>
              </a:rPr>
              <a:t>information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and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 knowledge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105" dirty="0">
                <a:solidFill>
                  <a:srgbClr val="093B70"/>
                </a:solidFill>
                <a:latin typeface="Trebuchet MS"/>
                <a:cs typeface="Trebuchet MS"/>
              </a:rPr>
              <a:t>May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not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consider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85" dirty="0">
                <a:solidFill>
                  <a:srgbClr val="093B70"/>
                </a:solidFill>
                <a:latin typeface="Trebuchet MS"/>
                <a:cs typeface="Trebuchet MS"/>
              </a:rPr>
              <a:t>many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aspects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endParaRPr sz="24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problem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Less</a:t>
            </a:r>
            <a:r>
              <a:rPr sz="2400" spc="-10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alternatives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180" dirty="0">
                <a:solidFill>
                  <a:srgbClr val="093B70"/>
                </a:solidFill>
                <a:latin typeface="Trebuchet MS"/>
                <a:cs typeface="Trebuchet MS"/>
              </a:rPr>
              <a:t>No</a:t>
            </a:r>
            <a:r>
              <a:rPr sz="2400" spc="-5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democracy</a:t>
            </a:r>
            <a:endParaRPr sz="2400">
              <a:latin typeface="Trebuchet MS"/>
              <a:cs typeface="Trebuchet MS"/>
            </a:endParaRPr>
          </a:p>
          <a:p>
            <a:pPr marL="355600" marR="564515" indent="-342900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The</a:t>
            </a:r>
            <a:r>
              <a:rPr sz="2400" spc="-9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solution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is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70" dirty="0">
                <a:solidFill>
                  <a:srgbClr val="093B70"/>
                </a:solidFill>
                <a:latin typeface="Trebuchet MS"/>
                <a:cs typeface="Trebuchet MS"/>
              </a:rPr>
              <a:t>usually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not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093B70"/>
                </a:solidFill>
                <a:latin typeface="Trebuchet MS"/>
                <a:cs typeface="Trebuchet MS"/>
              </a:rPr>
              <a:t>widely 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accepted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5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60" dirty="0"/>
              <a:t>GROUP</a:t>
            </a:r>
            <a:r>
              <a:rPr spc="280" dirty="0"/>
              <a:t> </a:t>
            </a:r>
            <a:r>
              <a:rPr spc="200" dirty="0"/>
              <a:t>DECISION-</a:t>
            </a:r>
            <a:r>
              <a:rPr spc="150" dirty="0"/>
              <a:t>MAKING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7263" y="1418971"/>
            <a:ext cx="2209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215" dirty="0">
                <a:solidFill>
                  <a:srgbClr val="093B70"/>
                </a:solidFill>
                <a:latin typeface="Trebuchet MS"/>
                <a:cs typeface="Trebuchet MS"/>
              </a:rPr>
              <a:t>ADVANTAGES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7263" y="1937130"/>
            <a:ext cx="2949575" cy="3775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85165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93B70"/>
                </a:solidFill>
                <a:latin typeface="Trebuchet MS"/>
                <a:cs typeface="Trebuchet MS"/>
              </a:rPr>
              <a:t>More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093B70"/>
                </a:solidFill>
                <a:latin typeface="Trebuchet MS"/>
                <a:cs typeface="Trebuchet MS"/>
              </a:rPr>
              <a:t>complete 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information</a:t>
            </a:r>
            <a:endParaRPr sz="2400">
              <a:latin typeface="Trebuchet MS"/>
              <a:cs typeface="Trebuchet MS"/>
            </a:endParaRPr>
          </a:p>
          <a:p>
            <a:pPr marL="355600" marR="1149350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Diversity</a:t>
            </a: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093B70"/>
                </a:solidFill>
                <a:latin typeface="Trebuchet MS"/>
                <a:cs typeface="Trebuchet MS"/>
              </a:rPr>
              <a:t>of 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experience</a:t>
            </a:r>
            <a:endParaRPr sz="2400">
              <a:latin typeface="Trebuchet MS"/>
              <a:cs typeface="Trebuchet MS"/>
            </a:endParaRPr>
          </a:p>
          <a:p>
            <a:pPr marL="355600" marR="100330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Generation</a:t>
            </a:r>
            <a:r>
              <a:rPr sz="2400" spc="-3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093B70"/>
                </a:solidFill>
                <a:latin typeface="Trebuchet MS"/>
                <a:cs typeface="Trebuchet MS"/>
              </a:rPr>
              <a:t>of</a:t>
            </a:r>
            <a:r>
              <a:rPr sz="2400" spc="-3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093B70"/>
                </a:solidFill>
                <a:latin typeface="Trebuchet MS"/>
                <a:cs typeface="Trebuchet MS"/>
              </a:rPr>
              <a:t>more 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alternatives</a:t>
            </a:r>
            <a:endParaRPr sz="24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90" dirty="0">
                <a:solidFill>
                  <a:srgbClr val="093B70"/>
                </a:solidFill>
                <a:latin typeface="Trebuchet MS"/>
                <a:cs typeface="Trebuchet MS"/>
              </a:rPr>
              <a:t>Solutions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more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093B70"/>
                </a:solidFill>
                <a:latin typeface="Trebuchet MS"/>
                <a:cs typeface="Trebuchet MS"/>
              </a:rPr>
              <a:t>likely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be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70" dirty="0">
                <a:solidFill>
                  <a:srgbClr val="093B70"/>
                </a:solidFill>
                <a:latin typeface="Trebuchet MS"/>
                <a:cs typeface="Trebuchet MS"/>
              </a:rPr>
              <a:t>accepted</a:t>
            </a:r>
            <a:r>
              <a:rPr sz="2400" spc="-7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093B70"/>
                </a:solidFill>
                <a:latin typeface="Trebuchet MS"/>
                <a:cs typeface="Trebuchet MS"/>
              </a:rPr>
              <a:t>by </a:t>
            </a:r>
            <a:r>
              <a:rPr sz="2400" spc="-95" dirty="0">
                <a:solidFill>
                  <a:srgbClr val="093B70"/>
                </a:solidFill>
                <a:latin typeface="Trebuchet MS"/>
                <a:cs typeface="Trebuchet MS"/>
              </a:rPr>
              <a:t>those</a:t>
            </a:r>
            <a:r>
              <a:rPr sz="2400" spc="-6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concerned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11082" y="1418971"/>
            <a:ext cx="2740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220" dirty="0">
                <a:solidFill>
                  <a:srgbClr val="093B70"/>
                </a:solidFill>
                <a:latin typeface="Trebuchet MS"/>
                <a:cs typeface="Trebuchet MS"/>
              </a:rPr>
              <a:t>DISADVANTAGES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11082" y="1785187"/>
            <a:ext cx="2938780" cy="157988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95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114" dirty="0">
                <a:solidFill>
                  <a:srgbClr val="093B70"/>
                </a:solidFill>
                <a:latin typeface="Trebuchet MS"/>
                <a:cs typeface="Trebuchet MS"/>
              </a:rPr>
              <a:t>Time-</a:t>
            </a:r>
            <a:r>
              <a:rPr sz="2400" spc="-10" dirty="0">
                <a:solidFill>
                  <a:srgbClr val="093B70"/>
                </a:solidFill>
                <a:latin typeface="Trebuchet MS"/>
                <a:cs typeface="Trebuchet MS"/>
              </a:rPr>
              <a:t>consuming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80" dirty="0">
                <a:solidFill>
                  <a:srgbClr val="093B70"/>
                </a:solidFill>
                <a:latin typeface="Trebuchet MS"/>
                <a:cs typeface="Trebuchet MS"/>
              </a:rPr>
              <a:t>Domination</a:t>
            </a:r>
            <a:r>
              <a:rPr sz="2400" spc="-4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093B70"/>
                </a:solidFill>
                <a:latin typeface="Trebuchet MS"/>
                <a:cs typeface="Trebuchet MS"/>
              </a:rPr>
              <a:t>by</a:t>
            </a:r>
            <a:r>
              <a:rPr sz="2400" spc="-4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45" dirty="0">
                <a:solidFill>
                  <a:srgbClr val="093B70"/>
                </a:solidFill>
                <a:latin typeface="Trebuchet MS"/>
                <a:cs typeface="Trebuchet MS"/>
              </a:rPr>
              <a:t>a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093B70"/>
                </a:solidFill>
                <a:latin typeface="Trebuchet MS"/>
                <a:cs typeface="Trebuchet MS"/>
              </a:rPr>
              <a:t>few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spc="-100" dirty="0">
                <a:solidFill>
                  <a:srgbClr val="093B70"/>
                </a:solidFill>
                <a:latin typeface="Trebuchet MS"/>
                <a:cs typeface="Trebuchet MS"/>
              </a:rPr>
              <a:t>Pressure</a:t>
            </a:r>
            <a:r>
              <a:rPr sz="2400" spc="-8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093B70"/>
                </a:solidFill>
                <a:latin typeface="Trebuchet MS"/>
                <a:cs typeface="Trebuchet MS"/>
              </a:rPr>
              <a:t>to</a:t>
            </a:r>
            <a:r>
              <a:rPr sz="2400" spc="-10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093B70"/>
                </a:solidFill>
                <a:latin typeface="Trebuchet MS"/>
                <a:cs typeface="Trebuchet MS"/>
              </a:rPr>
              <a:t>conform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22776" y="2101595"/>
            <a:ext cx="4062222" cy="253974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28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5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75" dirty="0"/>
              <a:t>TECHNIQUES</a:t>
            </a:r>
            <a:r>
              <a:rPr spc="350" dirty="0"/>
              <a:t> </a:t>
            </a:r>
            <a:r>
              <a:rPr spc="100" dirty="0"/>
              <a:t>OF</a:t>
            </a:r>
            <a:r>
              <a:rPr spc="370" dirty="0"/>
              <a:t> </a:t>
            </a:r>
            <a:r>
              <a:rPr spc="160" dirty="0"/>
              <a:t>GROUP</a:t>
            </a:r>
            <a:r>
              <a:rPr spc="290" dirty="0"/>
              <a:t> </a:t>
            </a:r>
            <a:r>
              <a:rPr spc="204" dirty="0"/>
              <a:t>DECISION-</a:t>
            </a:r>
            <a:r>
              <a:rPr spc="150" dirty="0"/>
              <a:t>MAKING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4463" y="2041931"/>
            <a:ext cx="4150995" cy="176339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Arial"/>
              <a:buChar char="•"/>
              <a:tabLst>
                <a:tab pos="354965" algn="l"/>
              </a:tabLst>
            </a:pPr>
            <a:r>
              <a:rPr sz="2800" spc="-45" dirty="0">
                <a:solidFill>
                  <a:srgbClr val="093B70"/>
                </a:solidFill>
                <a:latin typeface="Trebuchet MS"/>
                <a:cs typeface="Trebuchet MS"/>
              </a:rPr>
              <a:t>Brainstorming</a:t>
            </a:r>
            <a:endParaRPr sz="2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sz="2800" spc="-85" dirty="0">
                <a:solidFill>
                  <a:srgbClr val="093B70"/>
                </a:solidFill>
                <a:latin typeface="Trebuchet MS"/>
                <a:cs typeface="Trebuchet MS"/>
              </a:rPr>
              <a:t>Nominal</a:t>
            </a:r>
            <a:r>
              <a:rPr sz="2800" spc="-5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800" spc="-40" dirty="0">
                <a:solidFill>
                  <a:srgbClr val="093B70"/>
                </a:solidFill>
                <a:latin typeface="Trebuchet MS"/>
                <a:cs typeface="Trebuchet MS"/>
              </a:rPr>
              <a:t>Group</a:t>
            </a:r>
            <a:r>
              <a:rPr sz="2800" spc="-390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800" spc="-165" dirty="0">
                <a:solidFill>
                  <a:srgbClr val="093B70"/>
                </a:solidFill>
                <a:latin typeface="Trebuchet MS"/>
                <a:cs typeface="Trebuchet MS"/>
              </a:rPr>
              <a:t>Technique</a:t>
            </a:r>
            <a:endParaRPr sz="28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</a:tabLst>
            </a:pPr>
            <a:r>
              <a:rPr sz="2800" spc="-100" dirty="0">
                <a:solidFill>
                  <a:srgbClr val="093B70"/>
                </a:solidFill>
                <a:latin typeface="Trebuchet MS"/>
                <a:cs typeface="Trebuchet MS"/>
              </a:rPr>
              <a:t>Delphi</a:t>
            </a:r>
            <a:r>
              <a:rPr sz="2800" spc="-385" dirty="0">
                <a:solidFill>
                  <a:srgbClr val="093B70"/>
                </a:solidFill>
                <a:latin typeface="Trebuchet MS"/>
                <a:cs typeface="Trebuchet MS"/>
              </a:rPr>
              <a:t> </a:t>
            </a:r>
            <a:r>
              <a:rPr sz="2800" spc="-75" dirty="0">
                <a:solidFill>
                  <a:srgbClr val="093B70"/>
                </a:solidFill>
                <a:latin typeface="Trebuchet MS"/>
                <a:cs typeface="Trebuchet MS"/>
              </a:rPr>
              <a:t>Technique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9835" y="1857755"/>
            <a:ext cx="4063746" cy="253974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28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35"/>
              </a:lnSpc>
            </a:pPr>
            <a:r>
              <a:rPr spc="-25" dirty="0"/>
              <a:t>27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5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70" dirty="0"/>
              <a:t>DECISION</a:t>
            </a:r>
            <a:r>
              <a:rPr spc="370" dirty="0"/>
              <a:t> </a:t>
            </a:r>
            <a:r>
              <a:rPr spc="125" dirty="0"/>
              <a:t>TREE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6132" y="958596"/>
            <a:ext cx="9363456" cy="49408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31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31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5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70" dirty="0"/>
              <a:t>DECISION</a:t>
            </a:r>
            <a:r>
              <a:rPr spc="370" dirty="0"/>
              <a:t> </a:t>
            </a:r>
            <a:r>
              <a:rPr spc="125" dirty="0"/>
              <a:t>TREE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19333" y="950975"/>
            <a:ext cx="9805670" cy="4265930"/>
            <a:chOff x="719333" y="950975"/>
            <a:chExt cx="9805670" cy="426593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59196" y="950975"/>
              <a:ext cx="4765548" cy="426567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20852" y="3450336"/>
              <a:ext cx="441959" cy="464820"/>
            </a:xfrm>
            <a:custGeom>
              <a:avLst/>
              <a:gdLst/>
              <a:ahLst/>
              <a:cxnLst/>
              <a:rect l="l" t="t" r="r" b="b"/>
              <a:pathLst>
                <a:path w="441959" h="464820">
                  <a:moveTo>
                    <a:pt x="220979" y="0"/>
                  </a:moveTo>
                  <a:lnTo>
                    <a:pt x="176443" y="4720"/>
                  </a:lnTo>
                  <a:lnTo>
                    <a:pt x="134963" y="18258"/>
                  </a:lnTo>
                  <a:lnTo>
                    <a:pt x="97426" y="39681"/>
                  </a:lnTo>
                  <a:lnTo>
                    <a:pt x="64722" y="68056"/>
                  </a:lnTo>
                  <a:lnTo>
                    <a:pt x="37739" y="102449"/>
                  </a:lnTo>
                  <a:lnTo>
                    <a:pt x="17365" y="141928"/>
                  </a:lnTo>
                  <a:lnTo>
                    <a:pt x="4489" y="185559"/>
                  </a:lnTo>
                  <a:lnTo>
                    <a:pt x="0" y="232409"/>
                  </a:lnTo>
                  <a:lnTo>
                    <a:pt x="4489" y="279260"/>
                  </a:lnTo>
                  <a:lnTo>
                    <a:pt x="17365" y="322891"/>
                  </a:lnTo>
                  <a:lnTo>
                    <a:pt x="37739" y="362370"/>
                  </a:lnTo>
                  <a:lnTo>
                    <a:pt x="64722" y="396763"/>
                  </a:lnTo>
                  <a:lnTo>
                    <a:pt x="97426" y="425138"/>
                  </a:lnTo>
                  <a:lnTo>
                    <a:pt x="134963" y="446561"/>
                  </a:lnTo>
                  <a:lnTo>
                    <a:pt x="176443" y="460099"/>
                  </a:lnTo>
                  <a:lnTo>
                    <a:pt x="220979" y="464819"/>
                  </a:lnTo>
                  <a:lnTo>
                    <a:pt x="265516" y="460099"/>
                  </a:lnTo>
                  <a:lnTo>
                    <a:pt x="306996" y="446561"/>
                  </a:lnTo>
                  <a:lnTo>
                    <a:pt x="344533" y="425138"/>
                  </a:lnTo>
                  <a:lnTo>
                    <a:pt x="377237" y="396763"/>
                  </a:lnTo>
                  <a:lnTo>
                    <a:pt x="404220" y="362370"/>
                  </a:lnTo>
                  <a:lnTo>
                    <a:pt x="424594" y="322891"/>
                  </a:lnTo>
                  <a:lnTo>
                    <a:pt x="437470" y="279260"/>
                  </a:lnTo>
                  <a:lnTo>
                    <a:pt x="441960" y="232409"/>
                  </a:lnTo>
                  <a:lnTo>
                    <a:pt x="437470" y="185559"/>
                  </a:lnTo>
                  <a:lnTo>
                    <a:pt x="424594" y="141928"/>
                  </a:lnTo>
                  <a:lnTo>
                    <a:pt x="404220" y="102449"/>
                  </a:lnTo>
                  <a:lnTo>
                    <a:pt x="377237" y="68056"/>
                  </a:lnTo>
                  <a:lnTo>
                    <a:pt x="344533" y="39681"/>
                  </a:lnTo>
                  <a:lnTo>
                    <a:pt x="306996" y="18258"/>
                  </a:lnTo>
                  <a:lnTo>
                    <a:pt x="265516" y="4720"/>
                  </a:lnTo>
                  <a:lnTo>
                    <a:pt x="2209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9333" y="3448811"/>
              <a:ext cx="445134" cy="467995"/>
            </a:xfrm>
            <a:custGeom>
              <a:avLst/>
              <a:gdLst/>
              <a:ahLst/>
              <a:cxnLst/>
              <a:rect l="l" t="t" r="r" b="b"/>
              <a:pathLst>
                <a:path w="445134" h="467995">
                  <a:moveTo>
                    <a:pt x="222498" y="0"/>
                  </a:moveTo>
                  <a:lnTo>
                    <a:pt x="177628" y="4699"/>
                  </a:lnTo>
                  <a:lnTo>
                    <a:pt x="135909" y="18414"/>
                  </a:lnTo>
                  <a:lnTo>
                    <a:pt x="98101" y="40004"/>
                  </a:lnTo>
                  <a:lnTo>
                    <a:pt x="65145" y="68452"/>
                  </a:lnTo>
                  <a:lnTo>
                    <a:pt x="37992" y="103124"/>
                  </a:lnTo>
                  <a:lnTo>
                    <a:pt x="17520" y="142875"/>
                  </a:lnTo>
                  <a:lnTo>
                    <a:pt x="4464" y="186817"/>
                  </a:lnTo>
                  <a:lnTo>
                    <a:pt x="0" y="234187"/>
                  </a:lnTo>
                  <a:lnTo>
                    <a:pt x="273" y="245871"/>
                  </a:lnTo>
                  <a:lnTo>
                    <a:pt x="10033" y="303530"/>
                  </a:lnTo>
                  <a:lnTo>
                    <a:pt x="26854" y="345439"/>
                  </a:lnTo>
                  <a:lnTo>
                    <a:pt x="50755" y="382650"/>
                  </a:lnTo>
                  <a:lnTo>
                    <a:pt x="80956" y="414400"/>
                  </a:lnTo>
                  <a:lnTo>
                    <a:pt x="116478" y="439674"/>
                  </a:lnTo>
                  <a:lnTo>
                    <a:pt x="156292" y="457326"/>
                  </a:lnTo>
                  <a:lnTo>
                    <a:pt x="199726" y="466598"/>
                  </a:lnTo>
                  <a:lnTo>
                    <a:pt x="222498" y="467868"/>
                  </a:lnTo>
                  <a:lnTo>
                    <a:pt x="233928" y="467613"/>
                  </a:lnTo>
                  <a:lnTo>
                    <a:pt x="288690" y="457326"/>
                  </a:lnTo>
                  <a:lnTo>
                    <a:pt x="294307" y="455168"/>
                  </a:lnTo>
                  <a:lnTo>
                    <a:pt x="222180" y="455168"/>
                  </a:lnTo>
                  <a:lnTo>
                    <a:pt x="211385" y="454913"/>
                  </a:lnTo>
                  <a:lnTo>
                    <a:pt x="159582" y="445135"/>
                  </a:lnTo>
                  <a:lnTo>
                    <a:pt x="122206" y="428370"/>
                  </a:lnTo>
                  <a:lnTo>
                    <a:pt x="88817" y="404494"/>
                  </a:lnTo>
                  <a:lnTo>
                    <a:pt x="60382" y="374395"/>
                  </a:lnTo>
                  <a:lnTo>
                    <a:pt x="37840" y="339089"/>
                  </a:lnTo>
                  <a:lnTo>
                    <a:pt x="21977" y="299212"/>
                  </a:lnTo>
                  <a:lnTo>
                    <a:pt x="13710" y="256031"/>
                  </a:lnTo>
                  <a:lnTo>
                    <a:pt x="12694" y="233680"/>
                  </a:lnTo>
                  <a:lnTo>
                    <a:pt x="12957" y="222885"/>
                  </a:lnTo>
                  <a:lnTo>
                    <a:pt x="22320" y="167386"/>
                  </a:lnTo>
                  <a:lnTo>
                    <a:pt x="38398" y="127762"/>
                  </a:lnTo>
                  <a:lnTo>
                    <a:pt x="61119" y="92455"/>
                  </a:lnTo>
                  <a:lnTo>
                    <a:pt x="89706" y="62611"/>
                  </a:lnTo>
                  <a:lnTo>
                    <a:pt x="123311" y="38988"/>
                  </a:lnTo>
                  <a:lnTo>
                    <a:pt x="160890" y="22351"/>
                  </a:lnTo>
                  <a:lnTo>
                    <a:pt x="201352" y="13842"/>
                  </a:lnTo>
                  <a:lnTo>
                    <a:pt x="222815" y="12700"/>
                  </a:lnTo>
                  <a:lnTo>
                    <a:pt x="294543" y="12700"/>
                  </a:lnTo>
                  <a:lnTo>
                    <a:pt x="288690" y="10413"/>
                  </a:lnTo>
                  <a:lnTo>
                    <a:pt x="267354" y="4699"/>
                  </a:lnTo>
                  <a:lnTo>
                    <a:pt x="256407" y="2666"/>
                  </a:lnTo>
                  <a:lnTo>
                    <a:pt x="245256" y="1270"/>
                  </a:lnTo>
                  <a:lnTo>
                    <a:pt x="233928" y="253"/>
                  </a:lnTo>
                  <a:lnTo>
                    <a:pt x="222498" y="0"/>
                  </a:lnTo>
                  <a:close/>
                </a:path>
                <a:path w="445134" h="467995">
                  <a:moveTo>
                    <a:pt x="294543" y="12700"/>
                  </a:moveTo>
                  <a:lnTo>
                    <a:pt x="222815" y="12700"/>
                  </a:lnTo>
                  <a:lnTo>
                    <a:pt x="233610" y="12953"/>
                  </a:lnTo>
                  <a:lnTo>
                    <a:pt x="244202" y="13842"/>
                  </a:lnTo>
                  <a:lnTo>
                    <a:pt x="285413" y="22733"/>
                  </a:lnTo>
                  <a:lnTo>
                    <a:pt x="322840" y="39624"/>
                  </a:lnTo>
                  <a:lnTo>
                    <a:pt x="356203" y="63373"/>
                  </a:lnTo>
                  <a:lnTo>
                    <a:pt x="384638" y="93472"/>
                  </a:lnTo>
                  <a:lnTo>
                    <a:pt x="407143" y="128777"/>
                  </a:lnTo>
                  <a:lnTo>
                    <a:pt x="423018" y="168529"/>
                  </a:lnTo>
                  <a:lnTo>
                    <a:pt x="431298" y="211836"/>
                  </a:lnTo>
                  <a:lnTo>
                    <a:pt x="432302" y="234187"/>
                  </a:lnTo>
                  <a:lnTo>
                    <a:pt x="432004" y="245871"/>
                  </a:lnTo>
                  <a:lnTo>
                    <a:pt x="422662" y="300481"/>
                  </a:lnTo>
                  <a:lnTo>
                    <a:pt x="406609" y="340106"/>
                  </a:lnTo>
                  <a:lnTo>
                    <a:pt x="383876" y="375412"/>
                  </a:lnTo>
                  <a:lnTo>
                    <a:pt x="355289" y="405256"/>
                  </a:lnTo>
                  <a:lnTo>
                    <a:pt x="321761" y="429006"/>
                  </a:lnTo>
                  <a:lnTo>
                    <a:pt x="284169" y="445388"/>
                  </a:lnTo>
                  <a:lnTo>
                    <a:pt x="243541" y="454025"/>
                  </a:lnTo>
                  <a:lnTo>
                    <a:pt x="222180" y="455168"/>
                  </a:lnTo>
                  <a:lnTo>
                    <a:pt x="294307" y="455168"/>
                  </a:lnTo>
                  <a:lnTo>
                    <a:pt x="346894" y="427989"/>
                  </a:lnTo>
                  <a:lnTo>
                    <a:pt x="379851" y="399414"/>
                  </a:lnTo>
                  <a:lnTo>
                    <a:pt x="406990" y="364744"/>
                  </a:lnTo>
                  <a:lnTo>
                    <a:pt x="427564" y="324993"/>
                  </a:lnTo>
                  <a:lnTo>
                    <a:pt x="440518" y="281050"/>
                  </a:lnTo>
                  <a:lnTo>
                    <a:pt x="444995" y="233680"/>
                  </a:lnTo>
                  <a:lnTo>
                    <a:pt x="444709" y="221869"/>
                  </a:lnTo>
                  <a:lnTo>
                    <a:pt x="434994" y="164337"/>
                  </a:lnTo>
                  <a:lnTo>
                    <a:pt x="418141" y="122427"/>
                  </a:lnTo>
                  <a:lnTo>
                    <a:pt x="394227" y="85089"/>
                  </a:lnTo>
                  <a:lnTo>
                    <a:pt x="364039" y="53466"/>
                  </a:lnTo>
                  <a:lnTo>
                    <a:pt x="328606" y="28321"/>
                  </a:lnTo>
                  <a:lnTo>
                    <a:pt x="309175" y="18414"/>
                  </a:lnTo>
                  <a:lnTo>
                    <a:pt x="294543" y="12700"/>
                  </a:lnTo>
                  <a:close/>
                </a:path>
              </a:pathLst>
            </a:custGeom>
            <a:solidFill>
              <a:srgbClr val="258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22297" y="2695194"/>
            <a:ext cx="293878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184B"/>
                </a:solidFill>
                <a:latin typeface="Arial"/>
                <a:cs typeface="Arial"/>
              </a:rPr>
              <a:t>Decision</a:t>
            </a:r>
            <a:r>
              <a:rPr sz="2400" spc="-105" dirty="0">
                <a:solidFill>
                  <a:srgbClr val="00184B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00184B"/>
                </a:solidFill>
                <a:latin typeface="Arial"/>
                <a:cs typeface="Arial"/>
              </a:rPr>
              <a:t>node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184B"/>
                </a:solidFill>
                <a:latin typeface="Arial"/>
                <a:cs typeface="Arial"/>
              </a:rPr>
              <a:t>States</a:t>
            </a:r>
            <a:r>
              <a:rPr sz="2400" spc="-30" dirty="0">
                <a:solidFill>
                  <a:srgbClr val="00184B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184B"/>
                </a:solidFill>
                <a:latin typeface="Arial"/>
                <a:cs typeface="Arial"/>
              </a:rPr>
              <a:t>of</a:t>
            </a:r>
            <a:r>
              <a:rPr sz="2400" spc="-25" dirty="0">
                <a:solidFill>
                  <a:srgbClr val="00184B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184B"/>
                </a:solidFill>
                <a:latin typeface="Arial"/>
                <a:cs typeface="Arial"/>
              </a:rPr>
              <a:t>nature</a:t>
            </a:r>
            <a:r>
              <a:rPr sz="2400" spc="-25" dirty="0">
                <a:solidFill>
                  <a:srgbClr val="00184B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00184B"/>
                </a:solidFill>
                <a:latin typeface="Arial"/>
                <a:cs typeface="Arial"/>
              </a:rPr>
              <a:t>node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16089" y="2642425"/>
            <a:ext cx="462280" cy="419734"/>
            <a:chOff x="716089" y="2642425"/>
            <a:chExt cx="462280" cy="419734"/>
          </a:xfrm>
        </p:grpSpPr>
        <p:sp>
          <p:nvSpPr>
            <p:cNvPr id="10" name="object 10"/>
            <p:cNvSpPr/>
            <p:nvPr/>
          </p:nvSpPr>
          <p:spPr>
            <a:xfrm>
              <a:off x="720851" y="2647188"/>
              <a:ext cx="452755" cy="408940"/>
            </a:xfrm>
            <a:custGeom>
              <a:avLst/>
              <a:gdLst/>
              <a:ahLst/>
              <a:cxnLst/>
              <a:rect l="l" t="t" r="r" b="b"/>
              <a:pathLst>
                <a:path w="452755" h="408939">
                  <a:moveTo>
                    <a:pt x="0" y="408431"/>
                  </a:moveTo>
                  <a:lnTo>
                    <a:pt x="452628" y="408431"/>
                  </a:lnTo>
                  <a:lnTo>
                    <a:pt x="452628" y="0"/>
                  </a:lnTo>
                  <a:lnTo>
                    <a:pt x="0" y="0"/>
                  </a:lnTo>
                  <a:lnTo>
                    <a:pt x="0" y="40843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0851" y="2650236"/>
              <a:ext cx="441959" cy="407034"/>
            </a:xfrm>
            <a:custGeom>
              <a:avLst/>
              <a:gdLst/>
              <a:ahLst/>
              <a:cxnLst/>
              <a:rect l="l" t="t" r="r" b="b"/>
              <a:pathLst>
                <a:path w="441959" h="407035">
                  <a:moveTo>
                    <a:pt x="0" y="406908"/>
                  </a:moveTo>
                  <a:lnTo>
                    <a:pt x="301752" y="0"/>
                  </a:lnTo>
                </a:path>
                <a:path w="441959" h="407035">
                  <a:moveTo>
                    <a:pt x="0" y="204215"/>
                  </a:moveTo>
                  <a:lnTo>
                    <a:pt x="152400" y="0"/>
                  </a:lnTo>
                </a:path>
                <a:path w="441959" h="407035">
                  <a:moveTo>
                    <a:pt x="291084" y="406908"/>
                  </a:moveTo>
                  <a:lnTo>
                    <a:pt x="441960" y="202691"/>
                  </a:lnTo>
                </a:path>
                <a:path w="441959" h="407035">
                  <a:moveTo>
                    <a:pt x="140208" y="406908"/>
                  </a:moveTo>
                  <a:lnTo>
                    <a:pt x="44196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31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31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5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70" dirty="0"/>
              <a:t>DECISION</a:t>
            </a:r>
            <a:r>
              <a:rPr spc="370" dirty="0"/>
              <a:t> </a:t>
            </a:r>
            <a:r>
              <a:rPr spc="125" dirty="0"/>
              <a:t>TREE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31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31</a:t>
            </a:r>
            <a:endParaRPr sz="1800">
              <a:latin typeface="Trebuchet MS"/>
              <a:cs typeface="Trebuchet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28877" y="2594927"/>
          <a:ext cx="10104754" cy="2056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4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56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605"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170"/>
                        </a:spcBef>
                      </a:pPr>
                      <a:r>
                        <a:rPr sz="2000" b="1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Option</a:t>
                      </a:r>
                      <a:r>
                        <a:rPr sz="2000" b="1" spc="-45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25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(i)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755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Possibility</a:t>
                      </a:r>
                      <a:r>
                        <a:rPr sz="2000" b="1" spc="-60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25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(j)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0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55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i="1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High</a:t>
                      </a:r>
                      <a:r>
                        <a:rPr sz="2000" b="1" i="1" spc="-20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i="1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demand</a:t>
                      </a:r>
                      <a:r>
                        <a:rPr sz="2000" b="1" i="1" spc="-30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i="1" spc="-10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(j=1)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i="1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Low</a:t>
                      </a:r>
                      <a:r>
                        <a:rPr sz="2000" b="1" i="1" spc="-35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i="1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demand</a:t>
                      </a:r>
                      <a:r>
                        <a:rPr sz="2000" b="1" i="1" spc="-20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i="1" spc="-10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(j=2)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b="1" i="1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Large</a:t>
                      </a:r>
                      <a:r>
                        <a:rPr sz="2000" b="1" i="1" spc="-35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i="1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factory</a:t>
                      </a:r>
                      <a:r>
                        <a:rPr sz="2000" b="1" i="1" spc="-55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i="1" spc="-20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(i=1)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200.000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2000" spc="-10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180.000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b="1" i="1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Small</a:t>
                      </a:r>
                      <a:r>
                        <a:rPr sz="2000" b="1" i="1" spc="-25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i="1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factory</a:t>
                      </a:r>
                      <a:r>
                        <a:rPr sz="2000" b="1" i="1" spc="-50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i="1" spc="-20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(i=2)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10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100.000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2000" spc="-10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20.000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b="1" i="1" spc="-10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Probability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25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0,5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25" dirty="0">
                          <a:solidFill>
                            <a:srgbClr val="00184B"/>
                          </a:solidFill>
                          <a:latin typeface="Arial"/>
                          <a:cs typeface="Arial"/>
                        </a:rPr>
                        <a:t>0,5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122070" y="1640204"/>
            <a:ext cx="6702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184B"/>
                </a:solidFill>
                <a:latin typeface="Arial"/>
                <a:cs typeface="Arial"/>
              </a:rPr>
              <a:t>Draw</a:t>
            </a:r>
            <a:r>
              <a:rPr sz="2400" spc="-60" dirty="0">
                <a:solidFill>
                  <a:srgbClr val="00184B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184B"/>
                </a:solidFill>
                <a:latin typeface="Arial"/>
                <a:cs typeface="Arial"/>
              </a:rPr>
              <a:t>a</a:t>
            </a:r>
            <a:r>
              <a:rPr sz="2400" spc="-60" dirty="0">
                <a:solidFill>
                  <a:srgbClr val="00184B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184B"/>
                </a:solidFill>
                <a:latin typeface="Arial"/>
                <a:cs typeface="Arial"/>
              </a:rPr>
              <a:t>decision</a:t>
            </a:r>
            <a:r>
              <a:rPr sz="2400" spc="-45" dirty="0">
                <a:solidFill>
                  <a:srgbClr val="00184B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184B"/>
                </a:solidFill>
                <a:latin typeface="Arial"/>
                <a:cs typeface="Arial"/>
              </a:rPr>
              <a:t>tree</a:t>
            </a:r>
            <a:r>
              <a:rPr sz="2400" spc="-75" dirty="0">
                <a:solidFill>
                  <a:srgbClr val="00184B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184B"/>
                </a:solidFill>
                <a:latin typeface="Arial"/>
                <a:cs typeface="Arial"/>
              </a:rPr>
              <a:t>for</a:t>
            </a:r>
            <a:r>
              <a:rPr sz="2400" spc="-55" dirty="0">
                <a:solidFill>
                  <a:srgbClr val="00184B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184B"/>
                </a:solidFill>
                <a:latin typeface="Arial"/>
                <a:cs typeface="Arial"/>
              </a:rPr>
              <a:t>the</a:t>
            </a:r>
            <a:r>
              <a:rPr sz="2400" spc="-75" dirty="0">
                <a:solidFill>
                  <a:srgbClr val="00184B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184B"/>
                </a:solidFill>
                <a:latin typeface="Arial"/>
                <a:cs typeface="Arial"/>
              </a:rPr>
              <a:t>following</a:t>
            </a:r>
            <a:r>
              <a:rPr sz="2400" spc="-20" dirty="0">
                <a:solidFill>
                  <a:srgbClr val="00184B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184B"/>
                </a:solidFill>
                <a:latin typeface="Arial"/>
                <a:cs typeface="Arial"/>
              </a:rPr>
              <a:t>information: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09150" y="6391655"/>
            <a:ext cx="1830197" cy="3608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5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70" dirty="0"/>
              <a:t>DECISION</a:t>
            </a:r>
            <a:r>
              <a:rPr spc="370" dirty="0"/>
              <a:t> </a:t>
            </a:r>
            <a:r>
              <a:rPr spc="125" dirty="0"/>
              <a:t>TREE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507045" y="2151126"/>
            <a:ext cx="3404235" cy="3317875"/>
            <a:chOff x="1507045" y="2151126"/>
            <a:chExt cx="3404235" cy="3317875"/>
          </a:xfrm>
        </p:grpSpPr>
        <p:sp>
          <p:nvSpPr>
            <p:cNvPr id="5" name="object 5"/>
            <p:cNvSpPr/>
            <p:nvPr/>
          </p:nvSpPr>
          <p:spPr>
            <a:xfrm>
              <a:off x="1511808" y="3663696"/>
              <a:ext cx="533400" cy="407034"/>
            </a:xfrm>
            <a:custGeom>
              <a:avLst/>
              <a:gdLst/>
              <a:ahLst/>
              <a:cxnLst/>
              <a:rect l="l" t="t" r="r" b="b"/>
              <a:pathLst>
                <a:path w="533400" h="407035">
                  <a:moveTo>
                    <a:pt x="0" y="406907"/>
                  </a:moveTo>
                  <a:lnTo>
                    <a:pt x="533400" y="406907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40690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11808" y="3666744"/>
              <a:ext cx="523240" cy="407034"/>
            </a:xfrm>
            <a:custGeom>
              <a:avLst/>
              <a:gdLst/>
              <a:ahLst/>
              <a:cxnLst/>
              <a:rect l="l" t="t" r="r" b="b"/>
              <a:pathLst>
                <a:path w="523239" h="407035">
                  <a:moveTo>
                    <a:pt x="0" y="406907"/>
                  </a:moveTo>
                  <a:lnTo>
                    <a:pt x="356616" y="0"/>
                  </a:lnTo>
                </a:path>
                <a:path w="523239" h="407035">
                  <a:moveTo>
                    <a:pt x="0" y="204215"/>
                  </a:moveTo>
                  <a:lnTo>
                    <a:pt x="179831" y="0"/>
                  </a:lnTo>
                </a:path>
                <a:path w="523239" h="407035">
                  <a:moveTo>
                    <a:pt x="342899" y="406907"/>
                  </a:moveTo>
                  <a:lnTo>
                    <a:pt x="522731" y="202691"/>
                  </a:lnTo>
                </a:path>
                <a:path w="523239" h="407035">
                  <a:moveTo>
                    <a:pt x="166115" y="406907"/>
                  </a:moveTo>
                  <a:lnTo>
                    <a:pt x="522731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44162" y="2152650"/>
              <a:ext cx="532130" cy="439420"/>
            </a:xfrm>
            <a:custGeom>
              <a:avLst/>
              <a:gdLst/>
              <a:ahLst/>
              <a:cxnLst/>
              <a:rect l="l" t="t" r="r" b="b"/>
              <a:pathLst>
                <a:path w="532129" h="439419">
                  <a:moveTo>
                    <a:pt x="265938" y="0"/>
                  </a:moveTo>
                  <a:lnTo>
                    <a:pt x="212359" y="4460"/>
                  </a:lnTo>
                  <a:lnTo>
                    <a:pt x="162448" y="17252"/>
                  </a:lnTo>
                  <a:lnTo>
                    <a:pt x="117276" y="37491"/>
                  </a:lnTo>
                  <a:lnTo>
                    <a:pt x="77914" y="64293"/>
                  </a:lnTo>
                  <a:lnTo>
                    <a:pt x="45434" y="96775"/>
                  </a:lnTo>
                  <a:lnTo>
                    <a:pt x="20907" y="134052"/>
                  </a:lnTo>
                  <a:lnTo>
                    <a:pt x="5405" y="175240"/>
                  </a:lnTo>
                  <a:lnTo>
                    <a:pt x="0" y="219455"/>
                  </a:lnTo>
                  <a:lnTo>
                    <a:pt x="5405" y="263671"/>
                  </a:lnTo>
                  <a:lnTo>
                    <a:pt x="20907" y="304859"/>
                  </a:lnTo>
                  <a:lnTo>
                    <a:pt x="45434" y="342136"/>
                  </a:lnTo>
                  <a:lnTo>
                    <a:pt x="77914" y="374618"/>
                  </a:lnTo>
                  <a:lnTo>
                    <a:pt x="117276" y="401420"/>
                  </a:lnTo>
                  <a:lnTo>
                    <a:pt x="162448" y="421659"/>
                  </a:lnTo>
                  <a:lnTo>
                    <a:pt x="212359" y="434451"/>
                  </a:lnTo>
                  <a:lnTo>
                    <a:pt x="265938" y="438912"/>
                  </a:lnTo>
                  <a:lnTo>
                    <a:pt x="319516" y="434451"/>
                  </a:lnTo>
                  <a:lnTo>
                    <a:pt x="369427" y="421659"/>
                  </a:lnTo>
                  <a:lnTo>
                    <a:pt x="414599" y="401420"/>
                  </a:lnTo>
                  <a:lnTo>
                    <a:pt x="453961" y="374618"/>
                  </a:lnTo>
                  <a:lnTo>
                    <a:pt x="486441" y="342136"/>
                  </a:lnTo>
                  <a:lnTo>
                    <a:pt x="510968" y="304859"/>
                  </a:lnTo>
                  <a:lnTo>
                    <a:pt x="526470" y="263671"/>
                  </a:lnTo>
                  <a:lnTo>
                    <a:pt x="531876" y="219455"/>
                  </a:lnTo>
                  <a:lnTo>
                    <a:pt x="526470" y="175240"/>
                  </a:lnTo>
                  <a:lnTo>
                    <a:pt x="510968" y="134052"/>
                  </a:lnTo>
                  <a:lnTo>
                    <a:pt x="486441" y="96775"/>
                  </a:lnTo>
                  <a:lnTo>
                    <a:pt x="453961" y="64293"/>
                  </a:lnTo>
                  <a:lnTo>
                    <a:pt x="414599" y="37491"/>
                  </a:lnTo>
                  <a:lnTo>
                    <a:pt x="369427" y="17252"/>
                  </a:lnTo>
                  <a:lnTo>
                    <a:pt x="319516" y="4460"/>
                  </a:lnTo>
                  <a:lnTo>
                    <a:pt x="2659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42659" y="2151126"/>
              <a:ext cx="535305" cy="441959"/>
            </a:xfrm>
            <a:custGeom>
              <a:avLst/>
              <a:gdLst/>
              <a:ahLst/>
              <a:cxnLst/>
              <a:rect l="l" t="t" r="r" b="b"/>
              <a:pathLst>
                <a:path w="535304" h="441960">
                  <a:moveTo>
                    <a:pt x="267440" y="0"/>
                  </a:moveTo>
                  <a:lnTo>
                    <a:pt x="213465" y="4445"/>
                  </a:lnTo>
                  <a:lnTo>
                    <a:pt x="163300" y="17272"/>
                  </a:lnTo>
                  <a:lnTo>
                    <a:pt x="117834" y="37719"/>
                  </a:lnTo>
                  <a:lnTo>
                    <a:pt x="78337" y="64770"/>
                  </a:lnTo>
                  <a:lnTo>
                    <a:pt x="45698" y="97409"/>
                  </a:lnTo>
                  <a:lnTo>
                    <a:pt x="21060" y="135000"/>
                  </a:lnTo>
                  <a:lnTo>
                    <a:pt x="5439" y="176529"/>
                  </a:lnTo>
                  <a:lnTo>
                    <a:pt x="0" y="220345"/>
                  </a:lnTo>
                  <a:lnTo>
                    <a:pt x="0" y="221614"/>
                  </a:lnTo>
                  <a:lnTo>
                    <a:pt x="5439" y="265557"/>
                  </a:lnTo>
                  <a:lnTo>
                    <a:pt x="21060" y="306959"/>
                  </a:lnTo>
                  <a:lnTo>
                    <a:pt x="45698" y="344550"/>
                  </a:lnTo>
                  <a:lnTo>
                    <a:pt x="78337" y="377316"/>
                  </a:lnTo>
                  <a:lnTo>
                    <a:pt x="117834" y="404240"/>
                  </a:lnTo>
                  <a:lnTo>
                    <a:pt x="163300" y="424561"/>
                  </a:lnTo>
                  <a:lnTo>
                    <a:pt x="213465" y="437514"/>
                  </a:lnTo>
                  <a:lnTo>
                    <a:pt x="253724" y="441706"/>
                  </a:lnTo>
                  <a:lnTo>
                    <a:pt x="267440" y="441960"/>
                  </a:lnTo>
                  <a:lnTo>
                    <a:pt x="281156" y="441706"/>
                  </a:lnTo>
                  <a:lnTo>
                    <a:pt x="321288" y="437514"/>
                  </a:lnTo>
                  <a:lnTo>
                    <a:pt x="371580" y="424561"/>
                  </a:lnTo>
                  <a:lnTo>
                    <a:pt x="375719" y="422910"/>
                  </a:lnTo>
                  <a:lnTo>
                    <a:pt x="267059" y="422910"/>
                  </a:lnTo>
                  <a:lnTo>
                    <a:pt x="254105" y="422656"/>
                  </a:lnTo>
                  <a:lnTo>
                    <a:pt x="215878" y="418591"/>
                  </a:lnTo>
                  <a:lnTo>
                    <a:pt x="168888" y="406400"/>
                  </a:lnTo>
                  <a:lnTo>
                    <a:pt x="126470" y="387223"/>
                  </a:lnTo>
                  <a:lnTo>
                    <a:pt x="89767" y="362076"/>
                  </a:lnTo>
                  <a:lnTo>
                    <a:pt x="59922" y="331724"/>
                  </a:lnTo>
                  <a:lnTo>
                    <a:pt x="37443" y="297434"/>
                  </a:lnTo>
                  <a:lnTo>
                    <a:pt x="23727" y="260476"/>
                  </a:lnTo>
                  <a:lnTo>
                    <a:pt x="19028" y="220345"/>
                  </a:lnTo>
                  <a:lnTo>
                    <a:pt x="19371" y="211327"/>
                  </a:lnTo>
                  <a:lnTo>
                    <a:pt x="26775" y="170814"/>
                  </a:lnTo>
                  <a:lnTo>
                    <a:pt x="48746" y="125222"/>
                  </a:lnTo>
                  <a:lnTo>
                    <a:pt x="75162" y="93090"/>
                  </a:lnTo>
                  <a:lnTo>
                    <a:pt x="108817" y="65659"/>
                  </a:lnTo>
                  <a:lnTo>
                    <a:pt x="148568" y="43687"/>
                  </a:lnTo>
                  <a:lnTo>
                    <a:pt x="193399" y="28194"/>
                  </a:lnTo>
                  <a:lnTo>
                    <a:pt x="242421" y="20065"/>
                  </a:lnTo>
                  <a:lnTo>
                    <a:pt x="267821" y="19050"/>
                  </a:lnTo>
                  <a:lnTo>
                    <a:pt x="376001" y="19050"/>
                  </a:lnTo>
                  <a:lnTo>
                    <a:pt x="371580" y="17272"/>
                  </a:lnTo>
                  <a:lnTo>
                    <a:pt x="346942" y="9906"/>
                  </a:lnTo>
                  <a:lnTo>
                    <a:pt x="321288" y="4445"/>
                  </a:lnTo>
                  <a:lnTo>
                    <a:pt x="294745" y="1143"/>
                  </a:lnTo>
                  <a:lnTo>
                    <a:pt x="281283" y="253"/>
                  </a:lnTo>
                  <a:lnTo>
                    <a:pt x="267440" y="0"/>
                  </a:lnTo>
                  <a:close/>
                </a:path>
                <a:path w="535304" h="441960">
                  <a:moveTo>
                    <a:pt x="376001" y="19050"/>
                  </a:moveTo>
                  <a:lnTo>
                    <a:pt x="267821" y="19050"/>
                  </a:lnTo>
                  <a:lnTo>
                    <a:pt x="280902" y="19303"/>
                  </a:lnTo>
                  <a:lnTo>
                    <a:pt x="293602" y="20193"/>
                  </a:lnTo>
                  <a:lnTo>
                    <a:pt x="343005" y="28575"/>
                  </a:lnTo>
                  <a:lnTo>
                    <a:pt x="387963" y="44323"/>
                  </a:lnTo>
                  <a:lnTo>
                    <a:pt x="427460" y="66675"/>
                  </a:lnTo>
                  <a:lnTo>
                    <a:pt x="461115" y="94487"/>
                  </a:lnTo>
                  <a:lnTo>
                    <a:pt x="487277" y="127000"/>
                  </a:lnTo>
                  <a:lnTo>
                    <a:pt x="505311" y="162560"/>
                  </a:lnTo>
                  <a:lnTo>
                    <a:pt x="514709" y="201295"/>
                  </a:lnTo>
                  <a:lnTo>
                    <a:pt x="515852" y="221614"/>
                  </a:lnTo>
                  <a:lnTo>
                    <a:pt x="515515" y="230504"/>
                  </a:lnTo>
                  <a:lnTo>
                    <a:pt x="508105" y="271145"/>
                  </a:lnTo>
                  <a:lnTo>
                    <a:pt x="486134" y="316738"/>
                  </a:lnTo>
                  <a:lnTo>
                    <a:pt x="459718" y="348869"/>
                  </a:lnTo>
                  <a:lnTo>
                    <a:pt x="426190" y="376174"/>
                  </a:lnTo>
                  <a:lnTo>
                    <a:pt x="386312" y="398272"/>
                  </a:lnTo>
                  <a:lnTo>
                    <a:pt x="341481" y="413765"/>
                  </a:lnTo>
                  <a:lnTo>
                    <a:pt x="292459" y="421894"/>
                  </a:lnTo>
                  <a:lnTo>
                    <a:pt x="267059" y="422910"/>
                  </a:lnTo>
                  <a:lnTo>
                    <a:pt x="375719" y="422910"/>
                  </a:lnTo>
                  <a:lnTo>
                    <a:pt x="416919" y="404240"/>
                  </a:lnTo>
                  <a:lnTo>
                    <a:pt x="456543" y="377316"/>
                  </a:lnTo>
                  <a:lnTo>
                    <a:pt x="489182" y="344550"/>
                  </a:lnTo>
                  <a:lnTo>
                    <a:pt x="513820" y="306959"/>
                  </a:lnTo>
                  <a:lnTo>
                    <a:pt x="529441" y="265557"/>
                  </a:lnTo>
                  <a:lnTo>
                    <a:pt x="534881" y="221614"/>
                  </a:lnTo>
                  <a:lnTo>
                    <a:pt x="534881" y="220345"/>
                  </a:lnTo>
                  <a:lnTo>
                    <a:pt x="534521" y="209550"/>
                  </a:lnTo>
                  <a:lnTo>
                    <a:pt x="526393" y="165735"/>
                  </a:lnTo>
                  <a:lnTo>
                    <a:pt x="502644" y="115570"/>
                  </a:lnTo>
                  <a:lnTo>
                    <a:pt x="473815" y="80390"/>
                  </a:lnTo>
                  <a:lnTo>
                    <a:pt x="437493" y="50419"/>
                  </a:lnTo>
                  <a:lnTo>
                    <a:pt x="394948" y="26670"/>
                  </a:lnTo>
                  <a:lnTo>
                    <a:pt x="376001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77690" y="3682746"/>
              <a:ext cx="532130" cy="439420"/>
            </a:xfrm>
            <a:custGeom>
              <a:avLst/>
              <a:gdLst/>
              <a:ahLst/>
              <a:cxnLst/>
              <a:rect l="l" t="t" r="r" b="b"/>
              <a:pathLst>
                <a:path w="532129" h="439420">
                  <a:moveTo>
                    <a:pt x="265938" y="0"/>
                  </a:moveTo>
                  <a:lnTo>
                    <a:pt x="212359" y="4460"/>
                  </a:lnTo>
                  <a:lnTo>
                    <a:pt x="162448" y="17252"/>
                  </a:lnTo>
                  <a:lnTo>
                    <a:pt x="117276" y="37491"/>
                  </a:lnTo>
                  <a:lnTo>
                    <a:pt x="77914" y="64293"/>
                  </a:lnTo>
                  <a:lnTo>
                    <a:pt x="45434" y="96775"/>
                  </a:lnTo>
                  <a:lnTo>
                    <a:pt x="20907" y="134052"/>
                  </a:lnTo>
                  <a:lnTo>
                    <a:pt x="5405" y="175240"/>
                  </a:lnTo>
                  <a:lnTo>
                    <a:pt x="0" y="219455"/>
                  </a:lnTo>
                  <a:lnTo>
                    <a:pt x="5405" y="263671"/>
                  </a:lnTo>
                  <a:lnTo>
                    <a:pt x="20907" y="304859"/>
                  </a:lnTo>
                  <a:lnTo>
                    <a:pt x="45434" y="342136"/>
                  </a:lnTo>
                  <a:lnTo>
                    <a:pt x="77914" y="374618"/>
                  </a:lnTo>
                  <a:lnTo>
                    <a:pt x="117276" y="401420"/>
                  </a:lnTo>
                  <a:lnTo>
                    <a:pt x="162448" y="421659"/>
                  </a:lnTo>
                  <a:lnTo>
                    <a:pt x="212359" y="434451"/>
                  </a:lnTo>
                  <a:lnTo>
                    <a:pt x="265938" y="438911"/>
                  </a:lnTo>
                  <a:lnTo>
                    <a:pt x="319516" y="434451"/>
                  </a:lnTo>
                  <a:lnTo>
                    <a:pt x="369427" y="421659"/>
                  </a:lnTo>
                  <a:lnTo>
                    <a:pt x="414599" y="401420"/>
                  </a:lnTo>
                  <a:lnTo>
                    <a:pt x="453961" y="374618"/>
                  </a:lnTo>
                  <a:lnTo>
                    <a:pt x="486441" y="342136"/>
                  </a:lnTo>
                  <a:lnTo>
                    <a:pt x="510968" y="304859"/>
                  </a:lnTo>
                  <a:lnTo>
                    <a:pt x="526470" y="263671"/>
                  </a:lnTo>
                  <a:lnTo>
                    <a:pt x="531876" y="219455"/>
                  </a:lnTo>
                  <a:lnTo>
                    <a:pt x="526470" y="175240"/>
                  </a:lnTo>
                  <a:lnTo>
                    <a:pt x="510968" y="134052"/>
                  </a:lnTo>
                  <a:lnTo>
                    <a:pt x="486441" y="96775"/>
                  </a:lnTo>
                  <a:lnTo>
                    <a:pt x="453961" y="64293"/>
                  </a:lnTo>
                  <a:lnTo>
                    <a:pt x="414599" y="37491"/>
                  </a:lnTo>
                  <a:lnTo>
                    <a:pt x="369427" y="17252"/>
                  </a:lnTo>
                  <a:lnTo>
                    <a:pt x="319516" y="4460"/>
                  </a:lnTo>
                  <a:lnTo>
                    <a:pt x="2659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76187" y="3681222"/>
              <a:ext cx="535305" cy="441959"/>
            </a:xfrm>
            <a:custGeom>
              <a:avLst/>
              <a:gdLst/>
              <a:ahLst/>
              <a:cxnLst/>
              <a:rect l="l" t="t" r="r" b="b"/>
              <a:pathLst>
                <a:path w="535304" h="441960">
                  <a:moveTo>
                    <a:pt x="267440" y="0"/>
                  </a:moveTo>
                  <a:lnTo>
                    <a:pt x="213465" y="4444"/>
                  </a:lnTo>
                  <a:lnTo>
                    <a:pt x="163300" y="17271"/>
                  </a:lnTo>
                  <a:lnTo>
                    <a:pt x="117834" y="37718"/>
                  </a:lnTo>
                  <a:lnTo>
                    <a:pt x="78337" y="64769"/>
                  </a:lnTo>
                  <a:lnTo>
                    <a:pt x="45698" y="97408"/>
                  </a:lnTo>
                  <a:lnTo>
                    <a:pt x="21060" y="135000"/>
                  </a:lnTo>
                  <a:lnTo>
                    <a:pt x="5439" y="176529"/>
                  </a:lnTo>
                  <a:lnTo>
                    <a:pt x="0" y="220344"/>
                  </a:lnTo>
                  <a:lnTo>
                    <a:pt x="0" y="221614"/>
                  </a:lnTo>
                  <a:lnTo>
                    <a:pt x="5439" y="265556"/>
                  </a:lnTo>
                  <a:lnTo>
                    <a:pt x="21060" y="306958"/>
                  </a:lnTo>
                  <a:lnTo>
                    <a:pt x="45698" y="344550"/>
                  </a:lnTo>
                  <a:lnTo>
                    <a:pt x="78337" y="377316"/>
                  </a:lnTo>
                  <a:lnTo>
                    <a:pt x="117834" y="404240"/>
                  </a:lnTo>
                  <a:lnTo>
                    <a:pt x="163300" y="424560"/>
                  </a:lnTo>
                  <a:lnTo>
                    <a:pt x="213465" y="437514"/>
                  </a:lnTo>
                  <a:lnTo>
                    <a:pt x="253724" y="441705"/>
                  </a:lnTo>
                  <a:lnTo>
                    <a:pt x="267440" y="441959"/>
                  </a:lnTo>
                  <a:lnTo>
                    <a:pt x="281156" y="441705"/>
                  </a:lnTo>
                  <a:lnTo>
                    <a:pt x="321288" y="437514"/>
                  </a:lnTo>
                  <a:lnTo>
                    <a:pt x="371580" y="424560"/>
                  </a:lnTo>
                  <a:lnTo>
                    <a:pt x="375719" y="422909"/>
                  </a:lnTo>
                  <a:lnTo>
                    <a:pt x="267059" y="422909"/>
                  </a:lnTo>
                  <a:lnTo>
                    <a:pt x="254105" y="422655"/>
                  </a:lnTo>
                  <a:lnTo>
                    <a:pt x="215878" y="418591"/>
                  </a:lnTo>
                  <a:lnTo>
                    <a:pt x="168888" y="406400"/>
                  </a:lnTo>
                  <a:lnTo>
                    <a:pt x="126470" y="387222"/>
                  </a:lnTo>
                  <a:lnTo>
                    <a:pt x="89767" y="362076"/>
                  </a:lnTo>
                  <a:lnTo>
                    <a:pt x="59922" y="331723"/>
                  </a:lnTo>
                  <a:lnTo>
                    <a:pt x="37443" y="297433"/>
                  </a:lnTo>
                  <a:lnTo>
                    <a:pt x="23727" y="260476"/>
                  </a:lnTo>
                  <a:lnTo>
                    <a:pt x="19028" y="220344"/>
                  </a:lnTo>
                  <a:lnTo>
                    <a:pt x="19371" y="211327"/>
                  </a:lnTo>
                  <a:lnTo>
                    <a:pt x="26775" y="170814"/>
                  </a:lnTo>
                  <a:lnTo>
                    <a:pt x="48746" y="125221"/>
                  </a:lnTo>
                  <a:lnTo>
                    <a:pt x="75162" y="93090"/>
                  </a:lnTo>
                  <a:lnTo>
                    <a:pt x="108817" y="65658"/>
                  </a:lnTo>
                  <a:lnTo>
                    <a:pt x="148568" y="43687"/>
                  </a:lnTo>
                  <a:lnTo>
                    <a:pt x="193399" y="28193"/>
                  </a:lnTo>
                  <a:lnTo>
                    <a:pt x="242421" y="20065"/>
                  </a:lnTo>
                  <a:lnTo>
                    <a:pt x="267821" y="19050"/>
                  </a:lnTo>
                  <a:lnTo>
                    <a:pt x="376001" y="19050"/>
                  </a:lnTo>
                  <a:lnTo>
                    <a:pt x="371580" y="17271"/>
                  </a:lnTo>
                  <a:lnTo>
                    <a:pt x="346942" y="9905"/>
                  </a:lnTo>
                  <a:lnTo>
                    <a:pt x="321288" y="4444"/>
                  </a:lnTo>
                  <a:lnTo>
                    <a:pt x="294745" y="1142"/>
                  </a:lnTo>
                  <a:lnTo>
                    <a:pt x="281283" y="253"/>
                  </a:lnTo>
                  <a:lnTo>
                    <a:pt x="267440" y="0"/>
                  </a:lnTo>
                  <a:close/>
                </a:path>
                <a:path w="535304" h="441960">
                  <a:moveTo>
                    <a:pt x="376001" y="19050"/>
                  </a:moveTo>
                  <a:lnTo>
                    <a:pt x="267821" y="19050"/>
                  </a:lnTo>
                  <a:lnTo>
                    <a:pt x="280902" y="19303"/>
                  </a:lnTo>
                  <a:lnTo>
                    <a:pt x="293602" y="20192"/>
                  </a:lnTo>
                  <a:lnTo>
                    <a:pt x="343005" y="28575"/>
                  </a:lnTo>
                  <a:lnTo>
                    <a:pt x="387963" y="44322"/>
                  </a:lnTo>
                  <a:lnTo>
                    <a:pt x="427460" y="66675"/>
                  </a:lnTo>
                  <a:lnTo>
                    <a:pt x="461115" y="94487"/>
                  </a:lnTo>
                  <a:lnTo>
                    <a:pt x="487277" y="127000"/>
                  </a:lnTo>
                  <a:lnTo>
                    <a:pt x="505311" y="162559"/>
                  </a:lnTo>
                  <a:lnTo>
                    <a:pt x="514709" y="201294"/>
                  </a:lnTo>
                  <a:lnTo>
                    <a:pt x="515852" y="221614"/>
                  </a:lnTo>
                  <a:lnTo>
                    <a:pt x="515515" y="230504"/>
                  </a:lnTo>
                  <a:lnTo>
                    <a:pt x="508105" y="271144"/>
                  </a:lnTo>
                  <a:lnTo>
                    <a:pt x="486134" y="316738"/>
                  </a:lnTo>
                  <a:lnTo>
                    <a:pt x="459718" y="348869"/>
                  </a:lnTo>
                  <a:lnTo>
                    <a:pt x="426190" y="376173"/>
                  </a:lnTo>
                  <a:lnTo>
                    <a:pt x="386312" y="398271"/>
                  </a:lnTo>
                  <a:lnTo>
                    <a:pt x="341481" y="413765"/>
                  </a:lnTo>
                  <a:lnTo>
                    <a:pt x="292459" y="421894"/>
                  </a:lnTo>
                  <a:lnTo>
                    <a:pt x="267059" y="422909"/>
                  </a:lnTo>
                  <a:lnTo>
                    <a:pt x="375719" y="422909"/>
                  </a:lnTo>
                  <a:lnTo>
                    <a:pt x="416919" y="404240"/>
                  </a:lnTo>
                  <a:lnTo>
                    <a:pt x="456543" y="377316"/>
                  </a:lnTo>
                  <a:lnTo>
                    <a:pt x="489182" y="344550"/>
                  </a:lnTo>
                  <a:lnTo>
                    <a:pt x="513820" y="306958"/>
                  </a:lnTo>
                  <a:lnTo>
                    <a:pt x="529441" y="265556"/>
                  </a:lnTo>
                  <a:lnTo>
                    <a:pt x="534881" y="221614"/>
                  </a:lnTo>
                  <a:lnTo>
                    <a:pt x="534881" y="220344"/>
                  </a:lnTo>
                  <a:lnTo>
                    <a:pt x="534521" y="209550"/>
                  </a:lnTo>
                  <a:lnTo>
                    <a:pt x="526393" y="165734"/>
                  </a:lnTo>
                  <a:lnTo>
                    <a:pt x="502644" y="115569"/>
                  </a:lnTo>
                  <a:lnTo>
                    <a:pt x="473815" y="80390"/>
                  </a:lnTo>
                  <a:lnTo>
                    <a:pt x="437493" y="50418"/>
                  </a:lnTo>
                  <a:lnTo>
                    <a:pt x="394948" y="26669"/>
                  </a:lnTo>
                  <a:lnTo>
                    <a:pt x="376001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77690" y="5028438"/>
              <a:ext cx="532130" cy="439420"/>
            </a:xfrm>
            <a:custGeom>
              <a:avLst/>
              <a:gdLst/>
              <a:ahLst/>
              <a:cxnLst/>
              <a:rect l="l" t="t" r="r" b="b"/>
              <a:pathLst>
                <a:path w="532129" h="439420">
                  <a:moveTo>
                    <a:pt x="265938" y="0"/>
                  </a:moveTo>
                  <a:lnTo>
                    <a:pt x="212359" y="4460"/>
                  </a:lnTo>
                  <a:lnTo>
                    <a:pt x="162448" y="17252"/>
                  </a:lnTo>
                  <a:lnTo>
                    <a:pt x="117276" y="37491"/>
                  </a:lnTo>
                  <a:lnTo>
                    <a:pt x="77914" y="64293"/>
                  </a:lnTo>
                  <a:lnTo>
                    <a:pt x="45434" y="96775"/>
                  </a:lnTo>
                  <a:lnTo>
                    <a:pt x="20907" y="134052"/>
                  </a:lnTo>
                  <a:lnTo>
                    <a:pt x="5405" y="175240"/>
                  </a:lnTo>
                  <a:lnTo>
                    <a:pt x="0" y="219456"/>
                  </a:lnTo>
                  <a:lnTo>
                    <a:pt x="5405" y="263671"/>
                  </a:lnTo>
                  <a:lnTo>
                    <a:pt x="20907" y="304859"/>
                  </a:lnTo>
                  <a:lnTo>
                    <a:pt x="45434" y="342136"/>
                  </a:lnTo>
                  <a:lnTo>
                    <a:pt x="77914" y="374618"/>
                  </a:lnTo>
                  <a:lnTo>
                    <a:pt x="117276" y="401420"/>
                  </a:lnTo>
                  <a:lnTo>
                    <a:pt x="162448" y="421659"/>
                  </a:lnTo>
                  <a:lnTo>
                    <a:pt x="212359" y="434451"/>
                  </a:lnTo>
                  <a:lnTo>
                    <a:pt x="265938" y="438912"/>
                  </a:lnTo>
                  <a:lnTo>
                    <a:pt x="319516" y="434451"/>
                  </a:lnTo>
                  <a:lnTo>
                    <a:pt x="369427" y="421659"/>
                  </a:lnTo>
                  <a:lnTo>
                    <a:pt x="414599" y="401420"/>
                  </a:lnTo>
                  <a:lnTo>
                    <a:pt x="453961" y="374618"/>
                  </a:lnTo>
                  <a:lnTo>
                    <a:pt x="486441" y="342136"/>
                  </a:lnTo>
                  <a:lnTo>
                    <a:pt x="510968" y="304859"/>
                  </a:lnTo>
                  <a:lnTo>
                    <a:pt x="526470" y="263671"/>
                  </a:lnTo>
                  <a:lnTo>
                    <a:pt x="531876" y="219456"/>
                  </a:lnTo>
                  <a:lnTo>
                    <a:pt x="526470" y="175240"/>
                  </a:lnTo>
                  <a:lnTo>
                    <a:pt x="510968" y="134052"/>
                  </a:lnTo>
                  <a:lnTo>
                    <a:pt x="486441" y="96775"/>
                  </a:lnTo>
                  <a:lnTo>
                    <a:pt x="453961" y="64293"/>
                  </a:lnTo>
                  <a:lnTo>
                    <a:pt x="414599" y="37491"/>
                  </a:lnTo>
                  <a:lnTo>
                    <a:pt x="369427" y="17252"/>
                  </a:lnTo>
                  <a:lnTo>
                    <a:pt x="319516" y="4460"/>
                  </a:lnTo>
                  <a:lnTo>
                    <a:pt x="2659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024888" y="2372105"/>
              <a:ext cx="2886710" cy="3096895"/>
            </a:xfrm>
            <a:custGeom>
              <a:avLst/>
              <a:gdLst/>
              <a:ahLst/>
              <a:cxnLst/>
              <a:rect l="l" t="t" r="r" b="b"/>
              <a:pathLst>
                <a:path w="2886710" h="3096895">
                  <a:moveTo>
                    <a:pt x="2886176" y="2875153"/>
                  </a:moveTo>
                  <a:lnTo>
                    <a:pt x="2880741" y="2831223"/>
                  </a:lnTo>
                  <a:lnTo>
                    <a:pt x="2867152" y="2793987"/>
                  </a:lnTo>
                  <a:lnTo>
                    <a:pt x="2867152" y="2876423"/>
                  </a:lnTo>
                  <a:lnTo>
                    <a:pt x="2866809" y="2885313"/>
                  </a:lnTo>
                  <a:lnTo>
                    <a:pt x="2859405" y="2925953"/>
                  </a:lnTo>
                  <a:lnTo>
                    <a:pt x="2837434" y="2971546"/>
                  </a:lnTo>
                  <a:lnTo>
                    <a:pt x="2811018" y="3003677"/>
                  </a:lnTo>
                  <a:lnTo>
                    <a:pt x="2777490" y="3030982"/>
                  </a:lnTo>
                  <a:lnTo>
                    <a:pt x="2737612" y="3053080"/>
                  </a:lnTo>
                  <a:lnTo>
                    <a:pt x="2692781" y="3068574"/>
                  </a:lnTo>
                  <a:lnTo>
                    <a:pt x="2643759" y="3076702"/>
                  </a:lnTo>
                  <a:lnTo>
                    <a:pt x="2618359" y="3077718"/>
                  </a:lnTo>
                  <a:lnTo>
                    <a:pt x="2605405" y="3077464"/>
                  </a:lnTo>
                  <a:lnTo>
                    <a:pt x="2567178" y="3073400"/>
                  </a:lnTo>
                  <a:lnTo>
                    <a:pt x="2520188" y="3061208"/>
                  </a:lnTo>
                  <a:lnTo>
                    <a:pt x="2477770" y="3042031"/>
                  </a:lnTo>
                  <a:lnTo>
                    <a:pt x="2441067" y="3016885"/>
                  </a:lnTo>
                  <a:lnTo>
                    <a:pt x="2411222" y="2986532"/>
                  </a:lnTo>
                  <a:lnTo>
                    <a:pt x="2388743" y="2952242"/>
                  </a:lnTo>
                  <a:lnTo>
                    <a:pt x="2375027" y="2915285"/>
                  </a:lnTo>
                  <a:lnTo>
                    <a:pt x="2370328" y="2875153"/>
                  </a:lnTo>
                  <a:lnTo>
                    <a:pt x="2370658" y="2866136"/>
                  </a:lnTo>
                  <a:lnTo>
                    <a:pt x="2378075" y="2825635"/>
                  </a:lnTo>
                  <a:lnTo>
                    <a:pt x="2400046" y="2780030"/>
                  </a:lnTo>
                  <a:lnTo>
                    <a:pt x="2426462" y="2747899"/>
                  </a:lnTo>
                  <a:lnTo>
                    <a:pt x="2460117" y="2720467"/>
                  </a:lnTo>
                  <a:lnTo>
                    <a:pt x="2499868" y="2698496"/>
                  </a:lnTo>
                  <a:lnTo>
                    <a:pt x="2544699" y="2683002"/>
                  </a:lnTo>
                  <a:lnTo>
                    <a:pt x="2593721" y="2674874"/>
                  </a:lnTo>
                  <a:lnTo>
                    <a:pt x="2619121" y="2673858"/>
                  </a:lnTo>
                  <a:lnTo>
                    <a:pt x="2632202" y="2674112"/>
                  </a:lnTo>
                  <a:lnTo>
                    <a:pt x="2670302" y="2678176"/>
                  </a:lnTo>
                  <a:lnTo>
                    <a:pt x="2717292" y="2690368"/>
                  </a:lnTo>
                  <a:lnTo>
                    <a:pt x="2759710" y="2709545"/>
                  </a:lnTo>
                  <a:lnTo>
                    <a:pt x="2796413" y="2734818"/>
                  </a:lnTo>
                  <a:lnTo>
                    <a:pt x="2826258" y="2765044"/>
                  </a:lnTo>
                  <a:lnTo>
                    <a:pt x="2848737" y="2799334"/>
                  </a:lnTo>
                  <a:lnTo>
                    <a:pt x="2862453" y="2836418"/>
                  </a:lnTo>
                  <a:lnTo>
                    <a:pt x="2867152" y="2876423"/>
                  </a:lnTo>
                  <a:lnTo>
                    <a:pt x="2867152" y="2793987"/>
                  </a:lnTo>
                  <a:lnTo>
                    <a:pt x="2840482" y="2752217"/>
                  </a:lnTo>
                  <a:lnTo>
                    <a:pt x="2807843" y="2719578"/>
                  </a:lnTo>
                  <a:lnTo>
                    <a:pt x="2768219" y="2692527"/>
                  </a:lnTo>
                  <a:lnTo>
                    <a:pt x="2727299" y="2673858"/>
                  </a:lnTo>
                  <a:lnTo>
                    <a:pt x="2722880" y="2672080"/>
                  </a:lnTo>
                  <a:lnTo>
                    <a:pt x="2672588" y="2659253"/>
                  </a:lnTo>
                  <a:lnTo>
                    <a:pt x="2632583" y="2655062"/>
                  </a:lnTo>
                  <a:lnTo>
                    <a:pt x="2618740" y="2654808"/>
                  </a:lnTo>
                  <a:lnTo>
                    <a:pt x="2605024" y="2655062"/>
                  </a:lnTo>
                  <a:lnTo>
                    <a:pt x="2564765" y="2659253"/>
                  </a:lnTo>
                  <a:lnTo>
                    <a:pt x="2514600" y="2672080"/>
                  </a:lnTo>
                  <a:lnTo>
                    <a:pt x="2469134" y="2692527"/>
                  </a:lnTo>
                  <a:lnTo>
                    <a:pt x="2429637" y="2719578"/>
                  </a:lnTo>
                  <a:lnTo>
                    <a:pt x="2396998" y="2752217"/>
                  </a:lnTo>
                  <a:lnTo>
                    <a:pt x="2372360" y="2789809"/>
                  </a:lnTo>
                  <a:lnTo>
                    <a:pt x="2356739" y="2831338"/>
                  </a:lnTo>
                  <a:lnTo>
                    <a:pt x="2351430" y="2870860"/>
                  </a:lnTo>
                  <a:lnTo>
                    <a:pt x="2333421" y="2843149"/>
                  </a:lnTo>
                  <a:lnTo>
                    <a:pt x="2284476" y="2767838"/>
                  </a:lnTo>
                  <a:lnTo>
                    <a:pt x="2255507" y="2817139"/>
                  </a:lnTo>
                  <a:lnTo>
                    <a:pt x="10922" y="1498396"/>
                  </a:lnTo>
                  <a:lnTo>
                    <a:pt x="2224417" y="62191"/>
                  </a:lnTo>
                  <a:lnTo>
                    <a:pt x="2255520" y="110109"/>
                  </a:lnTo>
                  <a:lnTo>
                    <a:pt x="2299220" y="35814"/>
                  </a:lnTo>
                  <a:lnTo>
                    <a:pt x="2320290" y="0"/>
                  </a:lnTo>
                  <a:lnTo>
                    <a:pt x="2193290" y="14224"/>
                  </a:lnTo>
                  <a:lnTo>
                    <a:pt x="2214016" y="46177"/>
                  </a:lnTo>
                  <a:lnTo>
                    <a:pt x="0" y="1482725"/>
                  </a:lnTo>
                  <a:lnTo>
                    <a:pt x="10210" y="1498434"/>
                  </a:lnTo>
                  <a:lnTo>
                    <a:pt x="762" y="1514475"/>
                  </a:lnTo>
                  <a:lnTo>
                    <a:pt x="2245868" y="2833535"/>
                  </a:lnTo>
                  <a:lnTo>
                    <a:pt x="2226564" y="2866390"/>
                  </a:lnTo>
                  <a:lnTo>
                    <a:pt x="2351303" y="2874721"/>
                  </a:lnTo>
                  <a:lnTo>
                    <a:pt x="2351290" y="2875153"/>
                  </a:lnTo>
                  <a:lnTo>
                    <a:pt x="2351290" y="2876423"/>
                  </a:lnTo>
                  <a:lnTo>
                    <a:pt x="2351659" y="2887091"/>
                  </a:lnTo>
                  <a:lnTo>
                    <a:pt x="2359660" y="2931033"/>
                  </a:lnTo>
                  <a:lnTo>
                    <a:pt x="2383536" y="2981071"/>
                  </a:lnTo>
                  <a:lnTo>
                    <a:pt x="2412365" y="3016377"/>
                  </a:lnTo>
                  <a:lnTo>
                    <a:pt x="2448560" y="3046222"/>
                  </a:lnTo>
                  <a:lnTo>
                    <a:pt x="2491232" y="3070098"/>
                  </a:lnTo>
                  <a:lnTo>
                    <a:pt x="2539238" y="3086862"/>
                  </a:lnTo>
                  <a:lnTo>
                    <a:pt x="2591435" y="3095625"/>
                  </a:lnTo>
                  <a:lnTo>
                    <a:pt x="2618740" y="3096768"/>
                  </a:lnTo>
                  <a:lnTo>
                    <a:pt x="2632456" y="3096514"/>
                  </a:lnTo>
                  <a:lnTo>
                    <a:pt x="2672588" y="3092323"/>
                  </a:lnTo>
                  <a:lnTo>
                    <a:pt x="2722880" y="3079369"/>
                  </a:lnTo>
                  <a:lnTo>
                    <a:pt x="2727007" y="3077718"/>
                  </a:lnTo>
                  <a:lnTo>
                    <a:pt x="2746121" y="3070098"/>
                  </a:lnTo>
                  <a:lnTo>
                    <a:pt x="2788793" y="3046222"/>
                  </a:lnTo>
                  <a:lnTo>
                    <a:pt x="2825115" y="3016377"/>
                  </a:lnTo>
                  <a:lnTo>
                    <a:pt x="2853944" y="2981071"/>
                  </a:lnTo>
                  <a:lnTo>
                    <a:pt x="2874137" y="2941447"/>
                  </a:lnTo>
                  <a:lnTo>
                    <a:pt x="2884805" y="2898394"/>
                  </a:lnTo>
                  <a:lnTo>
                    <a:pt x="2886176" y="2876423"/>
                  </a:lnTo>
                  <a:lnTo>
                    <a:pt x="2886176" y="28751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05252" y="2511552"/>
              <a:ext cx="1291971" cy="90627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421890" y="4301108"/>
              <a:ext cx="1101090" cy="778510"/>
            </a:xfrm>
            <a:custGeom>
              <a:avLst/>
              <a:gdLst/>
              <a:ahLst/>
              <a:cxnLst/>
              <a:rect l="l" t="t" r="r" b="b"/>
              <a:pathLst>
                <a:path w="1101089" h="778510">
                  <a:moveTo>
                    <a:pt x="238819" y="148915"/>
                  </a:moveTo>
                  <a:lnTo>
                    <a:pt x="192780" y="172704"/>
                  </a:lnTo>
                  <a:lnTo>
                    <a:pt x="172180" y="214661"/>
                  </a:lnTo>
                  <a:lnTo>
                    <a:pt x="171008" y="228306"/>
                  </a:lnTo>
                  <a:lnTo>
                    <a:pt x="172466" y="239903"/>
                  </a:lnTo>
                  <a:lnTo>
                    <a:pt x="202437" y="277622"/>
                  </a:lnTo>
                  <a:lnTo>
                    <a:pt x="234187" y="286385"/>
                  </a:lnTo>
                  <a:lnTo>
                    <a:pt x="242327" y="285984"/>
                  </a:lnTo>
                  <a:lnTo>
                    <a:pt x="277505" y="266493"/>
                  </a:lnTo>
                  <a:lnTo>
                    <a:pt x="226425" y="266493"/>
                  </a:lnTo>
                  <a:lnTo>
                    <a:pt x="218914" y="264931"/>
                  </a:lnTo>
                  <a:lnTo>
                    <a:pt x="193107" y="228306"/>
                  </a:lnTo>
                  <a:lnTo>
                    <a:pt x="194437" y="219043"/>
                  </a:lnTo>
                  <a:lnTo>
                    <a:pt x="216487" y="180578"/>
                  </a:lnTo>
                  <a:lnTo>
                    <a:pt x="247030" y="169052"/>
                  </a:lnTo>
                  <a:lnTo>
                    <a:pt x="285434" y="169052"/>
                  </a:lnTo>
                  <a:lnTo>
                    <a:pt x="281860" y="165397"/>
                  </a:lnTo>
                  <a:lnTo>
                    <a:pt x="271145" y="157988"/>
                  </a:lnTo>
                  <a:lnTo>
                    <a:pt x="260449" y="152915"/>
                  </a:lnTo>
                  <a:lnTo>
                    <a:pt x="249681" y="149891"/>
                  </a:lnTo>
                  <a:lnTo>
                    <a:pt x="238819" y="148915"/>
                  </a:lnTo>
                  <a:close/>
                </a:path>
                <a:path w="1101089" h="778510">
                  <a:moveTo>
                    <a:pt x="285434" y="169052"/>
                  </a:moveTo>
                  <a:lnTo>
                    <a:pt x="247030" y="169052"/>
                  </a:lnTo>
                  <a:lnTo>
                    <a:pt x="254541" y="170658"/>
                  </a:lnTo>
                  <a:lnTo>
                    <a:pt x="261874" y="173990"/>
                  </a:lnTo>
                  <a:lnTo>
                    <a:pt x="280237" y="207793"/>
                  </a:lnTo>
                  <a:lnTo>
                    <a:pt x="279066" y="216344"/>
                  </a:lnTo>
                  <a:lnTo>
                    <a:pt x="257111" y="254666"/>
                  </a:lnTo>
                  <a:lnTo>
                    <a:pt x="226425" y="266493"/>
                  </a:lnTo>
                  <a:lnTo>
                    <a:pt x="277505" y="266493"/>
                  </a:lnTo>
                  <a:lnTo>
                    <a:pt x="297791" y="233459"/>
                  </a:lnTo>
                  <a:lnTo>
                    <a:pt x="302471" y="207200"/>
                  </a:lnTo>
                  <a:lnTo>
                    <a:pt x="300863" y="195580"/>
                  </a:lnTo>
                  <a:lnTo>
                    <a:pt x="296719" y="184169"/>
                  </a:lnTo>
                  <a:lnTo>
                    <a:pt x="290385" y="174117"/>
                  </a:lnTo>
                  <a:lnTo>
                    <a:pt x="285434" y="169052"/>
                  </a:lnTo>
                  <a:close/>
                </a:path>
                <a:path w="1101089" h="778510">
                  <a:moveTo>
                    <a:pt x="90678" y="0"/>
                  </a:moveTo>
                  <a:lnTo>
                    <a:pt x="0" y="158115"/>
                  </a:lnTo>
                  <a:lnTo>
                    <a:pt x="57023" y="190754"/>
                  </a:lnTo>
                  <a:lnTo>
                    <a:pt x="64069" y="194564"/>
                  </a:lnTo>
                  <a:lnTo>
                    <a:pt x="100203" y="205994"/>
                  </a:lnTo>
                  <a:lnTo>
                    <a:pt x="114554" y="204978"/>
                  </a:lnTo>
                  <a:lnTo>
                    <a:pt x="153067" y="183388"/>
                  </a:lnTo>
                  <a:lnTo>
                    <a:pt x="98552" y="183388"/>
                  </a:lnTo>
                  <a:lnTo>
                    <a:pt x="91567" y="181864"/>
                  </a:lnTo>
                  <a:lnTo>
                    <a:pt x="31623" y="151384"/>
                  </a:lnTo>
                  <a:lnTo>
                    <a:pt x="100837" y="30607"/>
                  </a:lnTo>
                  <a:lnTo>
                    <a:pt x="143929" y="30607"/>
                  </a:lnTo>
                  <a:lnTo>
                    <a:pt x="90678" y="0"/>
                  </a:lnTo>
                  <a:close/>
                </a:path>
                <a:path w="1101089" h="778510">
                  <a:moveTo>
                    <a:pt x="143929" y="30607"/>
                  </a:moveTo>
                  <a:lnTo>
                    <a:pt x="100837" y="30607"/>
                  </a:lnTo>
                  <a:lnTo>
                    <a:pt x="134112" y="49657"/>
                  </a:lnTo>
                  <a:lnTo>
                    <a:pt x="142684" y="54844"/>
                  </a:lnTo>
                  <a:lnTo>
                    <a:pt x="168044" y="89062"/>
                  </a:lnTo>
                  <a:lnTo>
                    <a:pt x="168783" y="97663"/>
                  </a:lnTo>
                  <a:lnTo>
                    <a:pt x="168140" y="107047"/>
                  </a:lnTo>
                  <a:lnTo>
                    <a:pt x="149871" y="148919"/>
                  </a:lnTo>
                  <a:lnTo>
                    <a:pt x="122078" y="176911"/>
                  </a:lnTo>
                  <a:lnTo>
                    <a:pt x="104902" y="183388"/>
                  </a:lnTo>
                  <a:lnTo>
                    <a:pt x="153067" y="183388"/>
                  </a:lnTo>
                  <a:lnTo>
                    <a:pt x="176592" y="152915"/>
                  </a:lnTo>
                  <a:lnTo>
                    <a:pt x="191770" y="112014"/>
                  </a:lnTo>
                  <a:lnTo>
                    <a:pt x="192791" y="102155"/>
                  </a:lnTo>
                  <a:lnTo>
                    <a:pt x="192611" y="92583"/>
                  </a:lnTo>
                  <a:lnTo>
                    <a:pt x="177415" y="55274"/>
                  </a:lnTo>
                  <a:lnTo>
                    <a:pt x="145034" y="31242"/>
                  </a:lnTo>
                  <a:lnTo>
                    <a:pt x="143929" y="30607"/>
                  </a:lnTo>
                  <a:close/>
                </a:path>
                <a:path w="1101089" h="778510">
                  <a:moveTo>
                    <a:pt x="932434" y="706120"/>
                  </a:moveTo>
                  <a:lnTo>
                    <a:pt x="928072" y="715010"/>
                  </a:lnTo>
                  <a:lnTo>
                    <a:pt x="926020" y="723900"/>
                  </a:lnTo>
                  <a:lnTo>
                    <a:pt x="926254" y="732790"/>
                  </a:lnTo>
                  <a:lnTo>
                    <a:pt x="956563" y="768350"/>
                  </a:lnTo>
                  <a:lnTo>
                    <a:pt x="965112" y="773430"/>
                  </a:lnTo>
                  <a:lnTo>
                    <a:pt x="981495" y="778510"/>
                  </a:lnTo>
                  <a:lnTo>
                    <a:pt x="996828" y="778510"/>
                  </a:lnTo>
                  <a:lnTo>
                    <a:pt x="1028316" y="759460"/>
                  </a:lnTo>
                  <a:lnTo>
                    <a:pt x="982599" y="759460"/>
                  </a:lnTo>
                  <a:lnTo>
                    <a:pt x="974598" y="758190"/>
                  </a:lnTo>
                  <a:lnTo>
                    <a:pt x="965708" y="753110"/>
                  </a:lnTo>
                  <a:lnTo>
                    <a:pt x="957326" y="748030"/>
                  </a:lnTo>
                  <a:lnTo>
                    <a:pt x="951738" y="742950"/>
                  </a:lnTo>
                  <a:lnTo>
                    <a:pt x="949071" y="736600"/>
                  </a:lnTo>
                  <a:lnTo>
                    <a:pt x="946912" y="731520"/>
                  </a:lnTo>
                  <a:lnTo>
                    <a:pt x="947165" y="726440"/>
                  </a:lnTo>
                  <a:lnTo>
                    <a:pt x="949706" y="720090"/>
                  </a:lnTo>
                  <a:lnTo>
                    <a:pt x="932434" y="706120"/>
                  </a:lnTo>
                  <a:close/>
                </a:path>
                <a:path w="1101089" h="778510">
                  <a:moveTo>
                    <a:pt x="1049635" y="726440"/>
                  </a:moveTo>
                  <a:lnTo>
                    <a:pt x="1023874" y="726440"/>
                  </a:lnTo>
                  <a:lnTo>
                    <a:pt x="1018823" y="734060"/>
                  </a:lnTo>
                  <a:lnTo>
                    <a:pt x="1014523" y="741680"/>
                  </a:lnTo>
                  <a:lnTo>
                    <a:pt x="1010961" y="746760"/>
                  </a:lnTo>
                  <a:lnTo>
                    <a:pt x="1008126" y="749300"/>
                  </a:lnTo>
                  <a:lnTo>
                    <a:pt x="1002664" y="755650"/>
                  </a:lnTo>
                  <a:lnTo>
                    <a:pt x="996569" y="758190"/>
                  </a:lnTo>
                  <a:lnTo>
                    <a:pt x="982599" y="759460"/>
                  </a:lnTo>
                  <a:lnTo>
                    <a:pt x="1028316" y="759460"/>
                  </a:lnTo>
                  <a:lnTo>
                    <a:pt x="1029414" y="758190"/>
                  </a:lnTo>
                  <a:lnTo>
                    <a:pt x="1036405" y="749300"/>
                  </a:lnTo>
                  <a:lnTo>
                    <a:pt x="1043813" y="736600"/>
                  </a:lnTo>
                  <a:lnTo>
                    <a:pt x="1049635" y="726440"/>
                  </a:lnTo>
                  <a:close/>
                </a:path>
                <a:path w="1101089" h="778510">
                  <a:moveTo>
                    <a:pt x="1027723" y="598170"/>
                  </a:moveTo>
                  <a:lnTo>
                    <a:pt x="1019937" y="598170"/>
                  </a:lnTo>
                  <a:lnTo>
                    <a:pt x="1012243" y="599440"/>
                  </a:lnTo>
                  <a:lnTo>
                    <a:pt x="977757" y="621030"/>
                  </a:lnTo>
                  <a:lnTo>
                    <a:pt x="957770" y="660400"/>
                  </a:lnTo>
                  <a:lnTo>
                    <a:pt x="956194" y="673100"/>
                  </a:lnTo>
                  <a:lnTo>
                    <a:pt x="956690" y="684530"/>
                  </a:lnTo>
                  <a:lnTo>
                    <a:pt x="983488" y="722630"/>
                  </a:lnTo>
                  <a:lnTo>
                    <a:pt x="1003109" y="728980"/>
                  </a:lnTo>
                  <a:lnTo>
                    <a:pt x="1013348" y="728980"/>
                  </a:lnTo>
                  <a:lnTo>
                    <a:pt x="1023874" y="726440"/>
                  </a:lnTo>
                  <a:lnTo>
                    <a:pt x="1049635" y="726440"/>
                  </a:lnTo>
                  <a:lnTo>
                    <a:pt x="1057641" y="712470"/>
                  </a:lnTo>
                  <a:lnTo>
                    <a:pt x="1008316" y="712470"/>
                  </a:lnTo>
                  <a:lnTo>
                    <a:pt x="1001319" y="711200"/>
                  </a:lnTo>
                  <a:lnTo>
                    <a:pt x="977574" y="675640"/>
                  </a:lnTo>
                  <a:lnTo>
                    <a:pt x="979074" y="666750"/>
                  </a:lnTo>
                  <a:lnTo>
                    <a:pt x="1000696" y="629920"/>
                  </a:lnTo>
                  <a:lnTo>
                    <a:pt x="1022367" y="618490"/>
                  </a:lnTo>
                  <a:lnTo>
                    <a:pt x="1065724" y="618490"/>
                  </a:lnTo>
                  <a:lnTo>
                    <a:pt x="1059870" y="612140"/>
                  </a:lnTo>
                  <a:lnTo>
                    <a:pt x="1050798" y="605790"/>
                  </a:lnTo>
                  <a:lnTo>
                    <a:pt x="1043154" y="601980"/>
                  </a:lnTo>
                  <a:lnTo>
                    <a:pt x="1035462" y="599440"/>
                  </a:lnTo>
                  <a:lnTo>
                    <a:pt x="1027723" y="598170"/>
                  </a:lnTo>
                  <a:close/>
                </a:path>
                <a:path w="1101089" h="778510">
                  <a:moveTo>
                    <a:pt x="1065724" y="618490"/>
                  </a:moveTo>
                  <a:lnTo>
                    <a:pt x="1029477" y="618490"/>
                  </a:lnTo>
                  <a:lnTo>
                    <a:pt x="1036325" y="619760"/>
                  </a:lnTo>
                  <a:lnTo>
                    <a:pt x="1042924" y="622300"/>
                  </a:lnTo>
                  <a:lnTo>
                    <a:pt x="1059971" y="654050"/>
                  </a:lnTo>
                  <a:lnTo>
                    <a:pt x="1058719" y="662940"/>
                  </a:lnTo>
                  <a:lnTo>
                    <a:pt x="1037256" y="701040"/>
                  </a:lnTo>
                  <a:lnTo>
                    <a:pt x="1015503" y="712470"/>
                  </a:lnTo>
                  <a:lnTo>
                    <a:pt x="1057641" y="712470"/>
                  </a:lnTo>
                  <a:lnTo>
                    <a:pt x="1098398" y="641350"/>
                  </a:lnTo>
                  <a:lnTo>
                    <a:pt x="1074801" y="641350"/>
                  </a:lnTo>
                  <a:lnTo>
                    <a:pt x="1071872" y="629920"/>
                  </a:lnTo>
                  <a:lnTo>
                    <a:pt x="1066895" y="619760"/>
                  </a:lnTo>
                  <a:lnTo>
                    <a:pt x="1065724" y="618490"/>
                  </a:lnTo>
                  <a:close/>
                </a:path>
                <a:path w="1101089" h="778510">
                  <a:moveTo>
                    <a:pt x="952119" y="551180"/>
                  </a:moveTo>
                  <a:lnTo>
                    <a:pt x="913161" y="551180"/>
                  </a:lnTo>
                  <a:lnTo>
                    <a:pt x="925830" y="556260"/>
                  </a:lnTo>
                  <a:lnTo>
                    <a:pt x="931037" y="558800"/>
                  </a:lnTo>
                  <a:lnTo>
                    <a:pt x="934847" y="562610"/>
                  </a:lnTo>
                  <a:lnTo>
                    <a:pt x="937387" y="567690"/>
                  </a:lnTo>
                  <a:lnTo>
                    <a:pt x="939800" y="571500"/>
                  </a:lnTo>
                  <a:lnTo>
                    <a:pt x="940688" y="576580"/>
                  </a:lnTo>
                  <a:lnTo>
                    <a:pt x="940054" y="581660"/>
                  </a:lnTo>
                  <a:lnTo>
                    <a:pt x="939292" y="586740"/>
                  </a:lnTo>
                  <a:lnTo>
                    <a:pt x="936625" y="593090"/>
                  </a:lnTo>
                  <a:lnTo>
                    <a:pt x="932052" y="600710"/>
                  </a:lnTo>
                  <a:lnTo>
                    <a:pt x="892175" y="670560"/>
                  </a:lnTo>
                  <a:lnTo>
                    <a:pt x="911606" y="681990"/>
                  </a:lnTo>
                  <a:lnTo>
                    <a:pt x="951992" y="610870"/>
                  </a:lnTo>
                  <a:lnTo>
                    <a:pt x="957072" y="601980"/>
                  </a:lnTo>
                  <a:lnTo>
                    <a:pt x="960374" y="595630"/>
                  </a:lnTo>
                  <a:lnTo>
                    <a:pt x="963676" y="585470"/>
                  </a:lnTo>
                  <a:lnTo>
                    <a:pt x="964438" y="579120"/>
                  </a:lnTo>
                  <a:lnTo>
                    <a:pt x="963802" y="574040"/>
                  </a:lnTo>
                  <a:lnTo>
                    <a:pt x="963295" y="567690"/>
                  </a:lnTo>
                  <a:lnTo>
                    <a:pt x="960882" y="562610"/>
                  </a:lnTo>
                  <a:lnTo>
                    <a:pt x="956437" y="556260"/>
                  </a:lnTo>
                  <a:lnTo>
                    <a:pt x="952119" y="551180"/>
                  </a:lnTo>
                  <a:close/>
                </a:path>
                <a:path w="1101089" h="778510">
                  <a:moveTo>
                    <a:pt x="1082675" y="627380"/>
                  </a:moveTo>
                  <a:lnTo>
                    <a:pt x="1074801" y="641350"/>
                  </a:lnTo>
                  <a:lnTo>
                    <a:pt x="1098398" y="641350"/>
                  </a:lnTo>
                  <a:lnTo>
                    <a:pt x="1100582" y="637540"/>
                  </a:lnTo>
                  <a:lnTo>
                    <a:pt x="1082675" y="627380"/>
                  </a:lnTo>
                  <a:close/>
                </a:path>
                <a:path w="1101089" h="778510">
                  <a:moveTo>
                    <a:pt x="884174" y="513080"/>
                  </a:moveTo>
                  <a:lnTo>
                    <a:pt x="818515" y="627380"/>
                  </a:lnTo>
                  <a:lnTo>
                    <a:pt x="837946" y="638810"/>
                  </a:lnTo>
                  <a:lnTo>
                    <a:pt x="873760" y="576580"/>
                  </a:lnTo>
                  <a:lnTo>
                    <a:pt x="880115" y="566420"/>
                  </a:lnTo>
                  <a:lnTo>
                    <a:pt x="886602" y="560070"/>
                  </a:lnTo>
                  <a:lnTo>
                    <a:pt x="893208" y="554990"/>
                  </a:lnTo>
                  <a:lnTo>
                    <a:pt x="899922" y="552450"/>
                  </a:lnTo>
                  <a:lnTo>
                    <a:pt x="906613" y="551180"/>
                  </a:lnTo>
                  <a:lnTo>
                    <a:pt x="952119" y="551180"/>
                  </a:lnTo>
                  <a:lnTo>
                    <a:pt x="946531" y="546100"/>
                  </a:lnTo>
                  <a:lnTo>
                    <a:pt x="939546" y="542290"/>
                  </a:lnTo>
                  <a:lnTo>
                    <a:pt x="933604" y="539750"/>
                  </a:lnTo>
                  <a:lnTo>
                    <a:pt x="892301" y="539750"/>
                  </a:lnTo>
                  <a:lnTo>
                    <a:pt x="901700" y="523240"/>
                  </a:lnTo>
                  <a:lnTo>
                    <a:pt x="884174" y="513080"/>
                  </a:lnTo>
                  <a:close/>
                </a:path>
                <a:path w="1101089" h="778510">
                  <a:moveTo>
                    <a:pt x="835406" y="485140"/>
                  </a:moveTo>
                  <a:lnTo>
                    <a:pt x="769747" y="600710"/>
                  </a:lnTo>
                  <a:lnTo>
                    <a:pt x="789178" y="610870"/>
                  </a:lnTo>
                  <a:lnTo>
                    <a:pt x="854837" y="496570"/>
                  </a:lnTo>
                  <a:lnTo>
                    <a:pt x="835406" y="485140"/>
                  </a:lnTo>
                  <a:close/>
                </a:path>
                <a:path w="1101089" h="778510">
                  <a:moveTo>
                    <a:pt x="780853" y="453390"/>
                  </a:moveTo>
                  <a:lnTo>
                    <a:pt x="741934" y="453390"/>
                  </a:lnTo>
                  <a:lnTo>
                    <a:pt x="748157" y="454660"/>
                  </a:lnTo>
                  <a:lnTo>
                    <a:pt x="761619" y="462280"/>
                  </a:lnTo>
                  <a:lnTo>
                    <a:pt x="766318" y="467360"/>
                  </a:lnTo>
                  <a:lnTo>
                    <a:pt x="767969" y="474980"/>
                  </a:lnTo>
                  <a:lnTo>
                    <a:pt x="768538" y="480060"/>
                  </a:lnTo>
                  <a:lnTo>
                    <a:pt x="767762" y="486410"/>
                  </a:lnTo>
                  <a:lnTo>
                    <a:pt x="765629" y="492760"/>
                  </a:lnTo>
                  <a:lnTo>
                    <a:pt x="762127" y="499110"/>
                  </a:lnTo>
                  <a:lnTo>
                    <a:pt x="720471" y="571500"/>
                  </a:lnTo>
                  <a:lnTo>
                    <a:pt x="739902" y="582930"/>
                  </a:lnTo>
                  <a:lnTo>
                    <a:pt x="781558" y="510540"/>
                  </a:lnTo>
                  <a:lnTo>
                    <a:pt x="792861" y="474980"/>
                  </a:lnTo>
                  <a:lnTo>
                    <a:pt x="791083" y="467360"/>
                  </a:lnTo>
                  <a:lnTo>
                    <a:pt x="786765" y="461010"/>
                  </a:lnTo>
                  <a:lnTo>
                    <a:pt x="783070" y="455930"/>
                  </a:lnTo>
                  <a:lnTo>
                    <a:pt x="780853" y="453390"/>
                  </a:lnTo>
                  <a:close/>
                </a:path>
                <a:path w="1101089" h="778510">
                  <a:moveTo>
                    <a:pt x="737235" y="372110"/>
                  </a:moveTo>
                  <a:lnTo>
                    <a:pt x="646684" y="529590"/>
                  </a:lnTo>
                  <a:lnTo>
                    <a:pt x="666115" y="541020"/>
                  </a:lnTo>
                  <a:lnTo>
                    <a:pt x="701929" y="477520"/>
                  </a:lnTo>
                  <a:lnTo>
                    <a:pt x="707136" y="468630"/>
                  </a:lnTo>
                  <a:lnTo>
                    <a:pt x="712216" y="462280"/>
                  </a:lnTo>
                  <a:lnTo>
                    <a:pt x="722376" y="454660"/>
                  </a:lnTo>
                  <a:lnTo>
                    <a:pt x="728345" y="453390"/>
                  </a:lnTo>
                  <a:lnTo>
                    <a:pt x="780853" y="453390"/>
                  </a:lnTo>
                  <a:lnTo>
                    <a:pt x="778637" y="450850"/>
                  </a:lnTo>
                  <a:lnTo>
                    <a:pt x="773441" y="447040"/>
                  </a:lnTo>
                  <a:lnTo>
                    <a:pt x="767461" y="443230"/>
                  </a:lnTo>
                  <a:lnTo>
                    <a:pt x="759640" y="439420"/>
                  </a:lnTo>
                  <a:lnTo>
                    <a:pt x="724154" y="439420"/>
                  </a:lnTo>
                  <a:lnTo>
                    <a:pt x="756666" y="382270"/>
                  </a:lnTo>
                  <a:lnTo>
                    <a:pt x="737235" y="372110"/>
                  </a:lnTo>
                  <a:close/>
                </a:path>
                <a:path w="1101089" h="778510">
                  <a:moveTo>
                    <a:pt x="915828" y="534670"/>
                  </a:moveTo>
                  <a:lnTo>
                    <a:pt x="904041" y="535940"/>
                  </a:lnTo>
                  <a:lnTo>
                    <a:pt x="892301" y="539750"/>
                  </a:lnTo>
                  <a:lnTo>
                    <a:pt x="933604" y="539750"/>
                  </a:lnTo>
                  <a:lnTo>
                    <a:pt x="927663" y="537210"/>
                  </a:lnTo>
                  <a:lnTo>
                    <a:pt x="915828" y="534670"/>
                  </a:lnTo>
                  <a:close/>
                </a:path>
                <a:path w="1101089" h="778510">
                  <a:moveTo>
                    <a:pt x="640842" y="373380"/>
                  </a:moveTo>
                  <a:lnTo>
                    <a:pt x="632206" y="388620"/>
                  </a:lnTo>
                  <a:lnTo>
                    <a:pt x="646430" y="397510"/>
                  </a:lnTo>
                  <a:lnTo>
                    <a:pt x="604202" y="471170"/>
                  </a:lnTo>
                  <a:lnTo>
                    <a:pt x="600963" y="477520"/>
                  </a:lnTo>
                  <a:lnTo>
                    <a:pt x="598868" y="483870"/>
                  </a:lnTo>
                  <a:lnTo>
                    <a:pt x="597916" y="487680"/>
                  </a:lnTo>
                  <a:lnTo>
                    <a:pt x="597408" y="491490"/>
                  </a:lnTo>
                  <a:lnTo>
                    <a:pt x="598424" y="496570"/>
                  </a:lnTo>
                  <a:lnTo>
                    <a:pt x="600964" y="500380"/>
                  </a:lnTo>
                  <a:lnTo>
                    <a:pt x="603631" y="505460"/>
                  </a:lnTo>
                  <a:lnTo>
                    <a:pt x="608457" y="509270"/>
                  </a:lnTo>
                  <a:lnTo>
                    <a:pt x="615442" y="513080"/>
                  </a:lnTo>
                  <a:lnTo>
                    <a:pt x="619760" y="515620"/>
                  </a:lnTo>
                  <a:lnTo>
                    <a:pt x="624967" y="518160"/>
                  </a:lnTo>
                  <a:lnTo>
                    <a:pt x="631190" y="520700"/>
                  </a:lnTo>
                  <a:lnTo>
                    <a:pt x="638175" y="501650"/>
                  </a:lnTo>
                  <a:lnTo>
                    <a:pt x="634365" y="500380"/>
                  </a:lnTo>
                  <a:lnTo>
                    <a:pt x="631317" y="499110"/>
                  </a:lnTo>
                  <a:lnTo>
                    <a:pt x="629285" y="497840"/>
                  </a:lnTo>
                  <a:lnTo>
                    <a:pt x="626364" y="495300"/>
                  </a:lnTo>
                  <a:lnTo>
                    <a:pt x="624459" y="494030"/>
                  </a:lnTo>
                  <a:lnTo>
                    <a:pt x="623443" y="492760"/>
                  </a:lnTo>
                  <a:lnTo>
                    <a:pt x="622427" y="490220"/>
                  </a:lnTo>
                  <a:lnTo>
                    <a:pt x="622046" y="488950"/>
                  </a:lnTo>
                  <a:lnTo>
                    <a:pt x="622173" y="486410"/>
                  </a:lnTo>
                  <a:lnTo>
                    <a:pt x="622427" y="485140"/>
                  </a:lnTo>
                  <a:lnTo>
                    <a:pt x="624205" y="481330"/>
                  </a:lnTo>
                  <a:lnTo>
                    <a:pt x="627253" y="474980"/>
                  </a:lnTo>
                  <a:lnTo>
                    <a:pt x="665734" y="408940"/>
                  </a:lnTo>
                  <a:lnTo>
                    <a:pt x="691007" y="408940"/>
                  </a:lnTo>
                  <a:lnTo>
                    <a:pt x="693928" y="403860"/>
                  </a:lnTo>
                  <a:lnTo>
                    <a:pt x="674370" y="393700"/>
                  </a:lnTo>
                  <a:lnTo>
                    <a:pt x="680835" y="382270"/>
                  </a:lnTo>
                  <a:lnTo>
                    <a:pt x="655066" y="382270"/>
                  </a:lnTo>
                  <a:lnTo>
                    <a:pt x="640842" y="373380"/>
                  </a:lnTo>
                  <a:close/>
                </a:path>
                <a:path w="1101089" h="778510">
                  <a:moveTo>
                    <a:pt x="860298" y="441960"/>
                  </a:moveTo>
                  <a:lnTo>
                    <a:pt x="847598" y="464820"/>
                  </a:lnTo>
                  <a:lnTo>
                    <a:pt x="866901" y="474980"/>
                  </a:lnTo>
                  <a:lnTo>
                    <a:pt x="879729" y="453390"/>
                  </a:lnTo>
                  <a:lnTo>
                    <a:pt x="860298" y="441960"/>
                  </a:lnTo>
                  <a:close/>
                </a:path>
                <a:path w="1101089" h="778510">
                  <a:moveTo>
                    <a:pt x="555037" y="325120"/>
                  </a:moveTo>
                  <a:lnTo>
                    <a:pt x="544145" y="325120"/>
                  </a:lnTo>
                  <a:lnTo>
                    <a:pt x="533146" y="326390"/>
                  </a:lnTo>
                  <a:lnTo>
                    <a:pt x="498105" y="347980"/>
                  </a:lnTo>
                  <a:lnTo>
                    <a:pt x="477504" y="389890"/>
                  </a:lnTo>
                  <a:lnTo>
                    <a:pt x="476279" y="403860"/>
                  </a:lnTo>
                  <a:lnTo>
                    <a:pt x="477901" y="415290"/>
                  </a:lnTo>
                  <a:lnTo>
                    <a:pt x="507873" y="453390"/>
                  </a:lnTo>
                  <a:lnTo>
                    <a:pt x="539496" y="462280"/>
                  </a:lnTo>
                  <a:lnTo>
                    <a:pt x="547689" y="462280"/>
                  </a:lnTo>
                  <a:lnTo>
                    <a:pt x="583707" y="441960"/>
                  </a:lnTo>
                  <a:lnTo>
                    <a:pt x="531860" y="441960"/>
                  </a:lnTo>
                  <a:lnTo>
                    <a:pt x="524349" y="440690"/>
                  </a:lnTo>
                  <a:lnTo>
                    <a:pt x="498471" y="403860"/>
                  </a:lnTo>
                  <a:lnTo>
                    <a:pt x="499808" y="394970"/>
                  </a:lnTo>
                  <a:lnTo>
                    <a:pt x="521874" y="356870"/>
                  </a:lnTo>
                  <a:lnTo>
                    <a:pt x="544770" y="345440"/>
                  </a:lnTo>
                  <a:lnTo>
                    <a:pt x="591431" y="345440"/>
                  </a:lnTo>
                  <a:lnTo>
                    <a:pt x="587168" y="341630"/>
                  </a:lnTo>
                  <a:lnTo>
                    <a:pt x="576453" y="334010"/>
                  </a:lnTo>
                  <a:lnTo>
                    <a:pt x="565810" y="328930"/>
                  </a:lnTo>
                  <a:lnTo>
                    <a:pt x="555037" y="325120"/>
                  </a:lnTo>
                  <a:close/>
                </a:path>
                <a:path w="1101089" h="778510">
                  <a:moveTo>
                    <a:pt x="591431" y="345440"/>
                  </a:moveTo>
                  <a:lnTo>
                    <a:pt x="552418" y="345440"/>
                  </a:lnTo>
                  <a:lnTo>
                    <a:pt x="559923" y="346710"/>
                  </a:lnTo>
                  <a:lnTo>
                    <a:pt x="567309" y="349250"/>
                  </a:lnTo>
                  <a:lnTo>
                    <a:pt x="585700" y="383540"/>
                  </a:lnTo>
                  <a:lnTo>
                    <a:pt x="584485" y="392430"/>
                  </a:lnTo>
                  <a:lnTo>
                    <a:pt x="562546" y="430530"/>
                  </a:lnTo>
                  <a:lnTo>
                    <a:pt x="539537" y="441960"/>
                  </a:lnTo>
                  <a:lnTo>
                    <a:pt x="583707" y="441960"/>
                  </a:lnTo>
                  <a:lnTo>
                    <a:pt x="603170" y="408940"/>
                  </a:lnTo>
                  <a:lnTo>
                    <a:pt x="607933" y="383540"/>
                  </a:lnTo>
                  <a:lnTo>
                    <a:pt x="606171" y="370840"/>
                  </a:lnTo>
                  <a:lnTo>
                    <a:pt x="602027" y="359410"/>
                  </a:lnTo>
                  <a:lnTo>
                    <a:pt x="595693" y="349250"/>
                  </a:lnTo>
                  <a:lnTo>
                    <a:pt x="591431" y="345440"/>
                  </a:lnTo>
                  <a:close/>
                </a:path>
                <a:path w="1101089" h="778510">
                  <a:moveTo>
                    <a:pt x="746331" y="436880"/>
                  </a:moveTo>
                  <a:lnTo>
                    <a:pt x="735367" y="436880"/>
                  </a:lnTo>
                  <a:lnTo>
                    <a:pt x="724154" y="439420"/>
                  </a:lnTo>
                  <a:lnTo>
                    <a:pt x="759640" y="439420"/>
                  </a:lnTo>
                  <a:lnTo>
                    <a:pt x="757033" y="438150"/>
                  </a:lnTo>
                  <a:lnTo>
                    <a:pt x="746331" y="436880"/>
                  </a:lnTo>
                  <a:close/>
                </a:path>
                <a:path w="1101089" h="778510">
                  <a:moveTo>
                    <a:pt x="691007" y="408940"/>
                  </a:moveTo>
                  <a:lnTo>
                    <a:pt x="665734" y="408940"/>
                  </a:lnTo>
                  <a:lnTo>
                    <a:pt x="685165" y="419100"/>
                  </a:lnTo>
                  <a:lnTo>
                    <a:pt x="691007" y="408940"/>
                  </a:lnTo>
                  <a:close/>
                </a:path>
                <a:path w="1101089" h="778510">
                  <a:moveTo>
                    <a:pt x="473456" y="276860"/>
                  </a:moveTo>
                  <a:lnTo>
                    <a:pt x="434625" y="276860"/>
                  </a:lnTo>
                  <a:lnTo>
                    <a:pt x="447294" y="281940"/>
                  </a:lnTo>
                  <a:lnTo>
                    <a:pt x="452374" y="284480"/>
                  </a:lnTo>
                  <a:lnTo>
                    <a:pt x="456311" y="288290"/>
                  </a:lnTo>
                  <a:lnTo>
                    <a:pt x="458724" y="293370"/>
                  </a:lnTo>
                  <a:lnTo>
                    <a:pt x="461264" y="297180"/>
                  </a:lnTo>
                  <a:lnTo>
                    <a:pt x="462153" y="302260"/>
                  </a:lnTo>
                  <a:lnTo>
                    <a:pt x="460629" y="312420"/>
                  </a:lnTo>
                  <a:lnTo>
                    <a:pt x="458089" y="318770"/>
                  </a:lnTo>
                  <a:lnTo>
                    <a:pt x="453517" y="326390"/>
                  </a:lnTo>
                  <a:lnTo>
                    <a:pt x="413639" y="396240"/>
                  </a:lnTo>
                  <a:lnTo>
                    <a:pt x="432943" y="406400"/>
                  </a:lnTo>
                  <a:lnTo>
                    <a:pt x="473329" y="336550"/>
                  </a:lnTo>
                  <a:lnTo>
                    <a:pt x="478536" y="327660"/>
                  </a:lnTo>
                  <a:lnTo>
                    <a:pt x="481711" y="321310"/>
                  </a:lnTo>
                  <a:lnTo>
                    <a:pt x="483108" y="317500"/>
                  </a:lnTo>
                  <a:lnTo>
                    <a:pt x="485140" y="311150"/>
                  </a:lnTo>
                  <a:lnTo>
                    <a:pt x="485902" y="304800"/>
                  </a:lnTo>
                  <a:lnTo>
                    <a:pt x="485267" y="299720"/>
                  </a:lnTo>
                  <a:lnTo>
                    <a:pt x="484759" y="293370"/>
                  </a:lnTo>
                  <a:lnTo>
                    <a:pt x="482219" y="288290"/>
                  </a:lnTo>
                  <a:lnTo>
                    <a:pt x="477901" y="281940"/>
                  </a:lnTo>
                  <a:lnTo>
                    <a:pt x="473456" y="276860"/>
                  </a:lnTo>
                  <a:close/>
                </a:path>
                <a:path w="1101089" h="778510">
                  <a:moveTo>
                    <a:pt x="697357" y="353060"/>
                  </a:moveTo>
                  <a:lnTo>
                    <a:pt x="671322" y="354330"/>
                  </a:lnTo>
                  <a:lnTo>
                    <a:pt x="655066" y="382270"/>
                  </a:lnTo>
                  <a:lnTo>
                    <a:pt x="680835" y="382270"/>
                  </a:lnTo>
                  <a:lnTo>
                    <a:pt x="697357" y="353060"/>
                  </a:lnTo>
                  <a:close/>
                </a:path>
                <a:path w="1101089" h="778510">
                  <a:moveTo>
                    <a:pt x="405638" y="238760"/>
                  </a:moveTo>
                  <a:lnTo>
                    <a:pt x="339979" y="353060"/>
                  </a:lnTo>
                  <a:lnTo>
                    <a:pt x="359410" y="364490"/>
                  </a:lnTo>
                  <a:lnTo>
                    <a:pt x="395224" y="302260"/>
                  </a:lnTo>
                  <a:lnTo>
                    <a:pt x="401579" y="292100"/>
                  </a:lnTo>
                  <a:lnTo>
                    <a:pt x="408066" y="284480"/>
                  </a:lnTo>
                  <a:lnTo>
                    <a:pt x="421386" y="276860"/>
                  </a:lnTo>
                  <a:lnTo>
                    <a:pt x="473456" y="276860"/>
                  </a:lnTo>
                  <a:lnTo>
                    <a:pt x="467868" y="271780"/>
                  </a:lnTo>
                  <a:lnTo>
                    <a:pt x="461010" y="267970"/>
                  </a:lnTo>
                  <a:lnTo>
                    <a:pt x="456257" y="265430"/>
                  </a:lnTo>
                  <a:lnTo>
                    <a:pt x="413766" y="265430"/>
                  </a:lnTo>
                  <a:lnTo>
                    <a:pt x="423037" y="248920"/>
                  </a:lnTo>
                  <a:lnTo>
                    <a:pt x="405638" y="238760"/>
                  </a:lnTo>
                  <a:close/>
                </a:path>
                <a:path w="1101089" h="778510">
                  <a:moveTo>
                    <a:pt x="437292" y="260350"/>
                  </a:moveTo>
                  <a:lnTo>
                    <a:pt x="425505" y="261620"/>
                  </a:lnTo>
                  <a:lnTo>
                    <a:pt x="413766" y="265430"/>
                  </a:lnTo>
                  <a:lnTo>
                    <a:pt x="456257" y="265430"/>
                  </a:lnTo>
                  <a:lnTo>
                    <a:pt x="449127" y="261620"/>
                  </a:lnTo>
                  <a:lnTo>
                    <a:pt x="437292" y="260350"/>
                  </a:lnTo>
                  <a:close/>
                </a:path>
              </a:pathLst>
            </a:custGeom>
            <a:solidFill>
              <a:srgbClr val="0018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728722" y="3525469"/>
            <a:ext cx="14979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184B"/>
                </a:solidFill>
                <a:latin typeface="Arial"/>
                <a:cs typeface="Arial"/>
              </a:rPr>
              <a:t>Small</a:t>
            </a:r>
            <a:r>
              <a:rPr sz="2000" spc="-20" dirty="0">
                <a:solidFill>
                  <a:srgbClr val="00184B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0184B"/>
                </a:solidFill>
                <a:latin typeface="Arial"/>
                <a:cs typeface="Arial"/>
              </a:rPr>
              <a:t>factory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866513" y="1952625"/>
            <a:ext cx="2621915" cy="3317875"/>
            <a:chOff x="4866513" y="1952625"/>
            <a:chExt cx="2621915" cy="3317875"/>
          </a:xfrm>
        </p:grpSpPr>
        <p:sp>
          <p:nvSpPr>
            <p:cNvPr id="17" name="object 17"/>
            <p:cNvSpPr/>
            <p:nvPr/>
          </p:nvSpPr>
          <p:spPr>
            <a:xfrm>
              <a:off x="4876038" y="1962150"/>
              <a:ext cx="2560955" cy="396875"/>
            </a:xfrm>
            <a:custGeom>
              <a:avLst/>
              <a:gdLst/>
              <a:ahLst/>
              <a:cxnLst/>
              <a:rect l="l" t="t" r="r" b="b"/>
              <a:pathLst>
                <a:path w="2560954" h="396875">
                  <a:moveTo>
                    <a:pt x="2560573" y="0"/>
                  </a:moveTo>
                  <a:lnTo>
                    <a:pt x="1097407" y="0"/>
                  </a:lnTo>
                  <a:lnTo>
                    <a:pt x="731520" y="396366"/>
                  </a:lnTo>
                  <a:lnTo>
                    <a:pt x="0" y="396366"/>
                  </a:lnTo>
                  <a:lnTo>
                    <a:pt x="25605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76038" y="1962150"/>
              <a:ext cx="2560955" cy="396875"/>
            </a:xfrm>
            <a:custGeom>
              <a:avLst/>
              <a:gdLst/>
              <a:ahLst/>
              <a:cxnLst/>
              <a:rect l="l" t="t" r="r" b="b"/>
              <a:pathLst>
                <a:path w="2560954" h="396875">
                  <a:moveTo>
                    <a:pt x="0" y="396366"/>
                  </a:moveTo>
                  <a:lnTo>
                    <a:pt x="731520" y="396366"/>
                  </a:lnTo>
                  <a:lnTo>
                    <a:pt x="1097407" y="0"/>
                  </a:lnTo>
                  <a:lnTo>
                    <a:pt x="2560573" y="0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06796" y="2357627"/>
              <a:ext cx="1829435" cy="398145"/>
            </a:xfrm>
            <a:custGeom>
              <a:avLst/>
              <a:gdLst/>
              <a:ahLst/>
              <a:cxnLst/>
              <a:rect l="l" t="t" r="r" b="b"/>
              <a:pathLst>
                <a:path w="1829434" h="398144">
                  <a:moveTo>
                    <a:pt x="0" y="0"/>
                  </a:moveTo>
                  <a:lnTo>
                    <a:pt x="365759" y="397891"/>
                  </a:lnTo>
                  <a:lnTo>
                    <a:pt x="1829053" y="397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606796" y="2357627"/>
              <a:ext cx="1829435" cy="398145"/>
            </a:xfrm>
            <a:custGeom>
              <a:avLst/>
              <a:gdLst/>
              <a:ahLst/>
              <a:cxnLst/>
              <a:rect l="l" t="t" r="r" b="b"/>
              <a:pathLst>
                <a:path w="1829434" h="398144">
                  <a:moveTo>
                    <a:pt x="0" y="0"/>
                  </a:moveTo>
                  <a:lnTo>
                    <a:pt x="365759" y="397891"/>
                  </a:lnTo>
                  <a:lnTo>
                    <a:pt x="1829053" y="39789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912614" y="3527297"/>
              <a:ext cx="2559050" cy="398145"/>
            </a:xfrm>
            <a:custGeom>
              <a:avLst/>
              <a:gdLst/>
              <a:ahLst/>
              <a:cxnLst/>
              <a:rect l="l" t="t" r="r" b="b"/>
              <a:pathLst>
                <a:path w="2559050" h="398145">
                  <a:moveTo>
                    <a:pt x="2559050" y="0"/>
                  </a:moveTo>
                  <a:lnTo>
                    <a:pt x="1096772" y="0"/>
                  </a:lnTo>
                  <a:lnTo>
                    <a:pt x="731138" y="397890"/>
                  </a:lnTo>
                  <a:lnTo>
                    <a:pt x="0" y="397890"/>
                  </a:lnTo>
                  <a:lnTo>
                    <a:pt x="25590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12614" y="3527297"/>
              <a:ext cx="2559050" cy="398145"/>
            </a:xfrm>
            <a:custGeom>
              <a:avLst/>
              <a:gdLst/>
              <a:ahLst/>
              <a:cxnLst/>
              <a:rect l="l" t="t" r="r" b="b"/>
              <a:pathLst>
                <a:path w="2559050" h="398145">
                  <a:moveTo>
                    <a:pt x="0" y="397890"/>
                  </a:moveTo>
                  <a:lnTo>
                    <a:pt x="731138" y="397890"/>
                  </a:lnTo>
                  <a:lnTo>
                    <a:pt x="1096772" y="0"/>
                  </a:lnTo>
                  <a:lnTo>
                    <a:pt x="2559050" y="0"/>
                  </a:lnTo>
                </a:path>
              </a:pathLst>
            </a:custGeom>
            <a:ln w="1905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655564" y="3924300"/>
              <a:ext cx="1827530" cy="398145"/>
            </a:xfrm>
            <a:custGeom>
              <a:avLst/>
              <a:gdLst/>
              <a:ahLst/>
              <a:cxnLst/>
              <a:rect l="l" t="t" r="r" b="b"/>
              <a:pathLst>
                <a:path w="1827529" h="398145">
                  <a:moveTo>
                    <a:pt x="0" y="0"/>
                  </a:moveTo>
                  <a:lnTo>
                    <a:pt x="365506" y="397891"/>
                  </a:lnTo>
                  <a:lnTo>
                    <a:pt x="1827530" y="397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655564" y="3924300"/>
              <a:ext cx="1827530" cy="398145"/>
            </a:xfrm>
            <a:custGeom>
              <a:avLst/>
              <a:gdLst/>
              <a:ahLst/>
              <a:cxnLst/>
              <a:rect l="l" t="t" r="r" b="b"/>
              <a:pathLst>
                <a:path w="1827529" h="398145">
                  <a:moveTo>
                    <a:pt x="0" y="0"/>
                  </a:moveTo>
                  <a:lnTo>
                    <a:pt x="365506" y="397891"/>
                  </a:lnTo>
                  <a:lnTo>
                    <a:pt x="1827530" y="397891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21758" y="5249417"/>
              <a:ext cx="2562225" cy="20955"/>
            </a:xfrm>
            <a:custGeom>
              <a:avLst/>
              <a:gdLst/>
              <a:ahLst/>
              <a:cxnLst/>
              <a:rect l="l" t="t" r="r" b="b"/>
              <a:pathLst>
                <a:path w="2562225" h="20954">
                  <a:moveTo>
                    <a:pt x="0" y="0"/>
                  </a:moveTo>
                  <a:lnTo>
                    <a:pt x="0" y="19049"/>
                  </a:lnTo>
                  <a:lnTo>
                    <a:pt x="2561843" y="20573"/>
                  </a:lnTo>
                  <a:lnTo>
                    <a:pt x="2561843" y="15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101334" y="1583563"/>
            <a:ext cx="11436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184B"/>
                </a:solidFill>
                <a:latin typeface="Arial"/>
                <a:cs typeface="Arial"/>
              </a:rPr>
              <a:t>High</a:t>
            </a:r>
            <a:r>
              <a:rPr sz="2000" spc="-55" dirty="0">
                <a:solidFill>
                  <a:srgbClr val="00184B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00184B"/>
                </a:solidFill>
                <a:latin typeface="Arial"/>
                <a:cs typeface="Arial"/>
              </a:rPr>
              <a:t>(0.5)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202807" y="2385822"/>
            <a:ext cx="10852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184B"/>
                </a:solidFill>
                <a:latin typeface="Arial"/>
                <a:cs typeface="Arial"/>
              </a:rPr>
              <a:t>Low</a:t>
            </a:r>
            <a:r>
              <a:rPr sz="2000" spc="-25" dirty="0">
                <a:solidFill>
                  <a:srgbClr val="00184B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0184B"/>
                </a:solidFill>
                <a:latin typeface="Arial"/>
                <a:cs typeface="Arial"/>
              </a:rPr>
              <a:t>(0.5)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16522" y="3991432"/>
            <a:ext cx="10858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184B"/>
                </a:solidFill>
                <a:latin typeface="Arial"/>
                <a:cs typeface="Arial"/>
              </a:rPr>
              <a:t>Low</a:t>
            </a:r>
            <a:r>
              <a:rPr sz="2000" spc="-25" dirty="0">
                <a:solidFill>
                  <a:srgbClr val="00184B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0184B"/>
                </a:solidFill>
                <a:latin typeface="Arial"/>
                <a:cs typeface="Arial"/>
              </a:rPr>
              <a:t>(0.5)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08319" y="3160522"/>
            <a:ext cx="11436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184B"/>
                </a:solidFill>
                <a:latin typeface="Arial"/>
                <a:cs typeface="Arial"/>
              </a:rPr>
              <a:t>High</a:t>
            </a:r>
            <a:r>
              <a:rPr sz="2000" spc="-55" dirty="0">
                <a:solidFill>
                  <a:srgbClr val="00184B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00184B"/>
                </a:solidFill>
                <a:latin typeface="Arial"/>
                <a:cs typeface="Arial"/>
              </a:rPr>
              <a:t>(0.5)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936483" y="1642998"/>
            <a:ext cx="1126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184B"/>
                </a:solidFill>
                <a:latin typeface="Arial"/>
                <a:cs typeface="Arial"/>
              </a:rPr>
              <a:t>200.000</a:t>
            </a:r>
            <a:endParaRPr sz="2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828026" y="2410459"/>
            <a:ext cx="1228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184B"/>
                </a:solidFill>
                <a:latin typeface="Arial"/>
                <a:cs typeface="Arial"/>
              </a:rPr>
              <a:t>-180.000</a:t>
            </a:r>
            <a:endParaRPr sz="2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933690" y="3192271"/>
            <a:ext cx="1126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184B"/>
                </a:solidFill>
                <a:latin typeface="Arial"/>
                <a:cs typeface="Arial"/>
              </a:rPr>
              <a:t>100.000</a:t>
            </a:r>
            <a:endParaRPr sz="2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904733" y="4003294"/>
            <a:ext cx="1059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184B"/>
                </a:solidFill>
                <a:latin typeface="Arial"/>
                <a:cs typeface="Arial"/>
              </a:rPr>
              <a:t>-20.000</a:t>
            </a:r>
            <a:endParaRPr sz="2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989823" y="4964379"/>
            <a:ext cx="1955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00184B"/>
                </a:solidFill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566284" y="4597984"/>
            <a:ext cx="1955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00184B"/>
                </a:solidFill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379467" y="3272104"/>
            <a:ext cx="9575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C00000"/>
                </a:solidFill>
                <a:latin typeface="Arial"/>
                <a:cs typeface="Arial"/>
              </a:rPr>
              <a:t>40.000</a:t>
            </a:r>
            <a:endParaRPr sz="2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42891" y="1680717"/>
            <a:ext cx="957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184B"/>
                </a:solidFill>
                <a:latin typeface="Arial"/>
                <a:cs typeface="Arial"/>
              </a:rPr>
              <a:t>10.000</a:t>
            </a:r>
            <a:endParaRPr sz="24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045716" y="3844163"/>
            <a:ext cx="2332355" cy="114300"/>
          </a:xfrm>
          <a:custGeom>
            <a:avLst/>
            <a:gdLst/>
            <a:ahLst/>
            <a:cxnLst/>
            <a:rect l="l" t="t" r="r" b="b"/>
            <a:pathLst>
              <a:path w="2332354" h="114300">
                <a:moveTo>
                  <a:pt x="2218562" y="0"/>
                </a:moveTo>
                <a:lnTo>
                  <a:pt x="2217737" y="57124"/>
                </a:lnTo>
                <a:lnTo>
                  <a:pt x="2236723" y="57404"/>
                </a:lnTo>
                <a:lnTo>
                  <a:pt x="2236470" y="76454"/>
                </a:lnTo>
                <a:lnTo>
                  <a:pt x="2217458" y="76454"/>
                </a:lnTo>
                <a:lnTo>
                  <a:pt x="2216911" y="114300"/>
                </a:lnTo>
                <a:lnTo>
                  <a:pt x="2295555" y="76454"/>
                </a:lnTo>
                <a:lnTo>
                  <a:pt x="2236470" y="76454"/>
                </a:lnTo>
                <a:lnTo>
                  <a:pt x="2217462" y="76174"/>
                </a:lnTo>
                <a:lnTo>
                  <a:pt x="2296136" y="76174"/>
                </a:lnTo>
                <a:lnTo>
                  <a:pt x="2331973" y="58928"/>
                </a:lnTo>
                <a:lnTo>
                  <a:pt x="2218562" y="0"/>
                </a:lnTo>
                <a:close/>
              </a:path>
              <a:path w="2332354" h="114300">
                <a:moveTo>
                  <a:pt x="2217737" y="57124"/>
                </a:moveTo>
                <a:lnTo>
                  <a:pt x="2217462" y="76174"/>
                </a:lnTo>
                <a:lnTo>
                  <a:pt x="2236470" y="76454"/>
                </a:lnTo>
                <a:lnTo>
                  <a:pt x="2236723" y="57404"/>
                </a:lnTo>
                <a:lnTo>
                  <a:pt x="2217737" y="57124"/>
                </a:lnTo>
                <a:close/>
              </a:path>
              <a:path w="2332354" h="114300">
                <a:moveTo>
                  <a:pt x="253" y="24511"/>
                </a:moveTo>
                <a:lnTo>
                  <a:pt x="0" y="43561"/>
                </a:lnTo>
                <a:lnTo>
                  <a:pt x="2217462" y="76174"/>
                </a:lnTo>
                <a:lnTo>
                  <a:pt x="2217737" y="57124"/>
                </a:lnTo>
                <a:lnTo>
                  <a:pt x="253" y="245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9944734" y="6463101"/>
            <a:ext cx="1299210" cy="1924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1200" b="1" spc="-85" dirty="0">
                <a:solidFill>
                  <a:srgbClr val="FFFFFF"/>
                </a:solidFill>
                <a:latin typeface="Trebuchet MS"/>
                <a:cs typeface="Trebuchet MS"/>
              </a:rPr>
              <a:t>Jens</a:t>
            </a:r>
            <a:r>
              <a:rPr sz="1200" b="1" spc="-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200" b="1" spc="5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200" b="1" spc="8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te</a:t>
            </a:r>
            <a:r>
              <a:rPr sz="1200" b="1" spc="4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200" b="1" spc="6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6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200" b="1" spc="5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200" b="1" spc="-1038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800" spc="89" baseline="4629" dirty="0">
                <a:solidFill>
                  <a:srgbClr val="585858"/>
                </a:solidFill>
                <a:latin typeface="Trebuchet MS"/>
                <a:cs typeface="Trebuchet MS"/>
              </a:rPr>
              <a:t>34</a:t>
            </a:r>
            <a:endParaRPr sz="1800" baseline="4629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599166" y="6416476"/>
            <a:ext cx="2540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5"/>
              </a:lnSpc>
            </a:pPr>
            <a:r>
              <a:rPr sz="1800" spc="-25" dirty="0">
                <a:solidFill>
                  <a:srgbClr val="FFFFFF"/>
                </a:solidFill>
                <a:latin typeface="Trebuchet MS"/>
                <a:cs typeface="Trebuchet MS"/>
              </a:rPr>
              <a:t>32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EDBE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439" y="6286500"/>
            <a:ext cx="1565160" cy="57283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8019" y="6388608"/>
            <a:ext cx="1363979" cy="46939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24790" y="0"/>
            <a:ext cx="11909425" cy="6683375"/>
            <a:chOff x="224790" y="0"/>
            <a:chExt cx="11909425" cy="668337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51135" y="0"/>
              <a:ext cx="2282698" cy="4206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3840" y="220979"/>
              <a:ext cx="11750675" cy="646226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34315" y="211454"/>
              <a:ext cx="11724005" cy="6435725"/>
            </a:xfrm>
            <a:custGeom>
              <a:avLst/>
              <a:gdLst/>
              <a:ahLst/>
              <a:cxnLst/>
              <a:rect l="l" t="t" r="r" b="b"/>
              <a:pathLst>
                <a:path w="11724005" h="6435725">
                  <a:moveTo>
                    <a:pt x="94018" y="0"/>
                  </a:moveTo>
                  <a:lnTo>
                    <a:pt x="11629643" y="0"/>
                  </a:lnTo>
                  <a:lnTo>
                    <a:pt x="11648186" y="1777"/>
                  </a:lnTo>
                  <a:lnTo>
                    <a:pt x="11695938" y="27813"/>
                  </a:lnTo>
                  <a:lnTo>
                    <a:pt x="11721973" y="75438"/>
                  </a:lnTo>
                  <a:lnTo>
                    <a:pt x="11723624" y="93979"/>
                  </a:lnTo>
                  <a:lnTo>
                    <a:pt x="11723624" y="6341706"/>
                  </a:lnTo>
                  <a:lnTo>
                    <a:pt x="11707367" y="6393916"/>
                  </a:lnTo>
                  <a:lnTo>
                    <a:pt x="11665966" y="6427851"/>
                  </a:lnTo>
                  <a:lnTo>
                    <a:pt x="11629643" y="6435331"/>
                  </a:lnTo>
                  <a:lnTo>
                    <a:pt x="94018" y="6435331"/>
                  </a:lnTo>
                  <a:lnTo>
                    <a:pt x="41452" y="6419037"/>
                  </a:lnTo>
                  <a:lnTo>
                    <a:pt x="7492" y="6378028"/>
                  </a:lnTo>
                  <a:lnTo>
                    <a:pt x="0" y="6341706"/>
                  </a:lnTo>
                  <a:lnTo>
                    <a:pt x="0" y="93979"/>
                  </a:lnTo>
                  <a:lnTo>
                    <a:pt x="16294" y="41401"/>
                  </a:lnTo>
                  <a:lnTo>
                    <a:pt x="57746" y="7493"/>
                  </a:lnTo>
                  <a:lnTo>
                    <a:pt x="94018" y="0"/>
                  </a:lnTo>
                  <a:close/>
                </a:path>
              </a:pathLst>
            </a:custGeom>
            <a:ln w="19050">
              <a:solidFill>
                <a:srgbClr val="093B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05100" y="2353055"/>
              <a:ext cx="6781800" cy="2152015"/>
            </a:xfrm>
            <a:custGeom>
              <a:avLst/>
              <a:gdLst/>
              <a:ahLst/>
              <a:cxnLst/>
              <a:rect l="l" t="t" r="r" b="b"/>
              <a:pathLst>
                <a:path w="6781800" h="2152015">
                  <a:moveTo>
                    <a:pt x="6423152" y="0"/>
                  </a:moveTo>
                  <a:lnTo>
                    <a:pt x="358648" y="0"/>
                  </a:lnTo>
                  <a:lnTo>
                    <a:pt x="309972" y="3273"/>
                  </a:lnTo>
                  <a:lnTo>
                    <a:pt x="263289" y="12808"/>
                  </a:lnTo>
                  <a:lnTo>
                    <a:pt x="219027" y="28178"/>
                  </a:lnTo>
                  <a:lnTo>
                    <a:pt x="177611" y="48956"/>
                  </a:lnTo>
                  <a:lnTo>
                    <a:pt x="139470" y="74715"/>
                  </a:lnTo>
                  <a:lnTo>
                    <a:pt x="105028" y="105029"/>
                  </a:lnTo>
                  <a:lnTo>
                    <a:pt x="74715" y="139470"/>
                  </a:lnTo>
                  <a:lnTo>
                    <a:pt x="48956" y="177611"/>
                  </a:lnTo>
                  <a:lnTo>
                    <a:pt x="28178" y="219027"/>
                  </a:lnTo>
                  <a:lnTo>
                    <a:pt x="12808" y="263289"/>
                  </a:lnTo>
                  <a:lnTo>
                    <a:pt x="3273" y="309972"/>
                  </a:lnTo>
                  <a:lnTo>
                    <a:pt x="0" y="358648"/>
                  </a:lnTo>
                  <a:lnTo>
                    <a:pt x="0" y="1793240"/>
                  </a:lnTo>
                  <a:lnTo>
                    <a:pt x="3273" y="1841915"/>
                  </a:lnTo>
                  <a:lnTo>
                    <a:pt x="12808" y="1888598"/>
                  </a:lnTo>
                  <a:lnTo>
                    <a:pt x="28178" y="1932860"/>
                  </a:lnTo>
                  <a:lnTo>
                    <a:pt x="48956" y="1974276"/>
                  </a:lnTo>
                  <a:lnTo>
                    <a:pt x="74715" y="2012417"/>
                  </a:lnTo>
                  <a:lnTo>
                    <a:pt x="105028" y="2046859"/>
                  </a:lnTo>
                  <a:lnTo>
                    <a:pt x="139470" y="2077172"/>
                  </a:lnTo>
                  <a:lnTo>
                    <a:pt x="177611" y="2102931"/>
                  </a:lnTo>
                  <a:lnTo>
                    <a:pt x="219027" y="2123709"/>
                  </a:lnTo>
                  <a:lnTo>
                    <a:pt x="263289" y="2139079"/>
                  </a:lnTo>
                  <a:lnTo>
                    <a:pt x="309972" y="2148614"/>
                  </a:lnTo>
                  <a:lnTo>
                    <a:pt x="358648" y="2151888"/>
                  </a:lnTo>
                  <a:lnTo>
                    <a:pt x="6423152" y="2151888"/>
                  </a:lnTo>
                  <a:lnTo>
                    <a:pt x="6471827" y="2148614"/>
                  </a:lnTo>
                  <a:lnTo>
                    <a:pt x="6518510" y="2139079"/>
                  </a:lnTo>
                  <a:lnTo>
                    <a:pt x="6562772" y="2123709"/>
                  </a:lnTo>
                  <a:lnTo>
                    <a:pt x="6604188" y="2102931"/>
                  </a:lnTo>
                  <a:lnTo>
                    <a:pt x="6642329" y="2077172"/>
                  </a:lnTo>
                  <a:lnTo>
                    <a:pt x="6676770" y="2046859"/>
                  </a:lnTo>
                  <a:lnTo>
                    <a:pt x="6707084" y="2012417"/>
                  </a:lnTo>
                  <a:lnTo>
                    <a:pt x="6732843" y="1974276"/>
                  </a:lnTo>
                  <a:lnTo>
                    <a:pt x="6753621" y="1932860"/>
                  </a:lnTo>
                  <a:lnTo>
                    <a:pt x="6768991" y="1888598"/>
                  </a:lnTo>
                  <a:lnTo>
                    <a:pt x="6778526" y="1841915"/>
                  </a:lnTo>
                  <a:lnTo>
                    <a:pt x="6781800" y="1793240"/>
                  </a:lnTo>
                  <a:lnTo>
                    <a:pt x="6781800" y="358648"/>
                  </a:lnTo>
                  <a:lnTo>
                    <a:pt x="6778526" y="309972"/>
                  </a:lnTo>
                  <a:lnTo>
                    <a:pt x="6768991" y="263289"/>
                  </a:lnTo>
                  <a:lnTo>
                    <a:pt x="6753621" y="219027"/>
                  </a:lnTo>
                  <a:lnTo>
                    <a:pt x="6732843" y="177611"/>
                  </a:lnTo>
                  <a:lnTo>
                    <a:pt x="6707084" y="139470"/>
                  </a:lnTo>
                  <a:lnTo>
                    <a:pt x="6676771" y="105028"/>
                  </a:lnTo>
                  <a:lnTo>
                    <a:pt x="6642329" y="74715"/>
                  </a:lnTo>
                  <a:lnTo>
                    <a:pt x="6604188" y="48956"/>
                  </a:lnTo>
                  <a:lnTo>
                    <a:pt x="6562772" y="28178"/>
                  </a:lnTo>
                  <a:lnTo>
                    <a:pt x="6518510" y="12808"/>
                  </a:lnTo>
                  <a:lnTo>
                    <a:pt x="6471827" y="3273"/>
                  </a:lnTo>
                  <a:lnTo>
                    <a:pt x="6423152" y="0"/>
                  </a:lnTo>
                  <a:close/>
                </a:path>
              </a:pathLst>
            </a:custGeom>
            <a:solidFill>
              <a:srgbClr val="3493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03575" y="2360167"/>
              <a:ext cx="6784975" cy="2146300"/>
            </a:xfrm>
            <a:custGeom>
              <a:avLst/>
              <a:gdLst/>
              <a:ahLst/>
              <a:cxnLst/>
              <a:rect l="l" t="t" r="r" b="b"/>
              <a:pathLst>
                <a:path w="6784975" h="2146300">
                  <a:moveTo>
                    <a:pt x="6532753" y="2133599"/>
                  </a:moveTo>
                  <a:lnTo>
                    <a:pt x="252222" y="2133599"/>
                  </a:lnTo>
                  <a:lnTo>
                    <a:pt x="269113" y="2146299"/>
                  </a:lnTo>
                  <a:lnTo>
                    <a:pt x="6515608" y="2146299"/>
                  </a:lnTo>
                  <a:lnTo>
                    <a:pt x="6532753" y="2133599"/>
                  </a:lnTo>
                  <a:close/>
                </a:path>
                <a:path w="6784975" h="2146300">
                  <a:moveTo>
                    <a:pt x="255778" y="2120899"/>
                  </a:moveTo>
                  <a:lnTo>
                    <a:pt x="219201" y="2120899"/>
                  </a:lnTo>
                  <a:lnTo>
                    <a:pt x="235457" y="2133599"/>
                  </a:lnTo>
                  <a:lnTo>
                    <a:pt x="272034" y="2133599"/>
                  </a:lnTo>
                  <a:lnTo>
                    <a:pt x="255778" y="2120899"/>
                  </a:lnTo>
                  <a:close/>
                </a:path>
                <a:path w="6784975" h="2146300">
                  <a:moveTo>
                    <a:pt x="6565646" y="2120899"/>
                  </a:moveTo>
                  <a:lnTo>
                    <a:pt x="6528689" y="2120899"/>
                  </a:lnTo>
                  <a:lnTo>
                    <a:pt x="6512179" y="2133599"/>
                  </a:lnTo>
                  <a:lnTo>
                    <a:pt x="6549390" y="2133599"/>
                  </a:lnTo>
                  <a:lnTo>
                    <a:pt x="6565646" y="2120899"/>
                  </a:lnTo>
                  <a:close/>
                </a:path>
                <a:path w="6784975" h="2146300">
                  <a:moveTo>
                    <a:pt x="193675" y="2095499"/>
                  </a:moveTo>
                  <a:lnTo>
                    <a:pt x="172719" y="2095499"/>
                  </a:lnTo>
                  <a:lnTo>
                    <a:pt x="187832" y="2108199"/>
                  </a:lnTo>
                  <a:lnTo>
                    <a:pt x="203200" y="2120899"/>
                  </a:lnTo>
                  <a:lnTo>
                    <a:pt x="239522" y="2120899"/>
                  </a:lnTo>
                  <a:lnTo>
                    <a:pt x="223774" y="2108199"/>
                  </a:lnTo>
                  <a:lnTo>
                    <a:pt x="208534" y="2108199"/>
                  </a:lnTo>
                  <a:lnTo>
                    <a:pt x="193675" y="2095499"/>
                  </a:lnTo>
                  <a:close/>
                </a:path>
                <a:path w="6784975" h="2146300">
                  <a:moveTo>
                    <a:pt x="6612001" y="2095499"/>
                  </a:moveTo>
                  <a:lnTo>
                    <a:pt x="6590792" y="2095499"/>
                  </a:lnTo>
                  <a:lnTo>
                    <a:pt x="6575806" y="2108199"/>
                  </a:lnTo>
                  <a:lnTo>
                    <a:pt x="6560439" y="2108199"/>
                  </a:lnTo>
                  <a:lnTo>
                    <a:pt x="6544818" y="2120899"/>
                  </a:lnTo>
                  <a:lnTo>
                    <a:pt x="6581521" y="2120899"/>
                  </a:lnTo>
                  <a:lnTo>
                    <a:pt x="6597142" y="2108199"/>
                  </a:lnTo>
                  <a:lnTo>
                    <a:pt x="6612001" y="2095499"/>
                  </a:lnTo>
                  <a:close/>
                </a:path>
                <a:path w="6784975" h="2146300">
                  <a:moveTo>
                    <a:pt x="165607" y="63500"/>
                  </a:moveTo>
                  <a:lnTo>
                    <a:pt x="144144" y="63500"/>
                  </a:lnTo>
                  <a:lnTo>
                    <a:pt x="130556" y="76200"/>
                  </a:lnTo>
                  <a:lnTo>
                    <a:pt x="93218" y="114300"/>
                  </a:lnTo>
                  <a:lnTo>
                    <a:pt x="61341" y="152400"/>
                  </a:lnTo>
                  <a:lnTo>
                    <a:pt x="43306" y="190500"/>
                  </a:lnTo>
                  <a:lnTo>
                    <a:pt x="35432" y="203200"/>
                  </a:lnTo>
                  <a:lnTo>
                    <a:pt x="28193" y="215900"/>
                  </a:lnTo>
                  <a:lnTo>
                    <a:pt x="21843" y="228600"/>
                  </a:lnTo>
                  <a:lnTo>
                    <a:pt x="16129" y="254000"/>
                  </a:lnTo>
                  <a:lnTo>
                    <a:pt x="11303" y="266700"/>
                  </a:lnTo>
                  <a:lnTo>
                    <a:pt x="7366" y="279400"/>
                  </a:lnTo>
                  <a:lnTo>
                    <a:pt x="4063" y="304800"/>
                  </a:lnTo>
                  <a:lnTo>
                    <a:pt x="1778" y="317500"/>
                  </a:lnTo>
                  <a:lnTo>
                    <a:pt x="507" y="342900"/>
                  </a:lnTo>
                  <a:lnTo>
                    <a:pt x="0" y="355600"/>
                  </a:lnTo>
                  <a:lnTo>
                    <a:pt x="0" y="1790699"/>
                  </a:lnTo>
                  <a:lnTo>
                    <a:pt x="507" y="1816099"/>
                  </a:lnTo>
                  <a:lnTo>
                    <a:pt x="1778" y="1828799"/>
                  </a:lnTo>
                  <a:lnTo>
                    <a:pt x="4063" y="1854199"/>
                  </a:lnTo>
                  <a:lnTo>
                    <a:pt x="7238" y="1866899"/>
                  </a:lnTo>
                  <a:lnTo>
                    <a:pt x="11175" y="1879599"/>
                  </a:lnTo>
                  <a:lnTo>
                    <a:pt x="16129" y="1904999"/>
                  </a:lnTo>
                  <a:lnTo>
                    <a:pt x="21717" y="1917699"/>
                  </a:lnTo>
                  <a:lnTo>
                    <a:pt x="28193" y="1930399"/>
                  </a:lnTo>
                  <a:lnTo>
                    <a:pt x="35306" y="1943099"/>
                  </a:lnTo>
                  <a:lnTo>
                    <a:pt x="43306" y="1968499"/>
                  </a:lnTo>
                  <a:lnTo>
                    <a:pt x="71247" y="2006599"/>
                  </a:lnTo>
                  <a:lnTo>
                    <a:pt x="105156" y="2044699"/>
                  </a:lnTo>
                  <a:lnTo>
                    <a:pt x="144144" y="2082799"/>
                  </a:lnTo>
                  <a:lnTo>
                    <a:pt x="158242" y="2095499"/>
                  </a:lnTo>
                  <a:lnTo>
                    <a:pt x="179069" y="2095499"/>
                  </a:lnTo>
                  <a:lnTo>
                    <a:pt x="165100" y="2082799"/>
                  </a:lnTo>
                  <a:lnTo>
                    <a:pt x="151637" y="2070099"/>
                  </a:lnTo>
                  <a:lnTo>
                    <a:pt x="138430" y="2057399"/>
                  </a:lnTo>
                  <a:lnTo>
                    <a:pt x="125856" y="2044699"/>
                  </a:lnTo>
                  <a:lnTo>
                    <a:pt x="113918" y="2031999"/>
                  </a:lnTo>
                  <a:lnTo>
                    <a:pt x="102488" y="2031999"/>
                  </a:lnTo>
                  <a:lnTo>
                    <a:pt x="91440" y="2019299"/>
                  </a:lnTo>
                  <a:lnTo>
                    <a:pt x="81280" y="2006599"/>
                  </a:lnTo>
                  <a:lnTo>
                    <a:pt x="71628" y="1981199"/>
                  </a:lnTo>
                  <a:lnTo>
                    <a:pt x="62611" y="1968499"/>
                  </a:lnTo>
                  <a:lnTo>
                    <a:pt x="39750" y="1930399"/>
                  </a:lnTo>
                  <a:lnTo>
                    <a:pt x="28193" y="1892299"/>
                  </a:lnTo>
                  <a:lnTo>
                    <a:pt x="23494" y="1879599"/>
                  </a:lnTo>
                  <a:lnTo>
                    <a:pt x="19557" y="1866899"/>
                  </a:lnTo>
                  <a:lnTo>
                    <a:pt x="16637" y="1841499"/>
                  </a:lnTo>
                  <a:lnTo>
                    <a:pt x="14350" y="1828799"/>
                  </a:lnTo>
                  <a:lnTo>
                    <a:pt x="13081" y="1816099"/>
                  </a:lnTo>
                  <a:lnTo>
                    <a:pt x="12700" y="1790699"/>
                  </a:lnTo>
                  <a:lnTo>
                    <a:pt x="12700" y="355600"/>
                  </a:lnTo>
                  <a:lnTo>
                    <a:pt x="13207" y="342900"/>
                  </a:lnTo>
                  <a:lnTo>
                    <a:pt x="14478" y="317500"/>
                  </a:lnTo>
                  <a:lnTo>
                    <a:pt x="16637" y="304800"/>
                  </a:lnTo>
                  <a:lnTo>
                    <a:pt x="19812" y="292100"/>
                  </a:lnTo>
                  <a:lnTo>
                    <a:pt x="23749" y="266700"/>
                  </a:lnTo>
                  <a:lnTo>
                    <a:pt x="28321" y="254000"/>
                  </a:lnTo>
                  <a:lnTo>
                    <a:pt x="33781" y="241300"/>
                  </a:lnTo>
                  <a:lnTo>
                    <a:pt x="40005" y="215900"/>
                  </a:lnTo>
                  <a:lnTo>
                    <a:pt x="62992" y="177800"/>
                  </a:lnTo>
                  <a:lnTo>
                    <a:pt x="91948" y="139700"/>
                  </a:lnTo>
                  <a:lnTo>
                    <a:pt x="126365" y="101600"/>
                  </a:lnTo>
                  <a:lnTo>
                    <a:pt x="152019" y="76200"/>
                  </a:lnTo>
                  <a:lnTo>
                    <a:pt x="165607" y="63500"/>
                  </a:lnTo>
                  <a:close/>
                </a:path>
                <a:path w="6784975" h="2146300">
                  <a:moveTo>
                    <a:pt x="6640703" y="63500"/>
                  </a:moveTo>
                  <a:lnTo>
                    <a:pt x="6619748" y="63500"/>
                  </a:lnTo>
                  <a:lnTo>
                    <a:pt x="6633337" y="76200"/>
                  </a:lnTo>
                  <a:lnTo>
                    <a:pt x="6646418" y="88900"/>
                  </a:lnTo>
                  <a:lnTo>
                    <a:pt x="6682485" y="127000"/>
                  </a:lnTo>
                  <a:lnTo>
                    <a:pt x="6713220" y="165100"/>
                  </a:lnTo>
                  <a:lnTo>
                    <a:pt x="6738239" y="203200"/>
                  </a:lnTo>
                  <a:lnTo>
                    <a:pt x="6751193" y="241300"/>
                  </a:lnTo>
                  <a:lnTo>
                    <a:pt x="6756781" y="254000"/>
                  </a:lnTo>
                  <a:lnTo>
                    <a:pt x="6761226" y="266700"/>
                  </a:lnTo>
                  <a:lnTo>
                    <a:pt x="6765163" y="292100"/>
                  </a:lnTo>
                  <a:lnTo>
                    <a:pt x="6768210" y="304800"/>
                  </a:lnTo>
                  <a:lnTo>
                    <a:pt x="6770370" y="317500"/>
                  </a:lnTo>
                  <a:lnTo>
                    <a:pt x="6771767" y="342900"/>
                  </a:lnTo>
                  <a:lnTo>
                    <a:pt x="6772148" y="355600"/>
                  </a:lnTo>
                  <a:lnTo>
                    <a:pt x="6772148" y="1790699"/>
                  </a:lnTo>
                  <a:lnTo>
                    <a:pt x="6771640" y="1816099"/>
                  </a:lnTo>
                  <a:lnTo>
                    <a:pt x="6770370" y="1828799"/>
                  </a:lnTo>
                  <a:lnTo>
                    <a:pt x="6768210" y="1841499"/>
                  </a:lnTo>
                  <a:lnTo>
                    <a:pt x="6765035" y="1866899"/>
                  </a:lnTo>
                  <a:lnTo>
                    <a:pt x="6761099" y="1879599"/>
                  </a:lnTo>
                  <a:lnTo>
                    <a:pt x="6756527" y="1892299"/>
                  </a:lnTo>
                  <a:lnTo>
                    <a:pt x="6751066" y="1917699"/>
                  </a:lnTo>
                  <a:lnTo>
                    <a:pt x="6730238" y="1955799"/>
                  </a:lnTo>
                  <a:lnTo>
                    <a:pt x="6712966" y="1981199"/>
                  </a:lnTo>
                  <a:lnTo>
                    <a:pt x="6703187" y="2006599"/>
                  </a:lnTo>
                  <a:lnTo>
                    <a:pt x="6692900" y="2019299"/>
                  </a:lnTo>
                  <a:lnTo>
                    <a:pt x="6682105" y="2031999"/>
                  </a:lnTo>
                  <a:lnTo>
                    <a:pt x="6670548" y="2044699"/>
                  </a:lnTo>
                  <a:lnTo>
                    <a:pt x="6658483" y="2044699"/>
                  </a:lnTo>
                  <a:lnTo>
                    <a:pt x="6645909" y="2057399"/>
                  </a:lnTo>
                  <a:lnTo>
                    <a:pt x="6632829" y="2070099"/>
                  </a:lnTo>
                  <a:lnTo>
                    <a:pt x="6619240" y="2082799"/>
                  </a:lnTo>
                  <a:lnTo>
                    <a:pt x="6605270" y="2095499"/>
                  </a:lnTo>
                  <a:lnTo>
                    <a:pt x="6626606" y="2095499"/>
                  </a:lnTo>
                  <a:lnTo>
                    <a:pt x="6667246" y="2057399"/>
                  </a:lnTo>
                  <a:lnTo>
                    <a:pt x="6702933" y="2019299"/>
                  </a:lnTo>
                  <a:lnTo>
                    <a:pt x="6732905" y="1981199"/>
                  </a:lnTo>
                  <a:lnTo>
                    <a:pt x="6749542" y="1943099"/>
                  </a:lnTo>
                  <a:lnTo>
                    <a:pt x="6756654" y="1930399"/>
                  </a:lnTo>
                  <a:lnTo>
                    <a:pt x="6763004" y="1917699"/>
                  </a:lnTo>
                  <a:lnTo>
                    <a:pt x="6768719" y="1904999"/>
                  </a:lnTo>
                  <a:lnTo>
                    <a:pt x="6773545" y="1879599"/>
                  </a:lnTo>
                  <a:lnTo>
                    <a:pt x="6777482" y="1866899"/>
                  </a:lnTo>
                  <a:lnTo>
                    <a:pt x="6780783" y="1854199"/>
                  </a:lnTo>
                  <a:lnTo>
                    <a:pt x="6783070" y="1828799"/>
                  </a:lnTo>
                  <a:lnTo>
                    <a:pt x="6784340" y="1816099"/>
                  </a:lnTo>
                  <a:lnTo>
                    <a:pt x="6784848" y="1790699"/>
                  </a:lnTo>
                  <a:lnTo>
                    <a:pt x="6784848" y="355600"/>
                  </a:lnTo>
                  <a:lnTo>
                    <a:pt x="6784340" y="342900"/>
                  </a:lnTo>
                  <a:lnTo>
                    <a:pt x="6782943" y="317500"/>
                  </a:lnTo>
                  <a:lnTo>
                    <a:pt x="6780657" y="304800"/>
                  </a:lnTo>
                  <a:lnTo>
                    <a:pt x="6777482" y="279400"/>
                  </a:lnTo>
                  <a:lnTo>
                    <a:pt x="6773545" y="266700"/>
                  </a:lnTo>
                  <a:lnTo>
                    <a:pt x="6768719" y="254000"/>
                  </a:lnTo>
                  <a:lnTo>
                    <a:pt x="6763004" y="228600"/>
                  </a:lnTo>
                  <a:lnTo>
                    <a:pt x="6756654" y="215900"/>
                  </a:lnTo>
                  <a:lnTo>
                    <a:pt x="6749542" y="203200"/>
                  </a:lnTo>
                  <a:lnTo>
                    <a:pt x="6741541" y="190500"/>
                  </a:lnTo>
                  <a:lnTo>
                    <a:pt x="6732905" y="165100"/>
                  </a:lnTo>
                  <a:lnTo>
                    <a:pt x="6702933" y="127000"/>
                  </a:lnTo>
                  <a:lnTo>
                    <a:pt x="6667246" y="88900"/>
                  </a:lnTo>
                  <a:lnTo>
                    <a:pt x="6654292" y="76200"/>
                  </a:lnTo>
                  <a:lnTo>
                    <a:pt x="6640703" y="63500"/>
                  </a:lnTo>
                  <a:close/>
                </a:path>
                <a:path w="6784975" h="2146300">
                  <a:moveTo>
                    <a:pt x="209042" y="38100"/>
                  </a:moveTo>
                  <a:lnTo>
                    <a:pt x="187832" y="38100"/>
                  </a:lnTo>
                  <a:lnTo>
                    <a:pt x="172719" y="50800"/>
                  </a:lnTo>
                  <a:lnTo>
                    <a:pt x="158242" y="63500"/>
                  </a:lnTo>
                  <a:lnTo>
                    <a:pt x="179578" y="63500"/>
                  </a:lnTo>
                  <a:lnTo>
                    <a:pt x="194182" y="50800"/>
                  </a:lnTo>
                  <a:lnTo>
                    <a:pt x="209042" y="38100"/>
                  </a:lnTo>
                  <a:close/>
                </a:path>
                <a:path w="6784975" h="2146300">
                  <a:moveTo>
                    <a:pt x="6565773" y="25400"/>
                  </a:moveTo>
                  <a:lnTo>
                    <a:pt x="6545326" y="25400"/>
                  </a:lnTo>
                  <a:lnTo>
                    <a:pt x="6561201" y="38100"/>
                  </a:lnTo>
                  <a:lnTo>
                    <a:pt x="6576314" y="50800"/>
                  </a:lnTo>
                  <a:lnTo>
                    <a:pt x="6591300" y="50800"/>
                  </a:lnTo>
                  <a:lnTo>
                    <a:pt x="6605778" y="63500"/>
                  </a:lnTo>
                  <a:lnTo>
                    <a:pt x="6626606" y="63500"/>
                  </a:lnTo>
                  <a:lnTo>
                    <a:pt x="6612128" y="50800"/>
                  </a:lnTo>
                  <a:lnTo>
                    <a:pt x="6597142" y="38100"/>
                  </a:lnTo>
                  <a:lnTo>
                    <a:pt x="6581521" y="38100"/>
                  </a:lnTo>
                  <a:lnTo>
                    <a:pt x="6565773" y="25400"/>
                  </a:lnTo>
                  <a:close/>
                </a:path>
                <a:path w="6784975" h="2146300">
                  <a:moveTo>
                    <a:pt x="240030" y="25400"/>
                  </a:moveTo>
                  <a:lnTo>
                    <a:pt x="219201" y="25400"/>
                  </a:lnTo>
                  <a:lnTo>
                    <a:pt x="203200" y="38100"/>
                  </a:lnTo>
                  <a:lnTo>
                    <a:pt x="224409" y="38100"/>
                  </a:lnTo>
                  <a:lnTo>
                    <a:pt x="240030" y="25400"/>
                  </a:lnTo>
                  <a:close/>
                </a:path>
                <a:path w="6784975" h="2146300">
                  <a:moveTo>
                    <a:pt x="289306" y="12700"/>
                  </a:moveTo>
                  <a:lnTo>
                    <a:pt x="252094" y="12700"/>
                  </a:lnTo>
                  <a:lnTo>
                    <a:pt x="235457" y="25400"/>
                  </a:lnTo>
                  <a:lnTo>
                    <a:pt x="272669" y="25400"/>
                  </a:lnTo>
                  <a:lnTo>
                    <a:pt x="289306" y="12700"/>
                  </a:lnTo>
                  <a:close/>
                </a:path>
                <a:path w="6784975" h="2146300">
                  <a:moveTo>
                    <a:pt x="6532753" y="12700"/>
                  </a:moveTo>
                  <a:lnTo>
                    <a:pt x="6496050" y="12700"/>
                  </a:lnTo>
                  <a:lnTo>
                    <a:pt x="6512941" y="25400"/>
                  </a:lnTo>
                  <a:lnTo>
                    <a:pt x="6549390" y="25400"/>
                  </a:lnTo>
                  <a:lnTo>
                    <a:pt x="6532753" y="12700"/>
                  </a:lnTo>
                  <a:close/>
                </a:path>
                <a:path w="6784975" h="2146300">
                  <a:moveTo>
                    <a:pt x="6498335" y="0"/>
                  </a:moveTo>
                  <a:lnTo>
                    <a:pt x="286512" y="0"/>
                  </a:lnTo>
                  <a:lnTo>
                    <a:pt x="269113" y="12700"/>
                  </a:lnTo>
                  <a:lnTo>
                    <a:pt x="6515734" y="12700"/>
                  </a:lnTo>
                  <a:lnTo>
                    <a:pt x="6498335" y="0"/>
                  </a:lnTo>
                  <a:close/>
                </a:path>
              </a:pathLst>
            </a:custGeom>
            <a:solidFill>
              <a:srgbClr val="0E16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909440" y="3028010"/>
            <a:ext cx="43751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640" dirty="0">
                <a:solidFill>
                  <a:srgbClr val="FFFFFF"/>
                </a:solidFill>
                <a:latin typeface="Trebuchet MS"/>
                <a:cs typeface="Trebuchet MS"/>
              </a:rPr>
              <a:t>THANK</a:t>
            </a:r>
            <a:r>
              <a:rPr sz="4800" spc="-94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800" spc="-10" dirty="0">
                <a:solidFill>
                  <a:srgbClr val="FFFFFF"/>
                </a:solidFill>
                <a:latin typeface="Trebuchet MS"/>
                <a:cs typeface="Trebuchet MS"/>
              </a:rPr>
              <a:t>YOU!!!</a:t>
            </a:r>
            <a:endParaRPr sz="4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1060</Words>
  <Application>Microsoft Office PowerPoint</Application>
  <PresentationFormat>Widescreen</PresentationFormat>
  <Paragraphs>328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Times New Roman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DECISION</vt:lpstr>
      <vt:lpstr>THE NATURE OF MANAGERIAL DECISION MAKING</vt:lpstr>
      <vt:lpstr>THE NATURE OF MANAGERIAL DECISION MAKING</vt:lpstr>
      <vt:lpstr>THE NATURE OF MANAGERIAL DECISION MAKING</vt:lpstr>
      <vt:lpstr>THE NATURE OF MANAGERIAL DECISION MAKING</vt:lpstr>
      <vt:lpstr>DECISION-MAKING PROCESS</vt:lpstr>
      <vt:lpstr>STEP 1: IDENTIFY A PROBLEM</vt:lpstr>
      <vt:lpstr>STEP 1: IDENTIFY A PROBLEM</vt:lpstr>
      <vt:lpstr>STEP 2: IDENTIFYING DECISION CRITERIA</vt:lpstr>
      <vt:lpstr>PowerPoint Presentation</vt:lpstr>
      <vt:lpstr>STEP 3: ALLOCATE WEIGHTS TO THE CRITERIA</vt:lpstr>
      <vt:lpstr>STEP 4: DEVELOP ALTERNATIVES</vt:lpstr>
      <vt:lpstr>STEP 5: ANALYZE ALTERNATIVES</vt:lpstr>
      <vt:lpstr>STEP 6: SELECT AN ALTERNATIVE</vt:lpstr>
      <vt:lpstr>DECISION-MAKING PROCESS</vt:lpstr>
      <vt:lpstr>EXERCISE</vt:lpstr>
      <vt:lpstr>RATIONAL DECISION-MAKING</vt:lpstr>
      <vt:lpstr>STRUCTURED – UNSTRUCTURED PROBLEMS</vt:lpstr>
      <vt:lpstr>PROGRAMMED - NONPROGRAMMED DECISIONS</vt:lpstr>
      <vt:lpstr>PROGRAMMED - NONPROGRAMMED DECISIONS</vt:lpstr>
      <vt:lpstr>RELATIONSHIP OF PROBLEMS, DECISIONS, AND LEVEL</vt:lpstr>
      <vt:lpstr>PROGRAMMED VERSUS NONPROGRAMMED DECISIONS</vt:lpstr>
      <vt:lpstr>DECISION-MAKING CONDITIONS</vt:lpstr>
      <vt:lpstr>INDIVIDUAL/ GROUP DECISION-MAKING</vt:lpstr>
      <vt:lpstr>INDIVIDUAL DECISION MAKING - PROS AND CONS</vt:lpstr>
      <vt:lpstr>GROUP DECISION-MAKING</vt:lpstr>
      <vt:lpstr>TECHNIQUES OF GROUP DECISION-MAKING</vt:lpstr>
      <vt:lpstr>DECISION TREE</vt:lpstr>
      <vt:lpstr>DECISION TREE</vt:lpstr>
      <vt:lpstr>DECISION TREE</vt:lpstr>
      <vt:lpstr>DECISION TREE</vt:lpstr>
      <vt:lpstr>THANK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Tung Le</dc:creator>
  <cp:lastModifiedBy>Tung Le</cp:lastModifiedBy>
  <cp:revision>3</cp:revision>
  <dcterms:created xsi:type="dcterms:W3CDTF">2024-06-23T14:48:59Z</dcterms:created>
  <dcterms:modified xsi:type="dcterms:W3CDTF">2024-06-23T15:47:59Z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2020-10-26T00:00:00Z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2024-06-23T00:00:00Z</vt:filetime>
  </property>
  <property fmtid="{D5CDD505-2E9C-101B-9397-08002B2CF9AE}" pid="5" name="Producer">
    <vt:lpwstr>Microsoft® PowerPoint® 2016</vt:lpwstr>
  </property>
</Properties>
</file>