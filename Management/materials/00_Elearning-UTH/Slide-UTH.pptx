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330" r:id="rId2"/>
    <p:sldId id="331" r:id="rId3"/>
    <p:sldId id="332" r:id="rId4"/>
    <p:sldId id="333" r:id="rId5"/>
    <p:sldId id="334" r:id="rId6"/>
    <p:sldId id="33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48B"/>
    <a:srgbClr val="008080"/>
    <a:srgbClr val="DFE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07" autoAdjust="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986BD-EBB6-4346-92EF-FCE8341307FB}" type="datetimeFigureOut">
              <a:rPr lang="en-GB" smtClean="0"/>
              <a:t>22/08/2023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82F3C-E291-4AFE-A17A-A38275FBD6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982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65AF-7432-480B-9612-EF5D3F52AA0C}" type="datetime1">
              <a:rPr lang="en-GB" smtClean="0"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00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3034-9D35-41A4-9E94-4FBA333E95EE}" type="datetime1">
              <a:rPr lang="en-GB" smtClean="0"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42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E3FE-C736-42F7-A4F3-D2C26C11E4F2}" type="datetime1">
              <a:rPr lang="en-GB" smtClean="0"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70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EB60C-8AFE-46E6-8973-70771194545E}" type="datetime1">
              <a:rPr lang="en-GB" smtClean="0"/>
              <a:t>22/08/2023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1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5306-3F5C-4164-B1BE-AF062875C1EC}" type="datetime1">
              <a:rPr lang="en-GB" smtClean="0"/>
              <a:t>22/08/2023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57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4500A-0CA5-4733-9D06-CCAE2ED65B74}" type="datetime1">
              <a:rPr lang="en-GB" smtClean="0"/>
              <a:t>22/08/2023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9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82EB-9EB7-4454-9EDC-422D6DFF334E}" type="datetime1">
              <a:rPr lang="en-GB" smtClean="0"/>
              <a:t>22/08/2023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01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6BB7-EE7E-4CDD-B66F-6308210D855D}" type="datetime1">
              <a:rPr lang="en-GB" smtClean="0"/>
              <a:t>22/08/2023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2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8F787-E9DC-484B-8432-0A5290E98B47}" type="datetime1">
              <a:rPr lang="en-GB" smtClean="0"/>
              <a:t>22/08/2023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90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1D8B-99EC-40EA-A233-0973E00D4C15}" type="datetime1">
              <a:rPr lang="en-GB" smtClean="0"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0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149F-3BC9-4488-A0F1-D096F9FC243D}" type="datetime1">
              <a:rPr lang="en-GB" smtClean="0"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ED24A-EECF-431B-9837-DCF7CD8E0482}" type="datetime1">
              <a:rPr lang="en-GB" smtClean="0"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9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95794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</a:t>
            </a:r>
          </a:p>
          <a:p>
            <a:pPr marL="0" indent="0" algn="ctr">
              <a:buNone/>
            </a:pPr>
            <a:r>
              <a:rPr lang="en-GB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THẨM ĐỊNH NGHIỆM THU GIÁO TRÌNH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1</a:t>
            </a:fld>
            <a:endParaRPr lang="en-GB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28457" y="365126"/>
            <a:ext cx="6825343" cy="912132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GIAO THÔNG VẬN TẢI </a:t>
            </a:r>
            <a:b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PHỐ HỒ CHÍ MINH</a:t>
            </a:r>
            <a:endParaRPr lang="en-GB" sz="2400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56156" y="2786743"/>
            <a:ext cx="10922877" cy="7982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GIÁO TRÌNH…..</a:t>
            </a:r>
          </a:p>
          <a:p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56156" y="3686629"/>
            <a:ext cx="10922877" cy="1204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TS. NGUYỄN VĂN A</a:t>
            </a:r>
          </a:p>
          <a:p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TS. </a:t>
            </a:r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GB" sz="3000" b="1" dirty="0">
                <a:solidFill>
                  <a:srgbClr val="158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B…..</a:t>
            </a:r>
          </a:p>
          <a:p>
            <a:endParaRPr lang="en-US" sz="3000" b="1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20…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4058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chương</a:t>
            </a:r>
            <a:endParaRPr lang="vi-V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059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vi-V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23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1</a:t>
            </a:r>
            <a:endParaRPr lang="vi-V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1.1 …………………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1.1.1 …………..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1.1.2………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1.2 ………..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họa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)”</a:t>
            </a:r>
            <a:endParaRPr lang="vi-V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85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73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50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39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2512</TotalTime>
  <Words>84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TRƯỜNG ĐẠI HỌC GIAO THÔNG VẬN TẢI  THÀNH PHỐ HỒ CHÍ MINH</vt:lpstr>
      <vt:lpstr>Nội dung các chương</vt:lpstr>
      <vt:lpstr>Chương 1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GIAO THÔNG VẬN TẢI THÀNH PHỐ HỒ CHÍ MINH HỘI NGHỊ CÁN BỘ, CÔNG CHỨC, VIÊN CHỨC</dc:title>
  <dc:creator>Khoan Nguyen</dc:creator>
  <cp:lastModifiedBy>Bùi Dương Thế</cp:lastModifiedBy>
  <cp:revision>202</cp:revision>
  <dcterms:created xsi:type="dcterms:W3CDTF">2021-11-26T15:20:10Z</dcterms:created>
  <dcterms:modified xsi:type="dcterms:W3CDTF">2023-08-22T02:39:13Z</dcterms:modified>
</cp:coreProperties>
</file>