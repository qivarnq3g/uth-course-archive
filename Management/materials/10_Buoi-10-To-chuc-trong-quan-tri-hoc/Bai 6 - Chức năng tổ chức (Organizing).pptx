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1" d="100"/>
          <a:sy n="121" d="100"/>
        </p:scale>
        <p:origin x="156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rgbClr val="093B7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093B7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5A6C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35"/>
              </a:lnSpc>
            </a:pPr>
            <a:r>
              <a:rPr spc="-55" dirty="0"/>
              <a:t>Lesson</a:t>
            </a:r>
            <a:r>
              <a:rPr spc="-80" dirty="0"/>
              <a:t> </a:t>
            </a:r>
            <a:r>
              <a:rPr dirty="0"/>
              <a:t>5</a:t>
            </a:r>
            <a:r>
              <a:rPr spc="-90" dirty="0"/>
              <a:t> </a:t>
            </a:r>
            <a:r>
              <a:rPr dirty="0"/>
              <a:t>-</a:t>
            </a:r>
            <a:r>
              <a:rPr spc="-65" dirty="0"/>
              <a:t> </a:t>
            </a:r>
            <a:r>
              <a:rPr spc="-30" dirty="0"/>
              <a:t>By</a:t>
            </a:r>
            <a:r>
              <a:rPr spc="-75" dirty="0"/>
              <a:t> </a:t>
            </a:r>
            <a:r>
              <a:rPr spc="80" dirty="0"/>
              <a:t>LHK</a:t>
            </a:r>
            <a:r>
              <a:rPr spc="-75" dirty="0"/>
              <a:t> </a:t>
            </a:r>
            <a:r>
              <a:rPr spc="-60" dirty="0"/>
              <a:t>Giang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ts val="213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rgbClr val="093B7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093B7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5A6C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35"/>
              </a:lnSpc>
            </a:pPr>
            <a:r>
              <a:rPr spc="-55" dirty="0"/>
              <a:t>Lesson</a:t>
            </a:r>
            <a:r>
              <a:rPr spc="-80" dirty="0"/>
              <a:t> </a:t>
            </a:r>
            <a:r>
              <a:rPr dirty="0"/>
              <a:t>5</a:t>
            </a:r>
            <a:r>
              <a:rPr spc="-90" dirty="0"/>
              <a:t> </a:t>
            </a:r>
            <a:r>
              <a:rPr dirty="0"/>
              <a:t>-</a:t>
            </a:r>
            <a:r>
              <a:rPr spc="-65" dirty="0"/>
              <a:t> </a:t>
            </a:r>
            <a:r>
              <a:rPr spc="-30" dirty="0"/>
              <a:t>By</a:t>
            </a:r>
            <a:r>
              <a:rPr spc="-75" dirty="0"/>
              <a:t> </a:t>
            </a:r>
            <a:r>
              <a:rPr spc="80" dirty="0"/>
              <a:t>LHK</a:t>
            </a:r>
            <a:r>
              <a:rPr spc="-75" dirty="0"/>
              <a:t> </a:t>
            </a:r>
            <a:r>
              <a:rPr spc="-60" dirty="0"/>
              <a:t>Giang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ts val="213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rgbClr val="093B7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5A6C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35"/>
              </a:lnSpc>
            </a:pPr>
            <a:r>
              <a:rPr spc="-55" dirty="0"/>
              <a:t>Lesson</a:t>
            </a:r>
            <a:r>
              <a:rPr spc="-80" dirty="0"/>
              <a:t> </a:t>
            </a:r>
            <a:r>
              <a:rPr dirty="0"/>
              <a:t>5</a:t>
            </a:r>
            <a:r>
              <a:rPr spc="-90" dirty="0"/>
              <a:t> </a:t>
            </a:r>
            <a:r>
              <a:rPr dirty="0"/>
              <a:t>-</a:t>
            </a:r>
            <a:r>
              <a:rPr spc="-65" dirty="0"/>
              <a:t> </a:t>
            </a:r>
            <a:r>
              <a:rPr spc="-30" dirty="0"/>
              <a:t>By</a:t>
            </a:r>
            <a:r>
              <a:rPr spc="-75" dirty="0"/>
              <a:t> </a:t>
            </a:r>
            <a:r>
              <a:rPr spc="80" dirty="0"/>
              <a:t>LHK</a:t>
            </a:r>
            <a:r>
              <a:rPr spc="-75" dirty="0"/>
              <a:t> </a:t>
            </a:r>
            <a:r>
              <a:rPr spc="-60" dirty="0"/>
              <a:t>Giang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ts val="213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CEDB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885825" cy="6858000"/>
          </a:xfrm>
          <a:custGeom>
            <a:avLst/>
            <a:gdLst/>
            <a:ahLst/>
            <a:cxnLst/>
            <a:rect l="l" t="t" r="r" b="b"/>
            <a:pathLst>
              <a:path w="885825" h="6858000">
                <a:moveTo>
                  <a:pt x="709307" y="0"/>
                </a:moveTo>
                <a:lnTo>
                  <a:pt x="0" y="0"/>
                </a:lnTo>
                <a:lnTo>
                  <a:pt x="0" y="6857999"/>
                </a:lnTo>
                <a:lnTo>
                  <a:pt x="709307" y="6857999"/>
                </a:lnTo>
                <a:lnTo>
                  <a:pt x="710895" y="6789736"/>
                </a:lnTo>
                <a:lnTo>
                  <a:pt x="718832" y="6729412"/>
                </a:lnTo>
                <a:lnTo>
                  <a:pt x="729932" y="6677025"/>
                </a:lnTo>
                <a:lnTo>
                  <a:pt x="744220" y="6630987"/>
                </a:lnTo>
                <a:lnTo>
                  <a:pt x="760082" y="6589712"/>
                </a:lnTo>
                <a:lnTo>
                  <a:pt x="779132" y="6553200"/>
                </a:lnTo>
                <a:lnTo>
                  <a:pt x="817206" y="6477000"/>
                </a:lnTo>
                <a:lnTo>
                  <a:pt x="833081" y="6440487"/>
                </a:lnTo>
                <a:lnTo>
                  <a:pt x="848944" y="6399212"/>
                </a:lnTo>
                <a:lnTo>
                  <a:pt x="864819" y="6353175"/>
                </a:lnTo>
                <a:lnTo>
                  <a:pt x="875919" y="6300787"/>
                </a:lnTo>
                <a:lnTo>
                  <a:pt x="882269" y="6240462"/>
                </a:lnTo>
                <a:lnTo>
                  <a:pt x="885444" y="6172200"/>
                </a:lnTo>
                <a:lnTo>
                  <a:pt x="882269" y="6103937"/>
                </a:lnTo>
                <a:lnTo>
                  <a:pt x="875919" y="6043612"/>
                </a:lnTo>
                <a:lnTo>
                  <a:pt x="864819" y="5991225"/>
                </a:lnTo>
                <a:lnTo>
                  <a:pt x="848944" y="5945187"/>
                </a:lnTo>
                <a:lnTo>
                  <a:pt x="833081" y="5903912"/>
                </a:lnTo>
                <a:lnTo>
                  <a:pt x="817206" y="5867400"/>
                </a:lnTo>
                <a:lnTo>
                  <a:pt x="779132" y="5791200"/>
                </a:lnTo>
                <a:lnTo>
                  <a:pt x="760082" y="5754687"/>
                </a:lnTo>
                <a:lnTo>
                  <a:pt x="744220" y="5713412"/>
                </a:lnTo>
                <a:lnTo>
                  <a:pt x="729932" y="5667375"/>
                </a:lnTo>
                <a:lnTo>
                  <a:pt x="718832" y="5614987"/>
                </a:lnTo>
                <a:lnTo>
                  <a:pt x="710895" y="5554599"/>
                </a:lnTo>
                <a:lnTo>
                  <a:pt x="709307" y="5486400"/>
                </a:lnTo>
                <a:lnTo>
                  <a:pt x="710895" y="5418074"/>
                </a:lnTo>
                <a:lnTo>
                  <a:pt x="718832" y="5357749"/>
                </a:lnTo>
                <a:lnTo>
                  <a:pt x="729932" y="5305425"/>
                </a:lnTo>
                <a:lnTo>
                  <a:pt x="744220" y="5259324"/>
                </a:lnTo>
                <a:lnTo>
                  <a:pt x="760082" y="5218049"/>
                </a:lnTo>
                <a:lnTo>
                  <a:pt x="779132" y="5181600"/>
                </a:lnTo>
                <a:lnTo>
                  <a:pt x="817206" y="5105400"/>
                </a:lnTo>
                <a:lnTo>
                  <a:pt x="833081" y="5068824"/>
                </a:lnTo>
                <a:lnTo>
                  <a:pt x="848944" y="5027549"/>
                </a:lnTo>
                <a:lnTo>
                  <a:pt x="864819" y="4981575"/>
                </a:lnTo>
                <a:lnTo>
                  <a:pt x="875919" y="4929124"/>
                </a:lnTo>
                <a:lnTo>
                  <a:pt x="882269" y="4868799"/>
                </a:lnTo>
                <a:lnTo>
                  <a:pt x="885444" y="4800600"/>
                </a:lnTo>
                <a:lnTo>
                  <a:pt x="882269" y="4732274"/>
                </a:lnTo>
                <a:lnTo>
                  <a:pt x="875919" y="4671949"/>
                </a:lnTo>
                <a:lnTo>
                  <a:pt x="864819" y="4619625"/>
                </a:lnTo>
                <a:lnTo>
                  <a:pt x="848944" y="4573524"/>
                </a:lnTo>
                <a:lnTo>
                  <a:pt x="833081" y="4532249"/>
                </a:lnTo>
                <a:lnTo>
                  <a:pt x="817206" y="4495800"/>
                </a:lnTo>
                <a:lnTo>
                  <a:pt x="779132" y="4419600"/>
                </a:lnTo>
                <a:lnTo>
                  <a:pt x="760082" y="4383024"/>
                </a:lnTo>
                <a:lnTo>
                  <a:pt x="744220" y="4341749"/>
                </a:lnTo>
                <a:lnTo>
                  <a:pt x="729932" y="4295775"/>
                </a:lnTo>
                <a:lnTo>
                  <a:pt x="718832" y="4243324"/>
                </a:lnTo>
                <a:lnTo>
                  <a:pt x="710895" y="4182999"/>
                </a:lnTo>
                <a:lnTo>
                  <a:pt x="709307" y="4114800"/>
                </a:lnTo>
                <a:lnTo>
                  <a:pt x="710895" y="4046474"/>
                </a:lnTo>
                <a:lnTo>
                  <a:pt x="718832" y="3986149"/>
                </a:lnTo>
                <a:lnTo>
                  <a:pt x="729932" y="3933825"/>
                </a:lnTo>
                <a:lnTo>
                  <a:pt x="744220" y="3887724"/>
                </a:lnTo>
                <a:lnTo>
                  <a:pt x="760082" y="3846449"/>
                </a:lnTo>
                <a:lnTo>
                  <a:pt x="779132" y="3810000"/>
                </a:lnTo>
                <a:lnTo>
                  <a:pt x="817206" y="3733800"/>
                </a:lnTo>
                <a:lnTo>
                  <a:pt x="833081" y="3697224"/>
                </a:lnTo>
                <a:lnTo>
                  <a:pt x="848944" y="3655949"/>
                </a:lnTo>
                <a:lnTo>
                  <a:pt x="864819" y="3609975"/>
                </a:lnTo>
                <a:lnTo>
                  <a:pt x="875919" y="3557524"/>
                </a:lnTo>
                <a:lnTo>
                  <a:pt x="882269" y="3497199"/>
                </a:lnTo>
                <a:lnTo>
                  <a:pt x="885444" y="3427349"/>
                </a:lnTo>
                <a:lnTo>
                  <a:pt x="882269" y="3360674"/>
                </a:lnTo>
                <a:lnTo>
                  <a:pt x="875919" y="3300349"/>
                </a:lnTo>
                <a:lnTo>
                  <a:pt x="864819" y="3248025"/>
                </a:lnTo>
                <a:lnTo>
                  <a:pt x="848944" y="3201924"/>
                </a:lnTo>
                <a:lnTo>
                  <a:pt x="833081" y="3160649"/>
                </a:lnTo>
                <a:lnTo>
                  <a:pt x="817206" y="3124200"/>
                </a:lnTo>
                <a:lnTo>
                  <a:pt x="779132" y="3048000"/>
                </a:lnTo>
                <a:lnTo>
                  <a:pt x="760082" y="3011424"/>
                </a:lnTo>
                <a:lnTo>
                  <a:pt x="744220" y="2970149"/>
                </a:lnTo>
                <a:lnTo>
                  <a:pt x="729932" y="2924175"/>
                </a:lnTo>
                <a:lnTo>
                  <a:pt x="718832" y="2871724"/>
                </a:lnTo>
                <a:lnTo>
                  <a:pt x="710895" y="2811399"/>
                </a:lnTo>
                <a:lnTo>
                  <a:pt x="709307" y="2743200"/>
                </a:lnTo>
                <a:lnTo>
                  <a:pt x="710895" y="2674874"/>
                </a:lnTo>
                <a:lnTo>
                  <a:pt x="718832" y="2614549"/>
                </a:lnTo>
                <a:lnTo>
                  <a:pt x="729932" y="2562225"/>
                </a:lnTo>
                <a:lnTo>
                  <a:pt x="744220" y="2516124"/>
                </a:lnTo>
                <a:lnTo>
                  <a:pt x="760082" y="2474849"/>
                </a:lnTo>
                <a:lnTo>
                  <a:pt x="779132" y="2438400"/>
                </a:lnTo>
                <a:lnTo>
                  <a:pt x="817206" y="2362200"/>
                </a:lnTo>
                <a:lnTo>
                  <a:pt x="833081" y="2325624"/>
                </a:lnTo>
                <a:lnTo>
                  <a:pt x="848944" y="2284349"/>
                </a:lnTo>
                <a:lnTo>
                  <a:pt x="864819" y="2238375"/>
                </a:lnTo>
                <a:lnTo>
                  <a:pt x="875919" y="2185924"/>
                </a:lnTo>
                <a:lnTo>
                  <a:pt x="882269" y="2125599"/>
                </a:lnTo>
                <a:lnTo>
                  <a:pt x="885444" y="2057400"/>
                </a:lnTo>
                <a:lnTo>
                  <a:pt x="882269" y="1989074"/>
                </a:lnTo>
                <a:lnTo>
                  <a:pt x="875919" y="1928749"/>
                </a:lnTo>
                <a:lnTo>
                  <a:pt x="864819" y="1876425"/>
                </a:lnTo>
                <a:lnTo>
                  <a:pt x="848944" y="1830324"/>
                </a:lnTo>
                <a:lnTo>
                  <a:pt x="833081" y="1789049"/>
                </a:lnTo>
                <a:lnTo>
                  <a:pt x="817206" y="1752600"/>
                </a:lnTo>
                <a:lnTo>
                  <a:pt x="779132" y="1676400"/>
                </a:lnTo>
                <a:lnTo>
                  <a:pt x="760082" y="1639824"/>
                </a:lnTo>
                <a:lnTo>
                  <a:pt x="744220" y="1598549"/>
                </a:lnTo>
                <a:lnTo>
                  <a:pt x="729932" y="1552575"/>
                </a:lnTo>
                <a:lnTo>
                  <a:pt x="718832" y="1500124"/>
                </a:lnTo>
                <a:lnTo>
                  <a:pt x="710895" y="1439799"/>
                </a:lnTo>
                <a:lnTo>
                  <a:pt x="709307" y="1371600"/>
                </a:lnTo>
                <a:lnTo>
                  <a:pt x="710895" y="1303274"/>
                </a:lnTo>
                <a:lnTo>
                  <a:pt x="718832" y="1242949"/>
                </a:lnTo>
                <a:lnTo>
                  <a:pt x="729932" y="1190625"/>
                </a:lnTo>
                <a:lnTo>
                  <a:pt x="744220" y="1144524"/>
                </a:lnTo>
                <a:lnTo>
                  <a:pt x="760082" y="1103249"/>
                </a:lnTo>
                <a:lnTo>
                  <a:pt x="779132" y="1066800"/>
                </a:lnTo>
                <a:lnTo>
                  <a:pt x="817206" y="990600"/>
                </a:lnTo>
                <a:lnTo>
                  <a:pt x="833081" y="954024"/>
                </a:lnTo>
                <a:lnTo>
                  <a:pt x="848944" y="912749"/>
                </a:lnTo>
                <a:lnTo>
                  <a:pt x="864819" y="866775"/>
                </a:lnTo>
                <a:lnTo>
                  <a:pt x="875919" y="814324"/>
                </a:lnTo>
                <a:lnTo>
                  <a:pt x="882269" y="753999"/>
                </a:lnTo>
                <a:lnTo>
                  <a:pt x="885444" y="685800"/>
                </a:lnTo>
                <a:lnTo>
                  <a:pt x="882269" y="617474"/>
                </a:lnTo>
                <a:lnTo>
                  <a:pt x="875919" y="557149"/>
                </a:lnTo>
                <a:lnTo>
                  <a:pt x="864819" y="504825"/>
                </a:lnTo>
                <a:lnTo>
                  <a:pt x="848944" y="458724"/>
                </a:lnTo>
                <a:lnTo>
                  <a:pt x="833081" y="417449"/>
                </a:lnTo>
                <a:lnTo>
                  <a:pt x="817206" y="381000"/>
                </a:lnTo>
                <a:lnTo>
                  <a:pt x="779132" y="304800"/>
                </a:lnTo>
                <a:lnTo>
                  <a:pt x="760082" y="268224"/>
                </a:lnTo>
                <a:lnTo>
                  <a:pt x="744220" y="226949"/>
                </a:lnTo>
                <a:lnTo>
                  <a:pt x="729932" y="180975"/>
                </a:lnTo>
                <a:lnTo>
                  <a:pt x="718832" y="128524"/>
                </a:lnTo>
                <a:lnTo>
                  <a:pt x="710895" y="68199"/>
                </a:lnTo>
                <a:lnTo>
                  <a:pt x="709307" y="0"/>
                </a:lnTo>
                <a:close/>
              </a:path>
            </a:pathLst>
          </a:custGeom>
          <a:solidFill>
            <a:srgbClr val="3735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908535" y="0"/>
            <a:ext cx="283845" cy="6858000"/>
          </a:xfrm>
          <a:custGeom>
            <a:avLst/>
            <a:gdLst/>
            <a:ahLst/>
            <a:cxnLst/>
            <a:rect l="l" t="t" r="r" b="b"/>
            <a:pathLst>
              <a:path w="283845" h="6858000">
                <a:moveTo>
                  <a:pt x="283464" y="0"/>
                </a:moveTo>
                <a:lnTo>
                  <a:pt x="0" y="0"/>
                </a:lnTo>
                <a:lnTo>
                  <a:pt x="0" y="6858000"/>
                </a:lnTo>
                <a:lnTo>
                  <a:pt x="283464" y="6858000"/>
                </a:lnTo>
                <a:lnTo>
                  <a:pt x="283464" y="0"/>
                </a:lnTo>
                <a:close/>
              </a:path>
            </a:pathLst>
          </a:custGeom>
          <a:solidFill>
            <a:srgbClr val="3493B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576" y="124968"/>
            <a:ext cx="12117324" cy="6144768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38100" y="126492"/>
            <a:ext cx="12115800" cy="6143625"/>
          </a:xfrm>
          <a:custGeom>
            <a:avLst/>
            <a:gdLst/>
            <a:ahLst/>
            <a:cxnLst/>
            <a:rect l="l" t="t" r="r" b="b"/>
            <a:pathLst>
              <a:path w="12115800" h="6143625">
                <a:moveTo>
                  <a:pt x="0" y="69850"/>
                </a:moveTo>
                <a:lnTo>
                  <a:pt x="5489" y="42648"/>
                </a:lnTo>
                <a:lnTo>
                  <a:pt x="20459" y="20447"/>
                </a:lnTo>
                <a:lnTo>
                  <a:pt x="42663" y="5484"/>
                </a:lnTo>
                <a:lnTo>
                  <a:pt x="69853" y="0"/>
                </a:lnTo>
                <a:lnTo>
                  <a:pt x="12045950" y="0"/>
                </a:lnTo>
                <a:lnTo>
                  <a:pt x="12073151" y="5484"/>
                </a:lnTo>
                <a:lnTo>
                  <a:pt x="12095353" y="20447"/>
                </a:lnTo>
                <a:lnTo>
                  <a:pt x="12110315" y="42648"/>
                </a:lnTo>
                <a:lnTo>
                  <a:pt x="12115800" y="69850"/>
                </a:lnTo>
                <a:lnTo>
                  <a:pt x="12115800" y="6073394"/>
                </a:lnTo>
                <a:lnTo>
                  <a:pt x="12110315" y="6100579"/>
                </a:lnTo>
                <a:lnTo>
                  <a:pt x="12095353" y="6122782"/>
                </a:lnTo>
                <a:lnTo>
                  <a:pt x="12073151" y="6137753"/>
                </a:lnTo>
                <a:lnTo>
                  <a:pt x="12045950" y="6143244"/>
                </a:lnTo>
                <a:lnTo>
                  <a:pt x="69853" y="6143244"/>
                </a:lnTo>
                <a:lnTo>
                  <a:pt x="42663" y="6137753"/>
                </a:lnTo>
                <a:lnTo>
                  <a:pt x="20459" y="6122782"/>
                </a:lnTo>
                <a:lnTo>
                  <a:pt x="5489" y="6100579"/>
                </a:lnTo>
                <a:lnTo>
                  <a:pt x="0" y="6073394"/>
                </a:lnTo>
                <a:lnTo>
                  <a:pt x="0" y="69850"/>
                </a:lnTo>
                <a:close/>
              </a:path>
            </a:pathLst>
          </a:custGeom>
          <a:ln w="3175">
            <a:solidFill>
              <a:srgbClr val="3493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246126" y="214121"/>
            <a:ext cx="11737975" cy="6006465"/>
          </a:xfrm>
          <a:custGeom>
            <a:avLst/>
            <a:gdLst/>
            <a:ahLst/>
            <a:cxnLst/>
            <a:rect l="l" t="t" r="r" b="b"/>
            <a:pathLst>
              <a:path w="11737975" h="6006465">
                <a:moveTo>
                  <a:pt x="11737721" y="94361"/>
                </a:moveTo>
                <a:lnTo>
                  <a:pt x="11728069" y="57404"/>
                </a:lnTo>
                <a:lnTo>
                  <a:pt x="11715242" y="40386"/>
                </a:lnTo>
                <a:lnTo>
                  <a:pt x="11714861" y="39878"/>
                </a:lnTo>
                <a:lnTo>
                  <a:pt x="11714353" y="39497"/>
                </a:lnTo>
                <a:lnTo>
                  <a:pt x="11704320" y="31254"/>
                </a:lnTo>
                <a:lnTo>
                  <a:pt x="11703685" y="30607"/>
                </a:lnTo>
                <a:lnTo>
                  <a:pt x="11703304" y="30480"/>
                </a:lnTo>
                <a:lnTo>
                  <a:pt x="11696827" y="26555"/>
                </a:lnTo>
                <a:lnTo>
                  <a:pt x="11690096" y="23380"/>
                </a:lnTo>
                <a:lnTo>
                  <a:pt x="11682857" y="20701"/>
                </a:lnTo>
                <a:lnTo>
                  <a:pt x="11681803" y="20472"/>
                </a:lnTo>
                <a:lnTo>
                  <a:pt x="11681409" y="19862"/>
                </a:lnTo>
                <a:lnTo>
                  <a:pt x="11659845" y="5334"/>
                </a:lnTo>
                <a:lnTo>
                  <a:pt x="11633454" y="0"/>
                </a:lnTo>
                <a:lnTo>
                  <a:pt x="67868" y="0"/>
                </a:lnTo>
                <a:lnTo>
                  <a:pt x="41452" y="5334"/>
                </a:lnTo>
                <a:lnTo>
                  <a:pt x="19875" y="19862"/>
                </a:lnTo>
                <a:lnTo>
                  <a:pt x="5334" y="41427"/>
                </a:lnTo>
                <a:lnTo>
                  <a:pt x="0" y="67830"/>
                </a:lnTo>
                <a:lnTo>
                  <a:pt x="0" y="5901639"/>
                </a:lnTo>
                <a:lnTo>
                  <a:pt x="5334" y="5928055"/>
                </a:lnTo>
                <a:lnTo>
                  <a:pt x="19875" y="5949632"/>
                </a:lnTo>
                <a:lnTo>
                  <a:pt x="20523" y="5950077"/>
                </a:lnTo>
                <a:lnTo>
                  <a:pt x="21056" y="5952121"/>
                </a:lnTo>
                <a:lnTo>
                  <a:pt x="51968" y="5992965"/>
                </a:lnTo>
                <a:lnTo>
                  <a:pt x="94856" y="6005969"/>
                </a:lnTo>
                <a:lnTo>
                  <a:pt x="11660886" y="6005957"/>
                </a:lnTo>
                <a:lnTo>
                  <a:pt x="11703355" y="5992927"/>
                </a:lnTo>
                <a:lnTo>
                  <a:pt x="11704320" y="5992165"/>
                </a:lnTo>
                <a:lnTo>
                  <a:pt x="11710645" y="5986932"/>
                </a:lnTo>
                <a:lnTo>
                  <a:pt x="11714353" y="5983871"/>
                </a:lnTo>
                <a:lnTo>
                  <a:pt x="11714861" y="5983490"/>
                </a:lnTo>
                <a:lnTo>
                  <a:pt x="11715242" y="5983071"/>
                </a:lnTo>
                <a:lnTo>
                  <a:pt x="11723878" y="5972619"/>
                </a:lnTo>
                <a:lnTo>
                  <a:pt x="11724259" y="5972264"/>
                </a:lnTo>
                <a:lnTo>
                  <a:pt x="11724767" y="5971502"/>
                </a:lnTo>
                <a:lnTo>
                  <a:pt x="11737721" y="5928626"/>
                </a:lnTo>
                <a:lnTo>
                  <a:pt x="11737721" y="9436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246125" y="214122"/>
            <a:ext cx="11701780" cy="5969635"/>
          </a:xfrm>
          <a:custGeom>
            <a:avLst/>
            <a:gdLst/>
            <a:ahLst/>
            <a:cxnLst/>
            <a:rect l="l" t="t" r="r" b="b"/>
            <a:pathLst>
              <a:path w="11701780" h="5969635">
                <a:moveTo>
                  <a:pt x="0" y="67818"/>
                </a:moveTo>
                <a:lnTo>
                  <a:pt x="5334" y="41415"/>
                </a:lnTo>
                <a:lnTo>
                  <a:pt x="19880" y="19859"/>
                </a:lnTo>
                <a:lnTo>
                  <a:pt x="41453" y="5328"/>
                </a:lnTo>
                <a:lnTo>
                  <a:pt x="67868" y="0"/>
                </a:lnTo>
                <a:lnTo>
                  <a:pt x="11633454" y="0"/>
                </a:lnTo>
                <a:lnTo>
                  <a:pt x="11659856" y="5328"/>
                </a:lnTo>
                <a:lnTo>
                  <a:pt x="11681412" y="19859"/>
                </a:lnTo>
                <a:lnTo>
                  <a:pt x="11695943" y="41415"/>
                </a:lnTo>
                <a:lnTo>
                  <a:pt x="11701272" y="67818"/>
                </a:lnTo>
                <a:lnTo>
                  <a:pt x="11701272" y="5901639"/>
                </a:lnTo>
                <a:lnTo>
                  <a:pt x="11695943" y="5928054"/>
                </a:lnTo>
                <a:lnTo>
                  <a:pt x="11681412" y="5949627"/>
                </a:lnTo>
                <a:lnTo>
                  <a:pt x="11659856" y="5964173"/>
                </a:lnTo>
                <a:lnTo>
                  <a:pt x="11633454" y="5969508"/>
                </a:lnTo>
                <a:lnTo>
                  <a:pt x="67868" y="5969508"/>
                </a:lnTo>
                <a:lnTo>
                  <a:pt x="41453" y="5964173"/>
                </a:lnTo>
                <a:lnTo>
                  <a:pt x="19880" y="5949627"/>
                </a:lnTo>
                <a:lnTo>
                  <a:pt x="5334" y="5928054"/>
                </a:lnTo>
                <a:lnTo>
                  <a:pt x="0" y="5901639"/>
                </a:lnTo>
                <a:lnTo>
                  <a:pt x="0" y="67818"/>
                </a:lnTo>
                <a:close/>
              </a:path>
            </a:pathLst>
          </a:custGeom>
          <a:ln w="19050">
            <a:solidFill>
              <a:srgbClr val="093B7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8727948" y="6272783"/>
            <a:ext cx="1240790" cy="431800"/>
          </a:xfrm>
          <a:custGeom>
            <a:avLst/>
            <a:gdLst/>
            <a:ahLst/>
            <a:cxnLst/>
            <a:rect l="l" t="t" r="r" b="b"/>
            <a:pathLst>
              <a:path w="1240790" h="431800">
                <a:moveTo>
                  <a:pt x="605028" y="0"/>
                </a:moveTo>
                <a:lnTo>
                  <a:pt x="431800" y="0"/>
                </a:lnTo>
                <a:lnTo>
                  <a:pt x="0" y="431292"/>
                </a:lnTo>
                <a:lnTo>
                  <a:pt x="173228" y="431292"/>
                </a:lnTo>
                <a:lnTo>
                  <a:pt x="605028" y="0"/>
                </a:lnTo>
                <a:close/>
              </a:path>
              <a:path w="1240790" h="431800">
                <a:moveTo>
                  <a:pt x="922020" y="0"/>
                </a:moveTo>
                <a:lnTo>
                  <a:pt x="749173" y="0"/>
                </a:lnTo>
                <a:lnTo>
                  <a:pt x="318516" y="431292"/>
                </a:lnTo>
                <a:lnTo>
                  <a:pt x="491363" y="431292"/>
                </a:lnTo>
                <a:lnTo>
                  <a:pt x="922020" y="0"/>
                </a:lnTo>
                <a:close/>
              </a:path>
              <a:path w="1240790" h="431800">
                <a:moveTo>
                  <a:pt x="1240536" y="0"/>
                </a:moveTo>
                <a:lnTo>
                  <a:pt x="1067689" y="0"/>
                </a:lnTo>
                <a:lnTo>
                  <a:pt x="637032" y="431292"/>
                </a:lnTo>
                <a:lnTo>
                  <a:pt x="809879" y="431292"/>
                </a:lnTo>
                <a:lnTo>
                  <a:pt x="1240536" y="0"/>
                </a:lnTo>
                <a:close/>
              </a:path>
            </a:pathLst>
          </a:custGeom>
          <a:solidFill>
            <a:srgbClr val="3493B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bg 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76588" y="6425178"/>
            <a:ext cx="605027" cy="432821"/>
          </a:xfrm>
          <a:prstGeom prst="rect">
            <a:avLst/>
          </a:prstGeom>
        </p:spPr>
      </p:pic>
      <p:sp>
        <p:nvSpPr>
          <p:cNvPr id="25" name="bg object 25"/>
          <p:cNvSpPr/>
          <p:nvPr/>
        </p:nvSpPr>
        <p:spPr>
          <a:xfrm>
            <a:off x="9276588" y="6422936"/>
            <a:ext cx="607060" cy="435609"/>
          </a:xfrm>
          <a:custGeom>
            <a:avLst/>
            <a:gdLst/>
            <a:ahLst/>
            <a:cxnLst/>
            <a:rect l="l" t="t" r="r" b="b"/>
            <a:pathLst>
              <a:path w="607059" h="435609">
                <a:moveTo>
                  <a:pt x="2285" y="0"/>
                </a:moveTo>
                <a:lnTo>
                  <a:pt x="940" y="3191"/>
                </a:lnTo>
                <a:lnTo>
                  <a:pt x="431297" y="435061"/>
                </a:lnTo>
                <a:lnTo>
                  <a:pt x="600514" y="435061"/>
                </a:lnTo>
                <a:lnTo>
                  <a:pt x="599799" y="434344"/>
                </a:lnTo>
                <a:lnTo>
                  <a:pt x="435101" y="434344"/>
                </a:lnTo>
                <a:lnTo>
                  <a:pt x="432815" y="433410"/>
                </a:lnTo>
                <a:lnTo>
                  <a:pt x="434171" y="433410"/>
                </a:lnTo>
                <a:lnTo>
                  <a:pt x="2285" y="0"/>
                </a:lnTo>
                <a:close/>
              </a:path>
              <a:path w="607059" h="435609">
                <a:moveTo>
                  <a:pt x="171450" y="4483"/>
                </a:moveTo>
                <a:lnTo>
                  <a:pt x="600514" y="435061"/>
                </a:lnTo>
                <a:lnTo>
                  <a:pt x="605033" y="435061"/>
                </a:lnTo>
                <a:lnTo>
                  <a:pt x="176899" y="5422"/>
                </a:lnTo>
                <a:lnTo>
                  <a:pt x="173735" y="5422"/>
                </a:lnTo>
                <a:lnTo>
                  <a:pt x="171450" y="4483"/>
                </a:lnTo>
                <a:close/>
              </a:path>
              <a:path w="607059" h="435609">
                <a:moveTo>
                  <a:pt x="606551" y="433410"/>
                </a:moveTo>
                <a:lnTo>
                  <a:pt x="603388" y="433410"/>
                </a:lnTo>
                <a:lnTo>
                  <a:pt x="605033" y="435061"/>
                </a:lnTo>
                <a:lnTo>
                  <a:pt x="605855" y="435061"/>
                </a:lnTo>
                <a:lnTo>
                  <a:pt x="606551" y="433410"/>
                </a:lnTo>
                <a:close/>
              </a:path>
              <a:path w="607059" h="435609">
                <a:moveTo>
                  <a:pt x="434171" y="433410"/>
                </a:moveTo>
                <a:lnTo>
                  <a:pt x="432815" y="433410"/>
                </a:lnTo>
                <a:lnTo>
                  <a:pt x="435101" y="434344"/>
                </a:lnTo>
                <a:lnTo>
                  <a:pt x="434171" y="433410"/>
                </a:lnTo>
                <a:close/>
              </a:path>
              <a:path w="607059" h="435609">
                <a:moveTo>
                  <a:pt x="598869" y="433410"/>
                </a:moveTo>
                <a:lnTo>
                  <a:pt x="434171" y="433410"/>
                </a:lnTo>
                <a:lnTo>
                  <a:pt x="435101" y="434344"/>
                </a:lnTo>
                <a:lnTo>
                  <a:pt x="599799" y="434344"/>
                </a:lnTo>
                <a:lnTo>
                  <a:pt x="598869" y="433410"/>
                </a:lnTo>
                <a:close/>
              </a:path>
              <a:path w="607059" h="435609">
                <a:moveTo>
                  <a:pt x="940" y="3191"/>
                </a:moveTo>
                <a:lnTo>
                  <a:pt x="0" y="5422"/>
                </a:lnTo>
                <a:lnTo>
                  <a:pt x="3163" y="5422"/>
                </a:lnTo>
                <a:lnTo>
                  <a:pt x="940" y="3191"/>
                </a:lnTo>
                <a:close/>
              </a:path>
              <a:path w="607059" h="435609">
                <a:moveTo>
                  <a:pt x="173735" y="2247"/>
                </a:moveTo>
                <a:lnTo>
                  <a:pt x="4525" y="2247"/>
                </a:lnTo>
                <a:lnTo>
                  <a:pt x="7689" y="5422"/>
                </a:lnTo>
                <a:lnTo>
                  <a:pt x="172386" y="5422"/>
                </a:lnTo>
                <a:lnTo>
                  <a:pt x="171450" y="4483"/>
                </a:lnTo>
                <a:lnTo>
                  <a:pt x="175963" y="4483"/>
                </a:lnTo>
                <a:lnTo>
                  <a:pt x="173735" y="2247"/>
                </a:lnTo>
                <a:close/>
              </a:path>
              <a:path w="607059" h="435609">
                <a:moveTo>
                  <a:pt x="175963" y="4483"/>
                </a:moveTo>
                <a:lnTo>
                  <a:pt x="171450" y="4483"/>
                </a:lnTo>
                <a:lnTo>
                  <a:pt x="173735" y="5422"/>
                </a:lnTo>
                <a:lnTo>
                  <a:pt x="176899" y="5422"/>
                </a:lnTo>
                <a:lnTo>
                  <a:pt x="175963" y="4483"/>
                </a:lnTo>
                <a:close/>
              </a:path>
              <a:path w="607059" h="435609">
                <a:moveTo>
                  <a:pt x="1338" y="2247"/>
                </a:moveTo>
                <a:lnTo>
                  <a:pt x="0" y="2247"/>
                </a:lnTo>
                <a:lnTo>
                  <a:pt x="940" y="3191"/>
                </a:lnTo>
                <a:lnTo>
                  <a:pt x="1338" y="2247"/>
                </a:lnTo>
                <a:close/>
              </a:path>
            </a:pathLst>
          </a:custGeom>
          <a:solidFill>
            <a:srgbClr val="093B7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bg object 2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58071" y="6425178"/>
            <a:ext cx="606551" cy="432821"/>
          </a:xfrm>
          <a:prstGeom prst="rect">
            <a:avLst/>
          </a:prstGeom>
        </p:spPr>
      </p:pic>
      <p:sp>
        <p:nvSpPr>
          <p:cNvPr id="27" name="bg object 27"/>
          <p:cNvSpPr/>
          <p:nvPr/>
        </p:nvSpPr>
        <p:spPr>
          <a:xfrm>
            <a:off x="8958071" y="6422936"/>
            <a:ext cx="608330" cy="435609"/>
          </a:xfrm>
          <a:custGeom>
            <a:avLst/>
            <a:gdLst/>
            <a:ahLst/>
            <a:cxnLst/>
            <a:rect l="l" t="t" r="r" b="b"/>
            <a:pathLst>
              <a:path w="608329" h="435609">
                <a:moveTo>
                  <a:pt x="2285" y="0"/>
                </a:moveTo>
                <a:lnTo>
                  <a:pt x="941" y="3189"/>
                </a:lnTo>
                <a:lnTo>
                  <a:pt x="432436" y="435061"/>
                </a:lnTo>
                <a:lnTo>
                  <a:pt x="602026" y="435061"/>
                </a:lnTo>
                <a:lnTo>
                  <a:pt x="601307" y="434341"/>
                </a:lnTo>
                <a:lnTo>
                  <a:pt x="436118" y="434341"/>
                </a:lnTo>
                <a:lnTo>
                  <a:pt x="433958" y="433410"/>
                </a:lnTo>
                <a:lnTo>
                  <a:pt x="435188" y="433410"/>
                </a:lnTo>
                <a:lnTo>
                  <a:pt x="2285" y="0"/>
                </a:lnTo>
                <a:close/>
              </a:path>
              <a:path w="608329" h="435609">
                <a:moveTo>
                  <a:pt x="171957" y="4495"/>
                </a:moveTo>
                <a:lnTo>
                  <a:pt x="602026" y="435061"/>
                </a:lnTo>
                <a:lnTo>
                  <a:pt x="606553" y="435061"/>
                </a:lnTo>
                <a:lnTo>
                  <a:pt x="177289" y="5422"/>
                </a:lnTo>
                <a:lnTo>
                  <a:pt x="174117" y="5422"/>
                </a:lnTo>
                <a:lnTo>
                  <a:pt x="171957" y="4495"/>
                </a:lnTo>
                <a:close/>
              </a:path>
              <a:path w="608329" h="435609">
                <a:moveTo>
                  <a:pt x="608076" y="433410"/>
                </a:moveTo>
                <a:lnTo>
                  <a:pt x="604903" y="433410"/>
                </a:lnTo>
                <a:lnTo>
                  <a:pt x="606553" y="435061"/>
                </a:lnTo>
                <a:lnTo>
                  <a:pt x="607379" y="435061"/>
                </a:lnTo>
                <a:lnTo>
                  <a:pt x="608076" y="433410"/>
                </a:lnTo>
                <a:close/>
              </a:path>
              <a:path w="608329" h="435609">
                <a:moveTo>
                  <a:pt x="435188" y="433410"/>
                </a:moveTo>
                <a:lnTo>
                  <a:pt x="433958" y="433410"/>
                </a:lnTo>
                <a:lnTo>
                  <a:pt x="436118" y="434341"/>
                </a:lnTo>
                <a:lnTo>
                  <a:pt x="435188" y="433410"/>
                </a:lnTo>
                <a:close/>
              </a:path>
              <a:path w="608329" h="435609">
                <a:moveTo>
                  <a:pt x="600377" y="433410"/>
                </a:moveTo>
                <a:lnTo>
                  <a:pt x="435188" y="433410"/>
                </a:lnTo>
                <a:lnTo>
                  <a:pt x="436118" y="434341"/>
                </a:lnTo>
                <a:lnTo>
                  <a:pt x="601307" y="434341"/>
                </a:lnTo>
                <a:lnTo>
                  <a:pt x="600377" y="433410"/>
                </a:lnTo>
                <a:close/>
              </a:path>
              <a:path w="608329" h="435609">
                <a:moveTo>
                  <a:pt x="941" y="3189"/>
                </a:moveTo>
                <a:lnTo>
                  <a:pt x="0" y="5422"/>
                </a:lnTo>
                <a:lnTo>
                  <a:pt x="3172" y="5422"/>
                </a:lnTo>
                <a:lnTo>
                  <a:pt x="941" y="3189"/>
                </a:lnTo>
                <a:close/>
              </a:path>
              <a:path w="608329" h="435609">
                <a:moveTo>
                  <a:pt x="174117" y="2247"/>
                </a:moveTo>
                <a:lnTo>
                  <a:pt x="4531" y="2247"/>
                </a:lnTo>
                <a:lnTo>
                  <a:pt x="7702" y="5422"/>
                </a:lnTo>
                <a:lnTo>
                  <a:pt x="172884" y="5422"/>
                </a:lnTo>
                <a:lnTo>
                  <a:pt x="171957" y="4495"/>
                </a:lnTo>
                <a:lnTo>
                  <a:pt x="176362" y="4495"/>
                </a:lnTo>
                <a:lnTo>
                  <a:pt x="174117" y="2247"/>
                </a:lnTo>
                <a:close/>
              </a:path>
              <a:path w="608329" h="435609">
                <a:moveTo>
                  <a:pt x="176362" y="4495"/>
                </a:moveTo>
                <a:lnTo>
                  <a:pt x="171957" y="4495"/>
                </a:lnTo>
                <a:lnTo>
                  <a:pt x="174117" y="5422"/>
                </a:lnTo>
                <a:lnTo>
                  <a:pt x="177289" y="5422"/>
                </a:lnTo>
                <a:lnTo>
                  <a:pt x="176362" y="4495"/>
                </a:lnTo>
                <a:close/>
              </a:path>
              <a:path w="608329" h="435609">
                <a:moveTo>
                  <a:pt x="1338" y="2247"/>
                </a:moveTo>
                <a:lnTo>
                  <a:pt x="0" y="2247"/>
                </a:lnTo>
                <a:lnTo>
                  <a:pt x="941" y="3189"/>
                </a:lnTo>
                <a:lnTo>
                  <a:pt x="1338" y="2247"/>
                </a:lnTo>
                <a:close/>
              </a:path>
            </a:pathLst>
          </a:custGeom>
          <a:solidFill>
            <a:srgbClr val="093B7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8" name="bg object 2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41080" y="6425178"/>
            <a:ext cx="605027" cy="432821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5766815"/>
            <a:ext cx="1703832" cy="1091181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418576" y="5961888"/>
            <a:ext cx="2596896" cy="896111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851135" y="0"/>
            <a:ext cx="2282698" cy="420624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753856" y="6362700"/>
            <a:ext cx="349757" cy="319265"/>
          </a:xfrm>
          <a:prstGeom prst="rect">
            <a:avLst/>
          </a:prstGeom>
        </p:spPr>
      </p:pic>
      <p:sp>
        <p:nvSpPr>
          <p:cNvPr id="33" name="bg object 33"/>
          <p:cNvSpPr/>
          <p:nvPr/>
        </p:nvSpPr>
        <p:spPr>
          <a:xfrm>
            <a:off x="8754744" y="6364389"/>
            <a:ext cx="350520" cy="318770"/>
          </a:xfrm>
          <a:custGeom>
            <a:avLst/>
            <a:gdLst/>
            <a:ahLst/>
            <a:cxnLst/>
            <a:rect l="l" t="t" r="r" b="b"/>
            <a:pathLst>
              <a:path w="350520" h="318770">
                <a:moveTo>
                  <a:pt x="350393" y="206235"/>
                </a:moveTo>
                <a:lnTo>
                  <a:pt x="235203" y="128346"/>
                </a:lnTo>
                <a:lnTo>
                  <a:pt x="217804" y="0"/>
                </a:lnTo>
                <a:lnTo>
                  <a:pt x="138683" y="102476"/>
                </a:lnTo>
                <a:lnTo>
                  <a:pt x="0" y="112344"/>
                </a:lnTo>
                <a:lnTo>
                  <a:pt x="115188" y="190233"/>
                </a:lnTo>
                <a:lnTo>
                  <a:pt x="132460" y="318579"/>
                </a:lnTo>
                <a:lnTo>
                  <a:pt x="211708" y="216090"/>
                </a:lnTo>
                <a:lnTo>
                  <a:pt x="350393" y="206235"/>
                </a:lnTo>
              </a:path>
            </a:pathLst>
          </a:custGeom>
          <a:ln w="12700">
            <a:solidFill>
              <a:srgbClr val="3493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4" name="bg object 3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410956" y="6577583"/>
            <a:ext cx="128016" cy="117347"/>
          </a:xfrm>
          <a:prstGeom prst="rect">
            <a:avLst/>
          </a:prstGeom>
        </p:spPr>
      </p:pic>
      <p:sp>
        <p:nvSpPr>
          <p:cNvPr id="35" name="bg object 35"/>
          <p:cNvSpPr/>
          <p:nvPr/>
        </p:nvSpPr>
        <p:spPr>
          <a:xfrm>
            <a:off x="8412480" y="6579107"/>
            <a:ext cx="127000" cy="116205"/>
          </a:xfrm>
          <a:custGeom>
            <a:avLst/>
            <a:gdLst/>
            <a:ahLst/>
            <a:cxnLst/>
            <a:rect l="l" t="t" r="r" b="b"/>
            <a:pathLst>
              <a:path w="127000" h="116204">
                <a:moveTo>
                  <a:pt x="126492" y="57912"/>
                </a:moveTo>
                <a:lnTo>
                  <a:pt x="121521" y="35372"/>
                </a:lnTo>
                <a:lnTo>
                  <a:pt x="107965" y="16964"/>
                </a:lnTo>
                <a:lnTo>
                  <a:pt x="87862" y="4551"/>
                </a:lnTo>
                <a:lnTo>
                  <a:pt x="63246" y="0"/>
                </a:lnTo>
                <a:lnTo>
                  <a:pt x="38629" y="4551"/>
                </a:lnTo>
                <a:lnTo>
                  <a:pt x="18526" y="16964"/>
                </a:lnTo>
                <a:lnTo>
                  <a:pt x="4970" y="35372"/>
                </a:lnTo>
                <a:lnTo>
                  <a:pt x="0" y="57912"/>
                </a:lnTo>
                <a:lnTo>
                  <a:pt x="4970" y="80451"/>
                </a:lnTo>
                <a:lnTo>
                  <a:pt x="18526" y="98859"/>
                </a:lnTo>
                <a:lnTo>
                  <a:pt x="38629" y="111272"/>
                </a:lnTo>
                <a:lnTo>
                  <a:pt x="63246" y="115824"/>
                </a:lnTo>
                <a:lnTo>
                  <a:pt x="87862" y="111272"/>
                </a:lnTo>
                <a:lnTo>
                  <a:pt x="107965" y="98859"/>
                </a:lnTo>
                <a:lnTo>
                  <a:pt x="121521" y="80451"/>
                </a:lnTo>
                <a:lnTo>
                  <a:pt x="126492" y="57912"/>
                </a:lnTo>
                <a:close/>
              </a:path>
            </a:pathLst>
          </a:custGeom>
          <a:ln w="12700">
            <a:solidFill>
              <a:srgbClr val="3493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6" name="bg object 3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003792" y="6092952"/>
            <a:ext cx="204850" cy="186461"/>
          </a:xfrm>
          <a:prstGeom prst="rect">
            <a:avLst/>
          </a:prstGeom>
        </p:spPr>
      </p:pic>
      <p:sp>
        <p:nvSpPr>
          <p:cNvPr id="37" name="bg object 37"/>
          <p:cNvSpPr/>
          <p:nvPr/>
        </p:nvSpPr>
        <p:spPr>
          <a:xfrm>
            <a:off x="9005951" y="6095149"/>
            <a:ext cx="203200" cy="184785"/>
          </a:xfrm>
          <a:custGeom>
            <a:avLst/>
            <a:gdLst/>
            <a:ahLst/>
            <a:cxnLst/>
            <a:rect l="l" t="t" r="r" b="b"/>
            <a:pathLst>
              <a:path w="203200" h="184785">
                <a:moveTo>
                  <a:pt x="202692" y="106781"/>
                </a:moveTo>
                <a:lnTo>
                  <a:pt x="132969" y="70789"/>
                </a:lnTo>
                <a:lnTo>
                  <a:pt x="114680" y="0"/>
                </a:lnTo>
                <a:lnTo>
                  <a:pt x="77089" y="62725"/>
                </a:lnTo>
                <a:lnTo>
                  <a:pt x="0" y="77482"/>
                </a:lnTo>
                <a:lnTo>
                  <a:pt x="69723" y="113474"/>
                </a:lnTo>
                <a:lnTo>
                  <a:pt x="88010" y="184264"/>
                </a:lnTo>
                <a:lnTo>
                  <a:pt x="125602" y="121539"/>
                </a:lnTo>
                <a:lnTo>
                  <a:pt x="202692" y="106781"/>
                </a:lnTo>
                <a:close/>
              </a:path>
            </a:pathLst>
          </a:custGeom>
          <a:ln w="12700">
            <a:solidFill>
              <a:srgbClr val="3493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8" name="bg object 3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682228" y="6153911"/>
            <a:ext cx="97536" cy="89915"/>
          </a:xfrm>
          <a:prstGeom prst="rect">
            <a:avLst/>
          </a:prstGeom>
        </p:spPr>
      </p:pic>
      <p:sp>
        <p:nvSpPr>
          <p:cNvPr id="39" name="bg object 39"/>
          <p:cNvSpPr/>
          <p:nvPr/>
        </p:nvSpPr>
        <p:spPr>
          <a:xfrm>
            <a:off x="8683752" y="6155435"/>
            <a:ext cx="96520" cy="88900"/>
          </a:xfrm>
          <a:custGeom>
            <a:avLst/>
            <a:gdLst/>
            <a:ahLst/>
            <a:cxnLst/>
            <a:rect l="l" t="t" r="r" b="b"/>
            <a:pathLst>
              <a:path w="96520" h="88900">
                <a:moveTo>
                  <a:pt x="96012" y="44195"/>
                </a:moveTo>
                <a:lnTo>
                  <a:pt x="92243" y="26992"/>
                </a:lnTo>
                <a:lnTo>
                  <a:pt x="81962" y="12944"/>
                </a:lnTo>
                <a:lnTo>
                  <a:pt x="66704" y="3473"/>
                </a:lnTo>
                <a:lnTo>
                  <a:pt x="48005" y="0"/>
                </a:lnTo>
                <a:lnTo>
                  <a:pt x="29307" y="3473"/>
                </a:lnTo>
                <a:lnTo>
                  <a:pt x="14049" y="12944"/>
                </a:lnTo>
                <a:lnTo>
                  <a:pt x="3768" y="26992"/>
                </a:lnTo>
                <a:lnTo>
                  <a:pt x="0" y="44195"/>
                </a:lnTo>
                <a:lnTo>
                  <a:pt x="3768" y="61399"/>
                </a:lnTo>
                <a:lnTo>
                  <a:pt x="14049" y="75447"/>
                </a:lnTo>
                <a:lnTo>
                  <a:pt x="29307" y="84918"/>
                </a:lnTo>
                <a:lnTo>
                  <a:pt x="48005" y="88391"/>
                </a:lnTo>
                <a:lnTo>
                  <a:pt x="66704" y="84918"/>
                </a:lnTo>
                <a:lnTo>
                  <a:pt x="81962" y="75447"/>
                </a:lnTo>
                <a:lnTo>
                  <a:pt x="92243" y="61399"/>
                </a:lnTo>
                <a:lnTo>
                  <a:pt x="96012" y="44195"/>
                </a:lnTo>
                <a:close/>
              </a:path>
            </a:pathLst>
          </a:custGeom>
          <a:ln w="12699">
            <a:solidFill>
              <a:srgbClr val="3493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0" name="bg object 4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343643" y="6291071"/>
            <a:ext cx="128015" cy="117348"/>
          </a:xfrm>
          <a:prstGeom prst="rect">
            <a:avLst/>
          </a:prstGeom>
        </p:spPr>
      </p:pic>
      <p:sp>
        <p:nvSpPr>
          <p:cNvPr id="41" name="bg object 41"/>
          <p:cNvSpPr/>
          <p:nvPr/>
        </p:nvSpPr>
        <p:spPr>
          <a:xfrm>
            <a:off x="9345168" y="6292596"/>
            <a:ext cx="127000" cy="116205"/>
          </a:xfrm>
          <a:custGeom>
            <a:avLst/>
            <a:gdLst/>
            <a:ahLst/>
            <a:cxnLst/>
            <a:rect l="l" t="t" r="r" b="b"/>
            <a:pathLst>
              <a:path w="127000" h="116204">
                <a:moveTo>
                  <a:pt x="126491" y="57911"/>
                </a:moveTo>
                <a:lnTo>
                  <a:pt x="121521" y="35372"/>
                </a:lnTo>
                <a:lnTo>
                  <a:pt x="107965" y="16964"/>
                </a:lnTo>
                <a:lnTo>
                  <a:pt x="87862" y="4551"/>
                </a:lnTo>
                <a:lnTo>
                  <a:pt x="63246" y="0"/>
                </a:lnTo>
                <a:lnTo>
                  <a:pt x="38629" y="4551"/>
                </a:lnTo>
                <a:lnTo>
                  <a:pt x="18526" y="16964"/>
                </a:lnTo>
                <a:lnTo>
                  <a:pt x="4970" y="35372"/>
                </a:lnTo>
                <a:lnTo>
                  <a:pt x="0" y="57911"/>
                </a:lnTo>
                <a:lnTo>
                  <a:pt x="4970" y="80451"/>
                </a:lnTo>
                <a:lnTo>
                  <a:pt x="18526" y="98859"/>
                </a:lnTo>
                <a:lnTo>
                  <a:pt x="38629" y="111272"/>
                </a:lnTo>
                <a:lnTo>
                  <a:pt x="63246" y="115823"/>
                </a:lnTo>
                <a:lnTo>
                  <a:pt x="87862" y="111272"/>
                </a:lnTo>
                <a:lnTo>
                  <a:pt x="107965" y="98859"/>
                </a:lnTo>
                <a:lnTo>
                  <a:pt x="121521" y="80451"/>
                </a:lnTo>
                <a:lnTo>
                  <a:pt x="126491" y="57911"/>
                </a:lnTo>
                <a:close/>
              </a:path>
            </a:pathLst>
          </a:custGeom>
          <a:ln w="12700">
            <a:solidFill>
              <a:srgbClr val="3493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2" name="bg object 4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221723" y="6330696"/>
            <a:ext cx="73151" cy="67055"/>
          </a:xfrm>
          <a:prstGeom prst="rect">
            <a:avLst/>
          </a:prstGeom>
        </p:spPr>
      </p:pic>
      <p:sp>
        <p:nvSpPr>
          <p:cNvPr id="43" name="bg object 43"/>
          <p:cNvSpPr/>
          <p:nvPr/>
        </p:nvSpPr>
        <p:spPr>
          <a:xfrm>
            <a:off x="9223247" y="6332220"/>
            <a:ext cx="71755" cy="66040"/>
          </a:xfrm>
          <a:custGeom>
            <a:avLst/>
            <a:gdLst/>
            <a:ahLst/>
            <a:cxnLst/>
            <a:rect l="l" t="t" r="r" b="b"/>
            <a:pathLst>
              <a:path w="71754" h="66039">
                <a:moveTo>
                  <a:pt x="71627" y="32765"/>
                </a:moveTo>
                <a:lnTo>
                  <a:pt x="68818" y="20011"/>
                </a:lnTo>
                <a:lnTo>
                  <a:pt x="61150" y="9596"/>
                </a:lnTo>
                <a:lnTo>
                  <a:pt x="49768" y="2574"/>
                </a:lnTo>
                <a:lnTo>
                  <a:pt x="35813" y="0"/>
                </a:lnTo>
                <a:lnTo>
                  <a:pt x="21859" y="2574"/>
                </a:lnTo>
                <a:lnTo>
                  <a:pt x="10477" y="9596"/>
                </a:lnTo>
                <a:lnTo>
                  <a:pt x="2809" y="20011"/>
                </a:lnTo>
                <a:lnTo>
                  <a:pt x="0" y="32765"/>
                </a:lnTo>
                <a:lnTo>
                  <a:pt x="2809" y="45520"/>
                </a:lnTo>
                <a:lnTo>
                  <a:pt x="10477" y="55935"/>
                </a:lnTo>
                <a:lnTo>
                  <a:pt x="21859" y="62957"/>
                </a:lnTo>
                <a:lnTo>
                  <a:pt x="35813" y="65531"/>
                </a:lnTo>
                <a:lnTo>
                  <a:pt x="49768" y="62957"/>
                </a:lnTo>
                <a:lnTo>
                  <a:pt x="61150" y="55935"/>
                </a:lnTo>
                <a:lnTo>
                  <a:pt x="68818" y="45520"/>
                </a:lnTo>
                <a:lnTo>
                  <a:pt x="71627" y="32765"/>
                </a:lnTo>
                <a:close/>
              </a:path>
            </a:pathLst>
          </a:custGeom>
          <a:ln w="12700">
            <a:solidFill>
              <a:srgbClr val="3493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4" name="bg object 4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529828" y="6380988"/>
            <a:ext cx="73151" cy="67056"/>
          </a:xfrm>
          <a:prstGeom prst="rect">
            <a:avLst/>
          </a:prstGeom>
        </p:spPr>
      </p:pic>
      <p:sp>
        <p:nvSpPr>
          <p:cNvPr id="45" name="bg object 45"/>
          <p:cNvSpPr/>
          <p:nvPr/>
        </p:nvSpPr>
        <p:spPr>
          <a:xfrm>
            <a:off x="8531352" y="6382511"/>
            <a:ext cx="71755" cy="66040"/>
          </a:xfrm>
          <a:custGeom>
            <a:avLst/>
            <a:gdLst/>
            <a:ahLst/>
            <a:cxnLst/>
            <a:rect l="l" t="t" r="r" b="b"/>
            <a:pathLst>
              <a:path w="71754" h="66039">
                <a:moveTo>
                  <a:pt x="71627" y="32765"/>
                </a:moveTo>
                <a:lnTo>
                  <a:pt x="68818" y="20011"/>
                </a:lnTo>
                <a:lnTo>
                  <a:pt x="61150" y="9596"/>
                </a:lnTo>
                <a:lnTo>
                  <a:pt x="49768" y="2574"/>
                </a:lnTo>
                <a:lnTo>
                  <a:pt x="35814" y="0"/>
                </a:lnTo>
                <a:lnTo>
                  <a:pt x="21859" y="2574"/>
                </a:lnTo>
                <a:lnTo>
                  <a:pt x="10477" y="9596"/>
                </a:lnTo>
                <a:lnTo>
                  <a:pt x="2809" y="20011"/>
                </a:lnTo>
                <a:lnTo>
                  <a:pt x="0" y="32765"/>
                </a:lnTo>
                <a:lnTo>
                  <a:pt x="2809" y="45520"/>
                </a:lnTo>
                <a:lnTo>
                  <a:pt x="10477" y="55935"/>
                </a:lnTo>
                <a:lnTo>
                  <a:pt x="21859" y="62957"/>
                </a:lnTo>
                <a:lnTo>
                  <a:pt x="35814" y="65531"/>
                </a:lnTo>
                <a:lnTo>
                  <a:pt x="49768" y="62957"/>
                </a:lnTo>
                <a:lnTo>
                  <a:pt x="61150" y="55935"/>
                </a:lnTo>
                <a:lnTo>
                  <a:pt x="68818" y="45520"/>
                </a:lnTo>
                <a:lnTo>
                  <a:pt x="71627" y="32765"/>
                </a:lnTo>
                <a:close/>
              </a:path>
            </a:pathLst>
          </a:custGeom>
          <a:ln w="12700">
            <a:solidFill>
              <a:srgbClr val="3493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6" name="bg object 4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9371076" y="6518147"/>
            <a:ext cx="204597" cy="186004"/>
          </a:xfrm>
          <a:prstGeom prst="rect">
            <a:avLst/>
          </a:prstGeom>
        </p:spPr>
      </p:pic>
      <p:sp>
        <p:nvSpPr>
          <p:cNvPr id="47" name="bg object 47"/>
          <p:cNvSpPr/>
          <p:nvPr/>
        </p:nvSpPr>
        <p:spPr>
          <a:xfrm>
            <a:off x="9372981" y="6519900"/>
            <a:ext cx="203200" cy="184785"/>
          </a:xfrm>
          <a:custGeom>
            <a:avLst/>
            <a:gdLst/>
            <a:ahLst/>
            <a:cxnLst/>
            <a:rect l="l" t="t" r="r" b="b"/>
            <a:pathLst>
              <a:path w="203200" h="184784">
                <a:moveTo>
                  <a:pt x="202692" y="106781"/>
                </a:moveTo>
                <a:lnTo>
                  <a:pt x="132969" y="70789"/>
                </a:lnTo>
                <a:lnTo>
                  <a:pt x="114680" y="0"/>
                </a:lnTo>
                <a:lnTo>
                  <a:pt x="77089" y="62712"/>
                </a:lnTo>
                <a:lnTo>
                  <a:pt x="0" y="77469"/>
                </a:lnTo>
                <a:lnTo>
                  <a:pt x="69850" y="113461"/>
                </a:lnTo>
                <a:lnTo>
                  <a:pt x="88011" y="184251"/>
                </a:lnTo>
                <a:lnTo>
                  <a:pt x="125602" y="121538"/>
                </a:lnTo>
                <a:lnTo>
                  <a:pt x="202692" y="106781"/>
                </a:lnTo>
              </a:path>
            </a:pathLst>
          </a:custGeom>
          <a:ln w="12700">
            <a:solidFill>
              <a:srgbClr val="3493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8" name="bg object 4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9713976" y="6617207"/>
            <a:ext cx="73151" cy="67056"/>
          </a:xfrm>
          <a:prstGeom prst="rect">
            <a:avLst/>
          </a:prstGeom>
        </p:spPr>
      </p:pic>
      <p:pic>
        <p:nvPicPr>
          <p:cNvPr id="49" name="bg object 49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9709150" y="6391655"/>
            <a:ext cx="1830197" cy="36086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rgbClr val="093B7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5A6C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35"/>
              </a:lnSpc>
            </a:pPr>
            <a:r>
              <a:rPr spc="-55" dirty="0"/>
              <a:t>Lesson</a:t>
            </a:r>
            <a:r>
              <a:rPr spc="-80" dirty="0"/>
              <a:t> </a:t>
            </a:r>
            <a:r>
              <a:rPr dirty="0"/>
              <a:t>5</a:t>
            </a:r>
            <a:r>
              <a:rPr spc="-90" dirty="0"/>
              <a:t> </a:t>
            </a:r>
            <a:r>
              <a:rPr dirty="0"/>
              <a:t>-</a:t>
            </a:r>
            <a:r>
              <a:rPr spc="-65" dirty="0"/>
              <a:t> </a:t>
            </a:r>
            <a:r>
              <a:rPr spc="-30" dirty="0"/>
              <a:t>By</a:t>
            </a:r>
            <a:r>
              <a:rPr spc="-75" dirty="0"/>
              <a:t> </a:t>
            </a:r>
            <a:r>
              <a:rPr spc="80" dirty="0"/>
              <a:t>LHK</a:t>
            </a:r>
            <a:r>
              <a:rPr spc="-75" dirty="0"/>
              <a:t> </a:t>
            </a:r>
            <a:r>
              <a:rPr spc="-60" dirty="0"/>
              <a:t>Giang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ts val="213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CEDB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5A6C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35"/>
              </a:lnSpc>
            </a:pPr>
            <a:r>
              <a:rPr spc="-55" dirty="0"/>
              <a:t>Lesson</a:t>
            </a:r>
            <a:r>
              <a:rPr spc="-80" dirty="0"/>
              <a:t> </a:t>
            </a:r>
            <a:r>
              <a:rPr dirty="0"/>
              <a:t>5</a:t>
            </a:r>
            <a:r>
              <a:rPr spc="-90" dirty="0"/>
              <a:t> </a:t>
            </a:r>
            <a:r>
              <a:rPr dirty="0"/>
              <a:t>-</a:t>
            </a:r>
            <a:r>
              <a:rPr spc="-65" dirty="0"/>
              <a:t> </a:t>
            </a:r>
            <a:r>
              <a:rPr spc="-30" dirty="0"/>
              <a:t>By</a:t>
            </a:r>
            <a:r>
              <a:rPr spc="-75" dirty="0"/>
              <a:t> </a:t>
            </a:r>
            <a:r>
              <a:rPr spc="80" dirty="0"/>
              <a:t>LHK</a:t>
            </a:r>
            <a:r>
              <a:rPr spc="-75" dirty="0"/>
              <a:t> </a:t>
            </a:r>
            <a:r>
              <a:rPr spc="-60" dirty="0"/>
              <a:t>Giang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ts val="213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png"/><Relationship Id="rId18" Type="http://schemas.openxmlformats.org/officeDocument/2006/relationships/image" Target="../media/image12.png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5.png"/><Relationship Id="rId7" Type="http://schemas.openxmlformats.org/officeDocument/2006/relationships/image" Target="../media/image1.png"/><Relationship Id="rId12" Type="http://schemas.openxmlformats.org/officeDocument/2006/relationships/image" Target="../media/image6.png"/><Relationship Id="rId17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.png"/><Relationship Id="rId20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9.png"/><Relationship Id="rId10" Type="http://schemas.openxmlformats.org/officeDocument/2006/relationships/image" Target="../media/image4.png"/><Relationship Id="rId19" Type="http://schemas.openxmlformats.org/officeDocument/2006/relationships/image" Target="../media/image13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Relationship Id="rId14" Type="http://schemas.openxmlformats.org/officeDocument/2006/relationships/image" Target="../media/image8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CEDB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885825" cy="6858000"/>
          </a:xfrm>
          <a:custGeom>
            <a:avLst/>
            <a:gdLst/>
            <a:ahLst/>
            <a:cxnLst/>
            <a:rect l="l" t="t" r="r" b="b"/>
            <a:pathLst>
              <a:path w="885825" h="6858000">
                <a:moveTo>
                  <a:pt x="709307" y="0"/>
                </a:moveTo>
                <a:lnTo>
                  <a:pt x="0" y="0"/>
                </a:lnTo>
                <a:lnTo>
                  <a:pt x="0" y="6857999"/>
                </a:lnTo>
                <a:lnTo>
                  <a:pt x="709307" y="6857999"/>
                </a:lnTo>
                <a:lnTo>
                  <a:pt x="710895" y="6789736"/>
                </a:lnTo>
                <a:lnTo>
                  <a:pt x="718832" y="6729412"/>
                </a:lnTo>
                <a:lnTo>
                  <a:pt x="729932" y="6677025"/>
                </a:lnTo>
                <a:lnTo>
                  <a:pt x="744220" y="6630987"/>
                </a:lnTo>
                <a:lnTo>
                  <a:pt x="760082" y="6589712"/>
                </a:lnTo>
                <a:lnTo>
                  <a:pt x="779132" y="6553200"/>
                </a:lnTo>
                <a:lnTo>
                  <a:pt x="817206" y="6477000"/>
                </a:lnTo>
                <a:lnTo>
                  <a:pt x="833081" y="6440487"/>
                </a:lnTo>
                <a:lnTo>
                  <a:pt x="848944" y="6399212"/>
                </a:lnTo>
                <a:lnTo>
                  <a:pt x="864819" y="6353175"/>
                </a:lnTo>
                <a:lnTo>
                  <a:pt x="875919" y="6300787"/>
                </a:lnTo>
                <a:lnTo>
                  <a:pt x="882269" y="6240462"/>
                </a:lnTo>
                <a:lnTo>
                  <a:pt x="885444" y="6172200"/>
                </a:lnTo>
                <a:lnTo>
                  <a:pt x="882269" y="6103937"/>
                </a:lnTo>
                <a:lnTo>
                  <a:pt x="875919" y="6043612"/>
                </a:lnTo>
                <a:lnTo>
                  <a:pt x="864819" y="5991225"/>
                </a:lnTo>
                <a:lnTo>
                  <a:pt x="848944" y="5945187"/>
                </a:lnTo>
                <a:lnTo>
                  <a:pt x="833081" y="5903912"/>
                </a:lnTo>
                <a:lnTo>
                  <a:pt x="817206" y="5867400"/>
                </a:lnTo>
                <a:lnTo>
                  <a:pt x="779132" y="5791200"/>
                </a:lnTo>
                <a:lnTo>
                  <a:pt x="760082" y="5754687"/>
                </a:lnTo>
                <a:lnTo>
                  <a:pt x="744220" y="5713412"/>
                </a:lnTo>
                <a:lnTo>
                  <a:pt x="729932" y="5667375"/>
                </a:lnTo>
                <a:lnTo>
                  <a:pt x="718832" y="5614987"/>
                </a:lnTo>
                <a:lnTo>
                  <a:pt x="710895" y="5554599"/>
                </a:lnTo>
                <a:lnTo>
                  <a:pt x="709307" y="5486400"/>
                </a:lnTo>
                <a:lnTo>
                  <a:pt x="710895" y="5418074"/>
                </a:lnTo>
                <a:lnTo>
                  <a:pt x="718832" y="5357749"/>
                </a:lnTo>
                <a:lnTo>
                  <a:pt x="729932" y="5305425"/>
                </a:lnTo>
                <a:lnTo>
                  <a:pt x="744220" y="5259324"/>
                </a:lnTo>
                <a:lnTo>
                  <a:pt x="760082" y="5218049"/>
                </a:lnTo>
                <a:lnTo>
                  <a:pt x="779132" y="5181600"/>
                </a:lnTo>
                <a:lnTo>
                  <a:pt x="817206" y="5105400"/>
                </a:lnTo>
                <a:lnTo>
                  <a:pt x="833081" y="5068824"/>
                </a:lnTo>
                <a:lnTo>
                  <a:pt x="848944" y="5027549"/>
                </a:lnTo>
                <a:lnTo>
                  <a:pt x="864819" y="4981575"/>
                </a:lnTo>
                <a:lnTo>
                  <a:pt x="875919" y="4929124"/>
                </a:lnTo>
                <a:lnTo>
                  <a:pt x="882269" y="4868799"/>
                </a:lnTo>
                <a:lnTo>
                  <a:pt x="885444" y="4800600"/>
                </a:lnTo>
                <a:lnTo>
                  <a:pt x="882269" y="4732274"/>
                </a:lnTo>
                <a:lnTo>
                  <a:pt x="875919" y="4671949"/>
                </a:lnTo>
                <a:lnTo>
                  <a:pt x="864819" y="4619625"/>
                </a:lnTo>
                <a:lnTo>
                  <a:pt x="848944" y="4573524"/>
                </a:lnTo>
                <a:lnTo>
                  <a:pt x="833081" y="4532249"/>
                </a:lnTo>
                <a:lnTo>
                  <a:pt x="817206" y="4495800"/>
                </a:lnTo>
                <a:lnTo>
                  <a:pt x="779132" y="4419600"/>
                </a:lnTo>
                <a:lnTo>
                  <a:pt x="760082" y="4383024"/>
                </a:lnTo>
                <a:lnTo>
                  <a:pt x="744220" y="4341749"/>
                </a:lnTo>
                <a:lnTo>
                  <a:pt x="729932" y="4295775"/>
                </a:lnTo>
                <a:lnTo>
                  <a:pt x="718832" y="4243324"/>
                </a:lnTo>
                <a:lnTo>
                  <a:pt x="710895" y="4182999"/>
                </a:lnTo>
                <a:lnTo>
                  <a:pt x="709307" y="4114800"/>
                </a:lnTo>
                <a:lnTo>
                  <a:pt x="710895" y="4046474"/>
                </a:lnTo>
                <a:lnTo>
                  <a:pt x="718832" y="3986149"/>
                </a:lnTo>
                <a:lnTo>
                  <a:pt x="729932" y="3933825"/>
                </a:lnTo>
                <a:lnTo>
                  <a:pt x="744220" y="3887724"/>
                </a:lnTo>
                <a:lnTo>
                  <a:pt x="760082" y="3846449"/>
                </a:lnTo>
                <a:lnTo>
                  <a:pt x="779132" y="3810000"/>
                </a:lnTo>
                <a:lnTo>
                  <a:pt x="817206" y="3733800"/>
                </a:lnTo>
                <a:lnTo>
                  <a:pt x="833081" y="3697224"/>
                </a:lnTo>
                <a:lnTo>
                  <a:pt x="848944" y="3655949"/>
                </a:lnTo>
                <a:lnTo>
                  <a:pt x="864819" y="3609975"/>
                </a:lnTo>
                <a:lnTo>
                  <a:pt x="875919" y="3557524"/>
                </a:lnTo>
                <a:lnTo>
                  <a:pt x="882269" y="3497199"/>
                </a:lnTo>
                <a:lnTo>
                  <a:pt x="885444" y="3427349"/>
                </a:lnTo>
                <a:lnTo>
                  <a:pt x="882269" y="3360674"/>
                </a:lnTo>
                <a:lnTo>
                  <a:pt x="875919" y="3300349"/>
                </a:lnTo>
                <a:lnTo>
                  <a:pt x="864819" y="3248025"/>
                </a:lnTo>
                <a:lnTo>
                  <a:pt x="848944" y="3201924"/>
                </a:lnTo>
                <a:lnTo>
                  <a:pt x="833081" y="3160649"/>
                </a:lnTo>
                <a:lnTo>
                  <a:pt x="817206" y="3124200"/>
                </a:lnTo>
                <a:lnTo>
                  <a:pt x="779132" y="3048000"/>
                </a:lnTo>
                <a:lnTo>
                  <a:pt x="760082" y="3011424"/>
                </a:lnTo>
                <a:lnTo>
                  <a:pt x="744220" y="2970149"/>
                </a:lnTo>
                <a:lnTo>
                  <a:pt x="729932" y="2924175"/>
                </a:lnTo>
                <a:lnTo>
                  <a:pt x="718832" y="2871724"/>
                </a:lnTo>
                <a:lnTo>
                  <a:pt x="710895" y="2811399"/>
                </a:lnTo>
                <a:lnTo>
                  <a:pt x="709307" y="2743200"/>
                </a:lnTo>
                <a:lnTo>
                  <a:pt x="710895" y="2674874"/>
                </a:lnTo>
                <a:lnTo>
                  <a:pt x="718832" y="2614549"/>
                </a:lnTo>
                <a:lnTo>
                  <a:pt x="729932" y="2562225"/>
                </a:lnTo>
                <a:lnTo>
                  <a:pt x="744220" y="2516124"/>
                </a:lnTo>
                <a:lnTo>
                  <a:pt x="760082" y="2474849"/>
                </a:lnTo>
                <a:lnTo>
                  <a:pt x="779132" y="2438400"/>
                </a:lnTo>
                <a:lnTo>
                  <a:pt x="817206" y="2362200"/>
                </a:lnTo>
                <a:lnTo>
                  <a:pt x="833081" y="2325624"/>
                </a:lnTo>
                <a:lnTo>
                  <a:pt x="848944" y="2284349"/>
                </a:lnTo>
                <a:lnTo>
                  <a:pt x="864819" y="2238375"/>
                </a:lnTo>
                <a:lnTo>
                  <a:pt x="875919" y="2185924"/>
                </a:lnTo>
                <a:lnTo>
                  <a:pt x="882269" y="2125599"/>
                </a:lnTo>
                <a:lnTo>
                  <a:pt x="885444" y="2057400"/>
                </a:lnTo>
                <a:lnTo>
                  <a:pt x="882269" y="1989074"/>
                </a:lnTo>
                <a:lnTo>
                  <a:pt x="875919" y="1928749"/>
                </a:lnTo>
                <a:lnTo>
                  <a:pt x="864819" y="1876425"/>
                </a:lnTo>
                <a:lnTo>
                  <a:pt x="848944" y="1830324"/>
                </a:lnTo>
                <a:lnTo>
                  <a:pt x="833081" y="1789049"/>
                </a:lnTo>
                <a:lnTo>
                  <a:pt x="817206" y="1752600"/>
                </a:lnTo>
                <a:lnTo>
                  <a:pt x="779132" y="1676400"/>
                </a:lnTo>
                <a:lnTo>
                  <a:pt x="760082" y="1639824"/>
                </a:lnTo>
                <a:lnTo>
                  <a:pt x="744220" y="1598549"/>
                </a:lnTo>
                <a:lnTo>
                  <a:pt x="729932" y="1552575"/>
                </a:lnTo>
                <a:lnTo>
                  <a:pt x="718832" y="1500124"/>
                </a:lnTo>
                <a:lnTo>
                  <a:pt x="710895" y="1439799"/>
                </a:lnTo>
                <a:lnTo>
                  <a:pt x="709307" y="1371600"/>
                </a:lnTo>
                <a:lnTo>
                  <a:pt x="710895" y="1303274"/>
                </a:lnTo>
                <a:lnTo>
                  <a:pt x="718832" y="1242949"/>
                </a:lnTo>
                <a:lnTo>
                  <a:pt x="729932" y="1190625"/>
                </a:lnTo>
                <a:lnTo>
                  <a:pt x="744220" y="1144524"/>
                </a:lnTo>
                <a:lnTo>
                  <a:pt x="760082" y="1103249"/>
                </a:lnTo>
                <a:lnTo>
                  <a:pt x="779132" y="1066800"/>
                </a:lnTo>
                <a:lnTo>
                  <a:pt x="817206" y="990600"/>
                </a:lnTo>
                <a:lnTo>
                  <a:pt x="833081" y="954024"/>
                </a:lnTo>
                <a:lnTo>
                  <a:pt x="848944" y="912749"/>
                </a:lnTo>
                <a:lnTo>
                  <a:pt x="864819" y="866775"/>
                </a:lnTo>
                <a:lnTo>
                  <a:pt x="875919" y="814324"/>
                </a:lnTo>
                <a:lnTo>
                  <a:pt x="882269" y="753999"/>
                </a:lnTo>
                <a:lnTo>
                  <a:pt x="885444" y="685800"/>
                </a:lnTo>
                <a:lnTo>
                  <a:pt x="882269" y="617474"/>
                </a:lnTo>
                <a:lnTo>
                  <a:pt x="875919" y="557149"/>
                </a:lnTo>
                <a:lnTo>
                  <a:pt x="864819" y="504825"/>
                </a:lnTo>
                <a:lnTo>
                  <a:pt x="848944" y="458724"/>
                </a:lnTo>
                <a:lnTo>
                  <a:pt x="833081" y="417449"/>
                </a:lnTo>
                <a:lnTo>
                  <a:pt x="817206" y="381000"/>
                </a:lnTo>
                <a:lnTo>
                  <a:pt x="779132" y="304800"/>
                </a:lnTo>
                <a:lnTo>
                  <a:pt x="760082" y="268224"/>
                </a:lnTo>
                <a:lnTo>
                  <a:pt x="744220" y="226949"/>
                </a:lnTo>
                <a:lnTo>
                  <a:pt x="729932" y="180975"/>
                </a:lnTo>
                <a:lnTo>
                  <a:pt x="718832" y="128524"/>
                </a:lnTo>
                <a:lnTo>
                  <a:pt x="710895" y="68199"/>
                </a:lnTo>
                <a:lnTo>
                  <a:pt x="709307" y="0"/>
                </a:lnTo>
                <a:close/>
              </a:path>
            </a:pathLst>
          </a:custGeom>
          <a:solidFill>
            <a:srgbClr val="3735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908535" y="0"/>
            <a:ext cx="283845" cy="6858000"/>
          </a:xfrm>
          <a:custGeom>
            <a:avLst/>
            <a:gdLst/>
            <a:ahLst/>
            <a:cxnLst/>
            <a:rect l="l" t="t" r="r" b="b"/>
            <a:pathLst>
              <a:path w="283845" h="6858000">
                <a:moveTo>
                  <a:pt x="283464" y="0"/>
                </a:moveTo>
                <a:lnTo>
                  <a:pt x="0" y="0"/>
                </a:lnTo>
                <a:lnTo>
                  <a:pt x="0" y="6858000"/>
                </a:lnTo>
                <a:lnTo>
                  <a:pt x="283464" y="6858000"/>
                </a:lnTo>
                <a:lnTo>
                  <a:pt x="283464" y="0"/>
                </a:lnTo>
                <a:close/>
              </a:path>
            </a:pathLst>
          </a:custGeom>
          <a:solidFill>
            <a:srgbClr val="3493B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6576" y="124968"/>
            <a:ext cx="12117324" cy="6144768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38100" y="126492"/>
            <a:ext cx="12115800" cy="6143625"/>
          </a:xfrm>
          <a:custGeom>
            <a:avLst/>
            <a:gdLst/>
            <a:ahLst/>
            <a:cxnLst/>
            <a:rect l="l" t="t" r="r" b="b"/>
            <a:pathLst>
              <a:path w="12115800" h="6143625">
                <a:moveTo>
                  <a:pt x="0" y="69850"/>
                </a:moveTo>
                <a:lnTo>
                  <a:pt x="5489" y="42648"/>
                </a:lnTo>
                <a:lnTo>
                  <a:pt x="20459" y="20447"/>
                </a:lnTo>
                <a:lnTo>
                  <a:pt x="42663" y="5484"/>
                </a:lnTo>
                <a:lnTo>
                  <a:pt x="69853" y="0"/>
                </a:lnTo>
                <a:lnTo>
                  <a:pt x="12045950" y="0"/>
                </a:lnTo>
                <a:lnTo>
                  <a:pt x="12073151" y="5484"/>
                </a:lnTo>
                <a:lnTo>
                  <a:pt x="12095353" y="20447"/>
                </a:lnTo>
                <a:lnTo>
                  <a:pt x="12110315" y="42648"/>
                </a:lnTo>
                <a:lnTo>
                  <a:pt x="12115800" y="69850"/>
                </a:lnTo>
                <a:lnTo>
                  <a:pt x="12115800" y="6073394"/>
                </a:lnTo>
                <a:lnTo>
                  <a:pt x="12110315" y="6100579"/>
                </a:lnTo>
                <a:lnTo>
                  <a:pt x="12095353" y="6122782"/>
                </a:lnTo>
                <a:lnTo>
                  <a:pt x="12073151" y="6137753"/>
                </a:lnTo>
                <a:lnTo>
                  <a:pt x="12045950" y="6143244"/>
                </a:lnTo>
                <a:lnTo>
                  <a:pt x="69853" y="6143244"/>
                </a:lnTo>
                <a:lnTo>
                  <a:pt x="42663" y="6137753"/>
                </a:lnTo>
                <a:lnTo>
                  <a:pt x="20459" y="6122782"/>
                </a:lnTo>
                <a:lnTo>
                  <a:pt x="5489" y="6100579"/>
                </a:lnTo>
                <a:lnTo>
                  <a:pt x="0" y="6073394"/>
                </a:lnTo>
                <a:lnTo>
                  <a:pt x="0" y="69850"/>
                </a:lnTo>
                <a:close/>
              </a:path>
            </a:pathLst>
          </a:custGeom>
          <a:ln w="3175">
            <a:solidFill>
              <a:srgbClr val="3493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246126" y="214121"/>
            <a:ext cx="11737975" cy="6006465"/>
          </a:xfrm>
          <a:custGeom>
            <a:avLst/>
            <a:gdLst/>
            <a:ahLst/>
            <a:cxnLst/>
            <a:rect l="l" t="t" r="r" b="b"/>
            <a:pathLst>
              <a:path w="11737975" h="6006465">
                <a:moveTo>
                  <a:pt x="11737721" y="94361"/>
                </a:moveTo>
                <a:lnTo>
                  <a:pt x="11728069" y="57404"/>
                </a:lnTo>
                <a:lnTo>
                  <a:pt x="11715242" y="40386"/>
                </a:lnTo>
                <a:lnTo>
                  <a:pt x="11714861" y="39878"/>
                </a:lnTo>
                <a:lnTo>
                  <a:pt x="11714353" y="39497"/>
                </a:lnTo>
                <a:lnTo>
                  <a:pt x="11704320" y="31254"/>
                </a:lnTo>
                <a:lnTo>
                  <a:pt x="11703685" y="30607"/>
                </a:lnTo>
                <a:lnTo>
                  <a:pt x="11703304" y="30480"/>
                </a:lnTo>
                <a:lnTo>
                  <a:pt x="11696827" y="26555"/>
                </a:lnTo>
                <a:lnTo>
                  <a:pt x="11690096" y="23380"/>
                </a:lnTo>
                <a:lnTo>
                  <a:pt x="11682857" y="20701"/>
                </a:lnTo>
                <a:lnTo>
                  <a:pt x="11681803" y="20472"/>
                </a:lnTo>
                <a:lnTo>
                  <a:pt x="11681409" y="19862"/>
                </a:lnTo>
                <a:lnTo>
                  <a:pt x="11659845" y="5334"/>
                </a:lnTo>
                <a:lnTo>
                  <a:pt x="11633454" y="0"/>
                </a:lnTo>
                <a:lnTo>
                  <a:pt x="67868" y="0"/>
                </a:lnTo>
                <a:lnTo>
                  <a:pt x="41452" y="5334"/>
                </a:lnTo>
                <a:lnTo>
                  <a:pt x="19875" y="19862"/>
                </a:lnTo>
                <a:lnTo>
                  <a:pt x="5334" y="41427"/>
                </a:lnTo>
                <a:lnTo>
                  <a:pt x="0" y="67830"/>
                </a:lnTo>
                <a:lnTo>
                  <a:pt x="0" y="5901639"/>
                </a:lnTo>
                <a:lnTo>
                  <a:pt x="5334" y="5928055"/>
                </a:lnTo>
                <a:lnTo>
                  <a:pt x="19875" y="5949632"/>
                </a:lnTo>
                <a:lnTo>
                  <a:pt x="20523" y="5950077"/>
                </a:lnTo>
                <a:lnTo>
                  <a:pt x="21056" y="5952121"/>
                </a:lnTo>
                <a:lnTo>
                  <a:pt x="51968" y="5992965"/>
                </a:lnTo>
                <a:lnTo>
                  <a:pt x="94856" y="6005969"/>
                </a:lnTo>
                <a:lnTo>
                  <a:pt x="11660886" y="6005957"/>
                </a:lnTo>
                <a:lnTo>
                  <a:pt x="11703355" y="5992927"/>
                </a:lnTo>
                <a:lnTo>
                  <a:pt x="11704320" y="5992165"/>
                </a:lnTo>
                <a:lnTo>
                  <a:pt x="11710645" y="5986932"/>
                </a:lnTo>
                <a:lnTo>
                  <a:pt x="11714353" y="5983871"/>
                </a:lnTo>
                <a:lnTo>
                  <a:pt x="11714861" y="5983490"/>
                </a:lnTo>
                <a:lnTo>
                  <a:pt x="11715242" y="5983071"/>
                </a:lnTo>
                <a:lnTo>
                  <a:pt x="11723878" y="5972619"/>
                </a:lnTo>
                <a:lnTo>
                  <a:pt x="11724259" y="5972264"/>
                </a:lnTo>
                <a:lnTo>
                  <a:pt x="11724767" y="5971502"/>
                </a:lnTo>
                <a:lnTo>
                  <a:pt x="11737721" y="5928626"/>
                </a:lnTo>
                <a:lnTo>
                  <a:pt x="11737721" y="9436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246125" y="214122"/>
            <a:ext cx="11701780" cy="5969635"/>
          </a:xfrm>
          <a:custGeom>
            <a:avLst/>
            <a:gdLst/>
            <a:ahLst/>
            <a:cxnLst/>
            <a:rect l="l" t="t" r="r" b="b"/>
            <a:pathLst>
              <a:path w="11701780" h="5969635">
                <a:moveTo>
                  <a:pt x="0" y="67818"/>
                </a:moveTo>
                <a:lnTo>
                  <a:pt x="5334" y="41415"/>
                </a:lnTo>
                <a:lnTo>
                  <a:pt x="19880" y="19859"/>
                </a:lnTo>
                <a:lnTo>
                  <a:pt x="41453" y="5328"/>
                </a:lnTo>
                <a:lnTo>
                  <a:pt x="67868" y="0"/>
                </a:lnTo>
                <a:lnTo>
                  <a:pt x="11633454" y="0"/>
                </a:lnTo>
                <a:lnTo>
                  <a:pt x="11659856" y="5328"/>
                </a:lnTo>
                <a:lnTo>
                  <a:pt x="11681412" y="19859"/>
                </a:lnTo>
                <a:lnTo>
                  <a:pt x="11695943" y="41415"/>
                </a:lnTo>
                <a:lnTo>
                  <a:pt x="11701272" y="67818"/>
                </a:lnTo>
                <a:lnTo>
                  <a:pt x="11701272" y="5901639"/>
                </a:lnTo>
                <a:lnTo>
                  <a:pt x="11695943" y="5928054"/>
                </a:lnTo>
                <a:lnTo>
                  <a:pt x="11681412" y="5949627"/>
                </a:lnTo>
                <a:lnTo>
                  <a:pt x="11659856" y="5964173"/>
                </a:lnTo>
                <a:lnTo>
                  <a:pt x="11633454" y="5969508"/>
                </a:lnTo>
                <a:lnTo>
                  <a:pt x="67868" y="5969508"/>
                </a:lnTo>
                <a:lnTo>
                  <a:pt x="41453" y="5964173"/>
                </a:lnTo>
                <a:lnTo>
                  <a:pt x="19880" y="5949627"/>
                </a:lnTo>
                <a:lnTo>
                  <a:pt x="5334" y="5928054"/>
                </a:lnTo>
                <a:lnTo>
                  <a:pt x="0" y="5901639"/>
                </a:lnTo>
                <a:lnTo>
                  <a:pt x="0" y="67818"/>
                </a:lnTo>
                <a:close/>
              </a:path>
            </a:pathLst>
          </a:custGeom>
          <a:ln w="19050">
            <a:solidFill>
              <a:srgbClr val="093B7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8727948" y="6272783"/>
            <a:ext cx="1240790" cy="431800"/>
          </a:xfrm>
          <a:custGeom>
            <a:avLst/>
            <a:gdLst/>
            <a:ahLst/>
            <a:cxnLst/>
            <a:rect l="l" t="t" r="r" b="b"/>
            <a:pathLst>
              <a:path w="1240790" h="431800">
                <a:moveTo>
                  <a:pt x="605028" y="0"/>
                </a:moveTo>
                <a:lnTo>
                  <a:pt x="431800" y="0"/>
                </a:lnTo>
                <a:lnTo>
                  <a:pt x="0" y="431292"/>
                </a:lnTo>
                <a:lnTo>
                  <a:pt x="173228" y="431292"/>
                </a:lnTo>
                <a:lnTo>
                  <a:pt x="605028" y="0"/>
                </a:lnTo>
                <a:close/>
              </a:path>
              <a:path w="1240790" h="431800">
                <a:moveTo>
                  <a:pt x="922020" y="0"/>
                </a:moveTo>
                <a:lnTo>
                  <a:pt x="749173" y="0"/>
                </a:lnTo>
                <a:lnTo>
                  <a:pt x="318516" y="431292"/>
                </a:lnTo>
                <a:lnTo>
                  <a:pt x="491363" y="431292"/>
                </a:lnTo>
                <a:lnTo>
                  <a:pt x="922020" y="0"/>
                </a:lnTo>
                <a:close/>
              </a:path>
              <a:path w="1240790" h="431800">
                <a:moveTo>
                  <a:pt x="1240536" y="0"/>
                </a:moveTo>
                <a:lnTo>
                  <a:pt x="1067689" y="0"/>
                </a:lnTo>
                <a:lnTo>
                  <a:pt x="637032" y="431292"/>
                </a:lnTo>
                <a:lnTo>
                  <a:pt x="809879" y="431292"/>
                </a:lnTo>
                <a:lnTo>
                  <a:pt x="1240536" y="0"/>
                </a:lnTo>
                <a:close/>
              </a:path>
            </a:pathLst>
          </a:custGeom>
          <a:solidFill>
            <a:srgbClr val="3493B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bg object 2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276588" y="6425178"/>
            <a:ext cx="605027" cy="432821"/>
          </a:xfrm>
          <a:prstGeom prst="rect">
            <a:avLst/>
          </a:prstGeom>
        </p:spPr>
      </p:pic>
      <p:sp>
        <p:nvSpPr>
          <p:cNvPr id="25" name="bg object 25"/>
          <p:cNvSpPr/>
          <p:nvPr/>
        </p:nvSpPr>
        <p:spPr>
          <a:xfrm>
            <a:off x="9276588" y="6422936"/>
            <a:ext cx="607060" cy="435609"/>
          </a:xfrm>
          <a:custGeom>
            <a:avLst/>
            <a:gdLst/>
            <a:ahLst/>
            <a:cxnLst/>
            <a:rect l="l" t="t" r="r" b="b"/>
            <a:pathLst>
              <a:path w="607059" h="435609">
                <a:moveTo>
                  <a:pt x="2285" y="0"/>
                </a:moveTo>
                <a:lnTo>
                  <a:pt x="940" y="3191"/>
                </a:lnTo>
                <a:lnTo>
                  <a:pt x="431297" y="435061"/>
                </a:lnTo>
                <a:lnTo>
                  <a:pt x="600514" y="435061"/>
                </a:lnTo>
                <a:lnTo>
                  <a:pt x="599799" y="434344"/>
                </a:lnTo>
                <a:lnTo>
                  <a:pt x="435101" y="434344"/>
                </a:lnTo>
                <a:lnTo>
                  <a:pt x="432815" y="433410"/>
                </a:lnTo>
                <a:lnTo>
                  <a:pt x="434171" y="433410"/>
                </a:lnTo>
                <a:lnTo>
                  <a:pt x="2285" y="0"/>
                </a:lnTo>
                <a:close/>
              </a:path>
              <a:path w="607059" h="435609">
                <a:moveTo>
                  <a:pt x="171450" y="4483"/>
                </a:moveTo>
                <a:lnTo>
                  <a:pt x="600514" y="435061"/>
                </a:lnTo>
                <a:lnTo>
                  <a:pt x="605033" y="435061"/>
                </a:lnTo>
                <a:lnTo>
                  <a:pt x="176899" y="5422"/>
                </a:lnTo>
                <a:lnTo>
                  <a:pt x="173735" y="5422"/>
                </a:lnTo>
                <a:lnTo>
                  <a:pt x="171450" y="4483"/>
                </a:lnTo>
                <a:close/>
              </a:path>
              <a:path w="607059" h="435609">
                <a:moveTo>
                  <a:pt x="606551" y="433410"/>
                </a:moveTo>
                <a:lnTo>
                  <a:pt x="603388" y="433410"/>
                </a:lnTo>
                <a:lnTo>
                  <a:pt x="605033" y="435061"/>
                </a:lnTo>
                <a:lnTo>
                  <a:pt x="605855" y="435061"/>
                </a:lnTo>
                <a:lnTo>
                  <a:pt x="606551" y="433410"/>
                </a:lnTo>
                <a:close/>
              </a:path>
              <a:path w="607059" h="435609">
                <a:moveTo>
                  <a:pt x="434171" y="433410"/>
                </a:moveTo>
                <a:lnTo>
                  <a:pt x="432815" y="433410"/>
                </a:lnTo>
                <a:lnTo>
                  <a:pt x="435101" y="434344"/>
                </a:lnTo>
                <a:lnTo>
                  <a:pt x="434171" y="433410"/>
                </a:lnTo>
                <a:close/>
              </a:path>
              <a:path w="607059" h="435609">
                <a:moveTo>
                  <a:pt x="598869" y="433410"/>
                </a:moveTo>
                <a:lnTo>
                  <a:pt x="434171" y="433410"/>
                </a:lnTo>
                <a:lnTo>
                  <a:pt x="435101" y="434344"/>
                </a:lnTo>
                <a:lnTo>
                  <a:pt x="599799" y="434344"/>
                </a:lnTo>
                <a:lnTo>
                  <a:pt x="598869" y="433410"/>
                </a:lnTo>
                <a:close/>
              </a:path>
              <a:path w="607059" h="435609">
                <a:moveTo>
                  <a:pt x="940" y="3191"/>
                </a:moveTo>
                <a:lnTo>
                  <a:pt x="0" y="5422"/>
                </a:lnTo>
                <a:lnTo>
                  <a:pt x="3163" y="5422"/>
                </a:lnTo>
                <a:lnTo>
                  <a:pt x="940" y="3191"/>
                </a:lnTo>
                <a:close/>
              </a:path>
              <a:path w="607059" h="435609">
                <a:moveTo>
                  <a:pt x="173735" y="2247"/>
                </a:moveTo>
                <a:lnTo>
                  <a:pt x="4525" y="2247"/>
                </a:lnTo>
                <a:lnTo>
                  <a:pt x="7689" y="5422"/>
                </a:lnTo>
                <a:lnTo>
                  <a:pt x="172386" y="5422"/>
                </a:lnTo>
                <a:lnTo>
                  <a:pt x="171450" y="4483"/>
                </a:lnTo>
                <a:lnTo>
                  <a:pt x="175963" y="4483"/>
                </a:lnTo>
                <a:lnTo>
                  <a:pt x="173735" y="2247"/>
                </a:lnTo>
                <a:close/>
              </a:path>
              <a:path w="607059" h="435609">
                <a:moveTo>
                  <a:pt x="175963" y="4483"/>
                </a:moveTo>
                <a:lnTo>
                  <a:pt x="171450" y="4483"/>
                </a:lnTo>
                <a:lnTo>
                  <a:pt x="173735" y="5422"/>
                </a:lnTo>
                <a:lnTo>
                  <a:pt x="176899" y="5422"/>
                </a:lnTo>
                <a:lnTo>
                  <a:pt x="175963" y="4483"/>
                </a:lnTo>
                <a:close/>
              </a:path>
              <a:path w="607059" h="435609">
                <a:moveTo>
                  <a:pt x="1338" y="2247"/>
                </a:moveTo>
                <a:lnTo>
                  <a:pt x="0" y="2247"/>
                </a:lnTo>
                <a:lnTo>
                  <a:pt x="940" y="3191"/>
                </a:lnTo>
                <a:lnTo>
                  <a:pt x="1338" y="2247"/>
                </a:lnTo>
                <a:close/>
              </a:path>
            </a:pathLst>
          </a:custGeom>
          <a:solidFill>
            <a:srgbClr val="093B7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bg object 2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958071" y="6425178"/>
            <a:ext cx="606551" cy="432821"/>
          </a:xfrm>
          <a:prstGeom prst="rect">
            <a:avLst/>
          </a:prstGeom>
        </p:spPr>
      </p:pic>
      <p:sp>
        <p:nvSpPr>
          <p:cNvPr id="27" name="bg object 27"/>
          <p:cNvSpPr/>
          <p:nvPr/>
        </p:nvSpPr>
        <p:spPr>
          <a:xfrm>
            <a:off x="8958071" y="6422936"/>
            <a:ext cx="608330" cy="435609"/>
          </a:xfrm>
          <a:custGeom>
            <a:avLst/>
            <a:gdLst/>
            <a:ahLst/>
            <a:cxnLst/>
            <a:rect l="l" t="t" r="r" b="b"/>
            <a:pathLst>
              <a:path w="608329" h="435609">
                <a:moveTo>
                  <a:pt x="2285" y="0"/>
                </a:moveTo>
                <a:lnTo>
                  <a:pt x="941" y="3189"/>
                </a:lnTo>
                <a:lnTo>
                  <a:pt x="432436" y="435061"/>
                </a:lnTo>
                <a:lnTo>
                  <a:pt x="602026" y="435061"/>
                </a:lnTo>
                <a:lnTo>
                  <a:pt x="601307" y="434341"/>
                </a:lnTo>
                <a:lnTo>
                  <a:pt x="436118" y="434341"/>
                </a:lnTo>
                <a:lnTo>
                  <a:pt x="433958" y="433410"/>
                </a:lnTo>
                <a:lnTo>
                  <a:pt x="435188" y="433410"/>
                </a:lnTo>
                <a:lnTo>
                  <a:pt x="2285" y="0"/>
                </a:lnTo>
                <a:close/>
              </a:path>
              <a:path w="608329" h="435609">
                <a:moveTo>
                  <a:pt x="171957" y="4495"/>
                </a:moveTo>
                <a:lnTo>
                  <a:pt x="602026" y="435061"/>
                </a:lnTo>
                <a:lnTo>
                  <a:pt x="606553" y="435061"/>
                </a:lnTo>
                <a:lnTo>
                  <a:pt x="177289" y="5422"/>
                </a:lnTo>
                <a:lnTo>
                  <a:pt x="174117" y="5422"/>
                </a:lnTo>
                <a:lnTo>
                  <a:pt x="171957" y="4495"/>
                </a:lnTo>
                <a:close/>
              </a:path>
              <a:path w="608329" h="435609">
                <a:moveTo>
                  <a:pt x="608076" y="433410"/>
                </a:moveTo>
                <a:lnTo>
                  <a:pt x="604903" y="433410"/>
                </a:lnTo>
                <a:lnTo>
                  <a:pt x="606553" y="435061"/>
                </a:lnTo>
                <a:lnTo>
                  <a:pt x="607379" y="435061"/>
                </a:lnTo>
                <a:lnTo>
                  <a:pt x="608076" y="433410"/>
                </a:lnTo>
                <a:close/>
              </a:path>
              <a:path w="608329" h="435609">
                <a:moveTo>
                  <a:pt x="435188" y="433410"/>
                </a:moveTo>
                <a:lnTo>
                  <a:pt x="433958" y="433410"/>
                </a:lnTo>
                <a:lnTo>
                  <a:pt x="436118" y="434341"/>
                </a:lnTo>
                <a:lnTo>
                  <a:pt x="435188" y="433410"/>
                </a:lnTo>
                <a:close/>
              </a:path>
              <a:path w="608329" h="435609">
                <a:moveTo>
                  <a:pt x="600377" y="433410"/>
                </a:moveTo>
                <a:lnTo>
                  <a:pt x="435188" y="433410"/>
                </a:lnTo>
                <a:lnTo>
                  <a:pt x="436118" y="434341"/>
                </a:lnTo>
                <a:lnTo>
                  <a:pt x="601307" y="434341"/>
                </a:lnTo>
                <a:lnTo>
                  <a:pt x="600377" y="433410"/>
                </a:lnTo>
                <a:close/>
              </a:path>
              <a:path w="608329" h="435609">
                <a:moveTo>
                  <a:pt x="941" y="3189"/>
                </a:moveTo>
                <a:lnTo>
                  <a:pt x="0" y="5422"/>
                </a:lnTo>
                <a:lnTo>
                  <a:pt x="3172" y="5422"/>
                </a:lnTo>
                <a:lnTo>
                  <a:pt x="941" y="3189"/>
                </a:lnTo>
                <a:close/>
              </a:path>
              <a:path w="608329" h="435609">
                <a:moveTo>
                  <a:pt x="174117" y="2247"/>
                </a:moveTo>
                <a:lnTo>
                  <a:pt x="4531" y="2247"/>
                </a:lnTo>
                <a:lnTo>
                  <a:pt x="7702" y="5422"/>
                </a:lnTo>
                <a:lnTo>
                  <a:pt x="172884" y="5422"/>
                </a:lnTo>
                <a:lnTo>
                  <a:pt x="171957" y="4495"/>
                </a:lnTo>
                <a:lnTo>
                  <a:pt x="176362" y="4495"/>
                </a:lnTo>
                <a:lnTo>
                  <a:pt x="174117" y="2247"/>
                </a:lnTo>
                <a:close/>
              </a:path>
              <a:path w="608329" h="435609">
                <a:moveTo>
                  <a:pt x="176362" y="4495"/>
                </a:moveTo>
                <a:lnTo>
                  <a:pt x="171957" y="4495"/>
                </a:lnTo>
                <a:lnTo>
                  <a:pt x="174117" y="5422"/>
                </a:lnTo>
                <a:lnTo>
                  <a:pt x="177289" y="5422"/>
                </a:lnTo>
                <a:lnTo>
                  <a:pt x="176362" y="4495"/>
                </a:lnTo>
                <a:close/>
              </a:path>
              <a:path w="608329" h="435609">
                <a:moveTo>
                  <a:pt x="1338" y="2247"/>
                </a:moveTo>
                <a:lnTo>
                  <a:pt x="0" y="2247"/>
                </a:lnTo>
                <a:lnTo>
                  <a:pt x="941" y="3189"/>
                </a:lnTo>
                <a:lnTo>
                  <a:pt x="1338" y="2247"/>
                </a:lnTo>
                <a:close/>
              </a:path>
            </a:pathLst>
          </a:custGeom>
          <a:solidFill>
            <a:srgbClr val="093B7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8" name="bg object 2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641080" y="6425178"/>
            <a:ext cx="605027" cy="432821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0" y="5766815"/>
            <a:ext cx="1703832" cy="1091181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418576" y="5961888"/>
            <a:ext cx="2596896" cy="896111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851135" y="0"/>
            <a:ext cx="2282698" cy="420624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753856" y="6362700"/>
            <a:ext cx="349757" cy="319265"/>
          </a:xfrm>
          <a:prstGeom prst="rect">
            <a:avLst/>
          </a:prstGeom>
        </p:spPr>
      </p:pic>
      <p:sp>
        <p:nvSpPr>
          <p:cNvPr id="33" name="bg object 33"/>
          <p:cNvSpPr/>
          <p:nvPr/>
        </p:nvSpPr>
        <p:spPr>
          <a:xfrm>
            <a:off x="8754744" y="6364389"/>
            <a:ext cx="350520" cy="318770"/>
          </a:xfrm>
          <a:custGeom>
            <a:avLst/>
            <a:gdLst/>
            <a:ahLst/>
            <a:cxnLst/>
            <a:rect l="l" t="t" r="r" b="b"/>
            <a:pathLst>
              <a:path w="350520" h="318770">
                <a:moveTo>
                  <a:pt x="350393" y="206235"/>
                </a:moveTo>
                <a:lnTo>
                  <a:pt x="235203" y="128346"/>
                </a:lnTo>
                <a:lnTo>
                  <a:pt x="217804" y="0"/>
                </a:lnTo>
                <a:lnTo>
                  <a:pt x="138683" y="102476"/>
                </a:lnTo>
                <a:lnTo>
                  <a:pt x="0" y="112344"/>
                </a:lnTo>
                <a:lnTo>
                  <a:pt x="115188" y="190233"/>
                </a:lnTo>
                <a:lnTo>
                  <a:pt x="132460" y="318579"/>
                </a:lnTo>
                <a:lnTo>
                  <a:pt x="211708" y="216090"/>
                </a:lnTo>
                <a:lnTo>
                  <a:pt x="350393" y="206235"/>
                </a:lnTo>
              </a:path>
            </a:pathLst>
          </a:custGeom>
          <a:ln w="12700">
            <a:solidFill>
              <a:srgbClr val="3493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4" name="bg object 3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410956" y="6577583"/>
            <a:ext cx="128016" cy="117347"/>
          </a:xfrm>
          <a:prstGeom prst="rect">
            <a:avLst/>
          </a:prstGeom>
        </p:spPr>
      </p:pic>
      <p:sp>
        <p:nvSpPr>
          <p:cNvPr id="35" name="bg object 35"/>
          <p:cNvSpPr/>
          <p:nvPr/>
        </p:nvSpPr>
        <p:spPr>
          <a:xfrm>
            <a:off x="8412480" y="6579107"/>
            <a:ext cx="127000" cy="116205"/>
          </a:xfrm>
          <a:custGeom>
            <a:avLst/>
            <a:gdLst/>
            <a:ahLst/>
            <a:cxnLst/>
            <a:rect l="l" t="t" r="r" b="b"/>
            <a:pathLst>
              <a:path w="127000" h="116204">
                <a:moveTo>
                  <a:pt x="126492" y="57912"/>
                </a:moveTo>
                <a:lnTo>
                  <a:pt x="121521" y="35372"/>
                </a:lnTo>
                <a:lnTo>
                  <a:pt x="107965" y="16964"/>
                </a:lnTo>
                <a:lnTo>
                  <a:pt x="87862" y="4551"/>
                </a:lnTo>
                <a:lnTo>
                  <a:pt x="63246" y="0"/>
                </a:lnTo>
                <a:lnTo>
                  <a:pt x="38629" y="4551"/>
                </a:lnTo>
                <a:lnTo>
                  <a:pt x="18526" y="16964"/>
                </a:lnTo>
                <a:lnTo>
                  <a:pt x="4970" y="35372"/>
                </a:lnTo>
                <a:lnTo>
                  <a:pt x="0" y="57912"/>
                </a:lnTo>
                <a:lnTo>
                  <a:pt x="4970" y="80451"/>
                </a:lnTo>
                <a:lnTo>
                  <a:pt x="18526" y="98859"/>
                </a:lnTo>
                <a:lnTo>
                  <a:pt x="38629" y="111272"/>
                </a:lnTo>
                <a:lnTo>
                  <a:pt x="63246" y="115824"/>
                </a:lnTo>
                <a:lnTo>
                  <a:pt x="87862" y="111272"/>
                </a:lnTo>
                <a:lnTo>
                  <a:pt x="107965" y="98859"/>
                </a:lnTo>
                <a:lnTo>
                  <a:pt x="121521" y="80451"/>
                </a:lnTo>
                <a:lnTo>
                  <a:pt x="126492" y="57912"/>
                </a:lnTo>
                <a:close/>
              </a:path>
            </a:pathLst>
          </a:custGeom>
          <a:ln w="12700">
            <a:solidFill>
              <a:srgbClr val="3493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6" name="bg object 3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9003792" y="6092952"/>
            <a:ext cx="204850" cy="186461"/>
          </a:xfrm>
          <a:prstGeom prst="rect">
            <a:avLst/>
          </a:prstGeom>
        </p:spPr>
      </p:pic>
      <p:sp>
        <p:nvSpPr>
          <p:cNvPr id="37" name="bg object 37"/>
          <p:cNvSpPr/>
          <p:nvPr/>
        </p:nvSpPr>
        <p:spPr>
          <a:xfrm>
            <a:off x="9005951" y="6095149"/>
            <a:ext cx="203200" cy="184785"/>
          </a:xfrm>
          <a:custGeom>
            <a:avLst/>
            <a:gdLst/>
            <a:ahLst/>
            <a:cxnLst/>
            <a:rect l="l" t="t" r="r" b="b"/>
            <a:pathLst>
              <a:path w="203200" h="184785">
                <a:moveTo>
                  <a:pt x="202692" y="106781"/>
                </a:moveTo>
                <a:lnTo>
                  <a:pt x="132969" y="70789"/>
                </a:lnTo>
                <a:lnTo>
                  <a:pt x="114680" y="0"/>
                </a:lnTo>
                <a:lnTo>
                  <a:pt x="77089" y="62725"/>
                </a:lnTo>
                <a:lnTo>
                  <a:pt x="0" y="77482"/>
                </a:lnTo>
                <a:lnTo>
                  <a:pt x="69723" y="113474"/>
                </a:lnTo>
                <a:lnTo>
                  <a:pt x="88010" y="184264"/>
                </a:lnTo>
                <a:lnTo>
                  <a:pt x="125602" y="121539"/>
                </a:lnTo>
                <a:lnTo>
                  <a:pt x="202692" y="106781"/>
                </a:lnTo>
                <a:close/>
              </a:path>
            </a:pathLst>
          </a:custGeom>
          <a:ln w="12700">
            <a:solidFill>
              <a:srgbClr val="3493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8" name="bg object 3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8682228" y="6153911"/>
            <a:ext cx="97536" cy="89915"/>
          </a:xfrm>
          <a:prstGeom prst="rect">
            <a:avLst/>
          </a:prstGeom>
        </p:spPr>
      </p:pic>
      <p:sp>
        <p:nvSpPr>
          <p:cNvPr id="39" name="bg object 39"/>
          <p:cNvSpPr/>
          <p:nvPr/>
        </p:nvSpPr>
        <p:spPr>
          <a:xfrm>
            <a:off x="8683752" y="6155435"/>
            <a:ext cx="96520" cy="88900"/>
          </a:xfrm>
          <a:custGeom>
            <a:avLst/>
            <a:gdLst/>
            <a:ahLst/>
            <a:cxnLst/>
            <a:rect l="l" t="t" r="r" b="b"/>
            <a:pathLst>
              <a:path w="96520" h="88900">
                <a:moveTo>
                  <a:pt x="96012" y="44195"/>
                </a:moveTo>
                <a:lnTo>
                  <a:pt x="92243" y="26992"/>
                </a:lnTo>
                <a:lnTo>
                  <a:pt x="81962" y="12944"/>
                </a:lnTo>
                <a:lnTo>
                  <a:pt x="66704" y="3473"/>
                </a:lnTo>
                <a:lnTo>
                  <a:pt x="48005" y="0"/>
                </a:lnTo>
                <a:lnTo>
                  <a:pt x="29307" y="3473"/>
                </a:lnTo>
                <a:lnTo>
                  <a:pt x="14049" y="12944"/>
                </a:lnTo>
                <a:lnTo>
                  <a:pt x="3768" y="26992"/>
                </a:lnTo>
                <a:lnTo>
                  <a:pt x="0" y="44195"/>
                </a:lnTo>
                <a:lnTo>
                  <a:pt x="3768" y="61399"/>
                </a:lnTo>
                <a:lnTo>
                  <a:pt x="14049" y="75447"/>
                </a:lnTo>
                <a:lnTo>
                  <a:pt x="29307" y="84918"/>
                </a:lnTo>
                <a:lnTo>
                  <a:pt x="48005" y="88391"/>
                </a:lnTo>
                <a:lnTo>
                  <a:pt x="66704" y="84918"/>
                </a:lnTo>
                <a:lnTo>
                  <a:pt x="81962" y="75447"/>
                </a:lnTo>
                <a:lnTo>
                  <a:pt x="92243" y="61399"/>
                </a:lnTo>
                <a:lnTo>
                  <a:pt x="96012" y="44195"/>
                </a:lnTo>
                <a:close/>
              </a:path>
            </a:pathLst>
          </a:custGeom>
          <a:ln w="12699">
            <a:solidFill>
              <a:srgbClr val="3493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0" name="bg object 40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9343643" y="6291071"/>
            <a:ext cx="128015" cy="117348"/>
          </a:xfrm>
          <a:prstGeom prst="rect">
            <a:avLst/>
          </a:prstGeom>
        </p:spPr>
      </p:pic>
      <p:sp>
        <p:nvSpPr>
          <p:cNvPr id="41" name="bg object 41"/>
          <p:cNvSpPr/>
          <p:nvPr/>
        </p:nvSpPr>
        <p:spPr>
          <a:xfrm>
            <a:off x="9345168" y="6292596"/>
            <a:ext cx="127000" cy="116205"/>
          </a:xfrm>
          <a:custGeom>
            <a:avLst/>
            <a:gdLst/>
            <a:ahLst/>
            <a:cxnLst/>
            <a:rect l="l" t="t" r="r" b="b"/>
            <a:pathLst>
              <a:path w="127000" h="116204">
                <a:moveTo>
                  <a:pt x="126491" y="57911"/>
                </a:moveTo>
                <a:lnTo>
                  <a:pt x="121521" y="35372"/>
                </a:lnTo>
                <a:lnTo>
                  <a:pt x="107965" y="16964"/>
                </a:lnTo>
                <a:lnTo>
                  <a:pt x="87862" y="4551"/>
                </a:lnTo>
                <a:lnTo>
                  <a:pt x="63246" y="0"/>
                </a:lnTo>
                <a:lnTo>
                  <a:pt x="38629" y="4551"/>
                </a:lnTo>
                <a:lnTo>
                  <a:pt x="18526" y="16964"/>
                </a:lnTo>
                <a:lnTo>
                  <a:pt x="4970" y="35372"/>
                </a:lnTo>
                <a:lnTo>
                  <a:pt x="0" y="57911"/>
                </a:lnTo>
                <a:lnTo>
                  <a:pt x="4970" y="80451"/>
                </a:lnTo>
                <a:lnTo>
                  <a:pt x="18526" y="98859"/>
                </a:lnTo>
                <a:lnTo>
                  <a:pt x="38629" y="111272"/>
                </a:lnTo>
                <a:lnTo>
                  <a:pt x="63246" y="115823"/>
                </a:lnTo>
                <a:lnTo>
                  <a:pt x="87862" y="111272"/>
                </a:lnTo>
                <a:lnTo>
                  <a:pt x="107965" y="98859"/>
                </a:lnTo>
                <a:lnTo>
                  <a:pt x="121521" y="80451"/>
                </a:lnTo>
                <a:lnTo>
                  <a:pt x="126491" y="57911"/>
                </a:lnTo>
                <a:close/>
              </a:path>
            </a:pathLst>
          </a:custGeom>
          <a:ln w="12700">
            <a:solidFill>
              <a:srgbClr val="3493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2" name="bg object 42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9221723" y="6330696"/>
            <a:ext cx="73151" cy="67055"/>
          </a:xfrm>
          <a:prstGeom prst="rect">
            <a:avLst/>
          </a:prstGeom>
        </p:spPr>
      </p:pic>
      <p:sp>
        <p:nvSpPr>
          <p:cNvPr id="43" name="bg object 43"/>
          <p:cNvSpPr/>
          <p:nvPr/>
        </p:nvSpPr>
        <p:spPr>
          <a:xfrm>
            <a:off x="9223247" y="6332220"/>
            <a:ext cx="71755" cy="66040"/>
          </a:xfrm>
          <a:custGeom>
            <a:avLst/>
            <a:gdLst/>
            <a:ahLst/>
            <a:cxnLst/>
            <a:rect l="l" t="t" r="r" b="b"/>
            <a:pathLst>
              <a:path w="71754" h="66039">
                <a:moveTo>
                  <a:pt x="71627" y="32765"/>
                </a:moveTo>
                <a:lnTo>
                  <a:pt x="68818" y="20011"/>
                </a:lnTo>
                <a:lnTo>
                  <a:pt x="61150" y="9596"/>
                </a:lnTo>
                <a:lnTo>
                  <a:pt x="49768" y="2574"/>
                </a:lnTo>
                <a:lnTo>
                  <a:pt x="35813" y="0"/>
                </a:lnTo>
                <a:lnTo>
                  <a:pt x="21859" y="2574"/>
                </a:lnTo>
                <a:lnTo>
                  <a:pt x="10477" y="9596"/>
                </a:lnTo>
                <a:lnTo>
                  <a:pt x="2809" y="20011"/>
                </a:lnTo>
                <a:lnTo>
                  <a:pt x="0" y="32765"/>
                </a:lnTo>
                <a:lnTo>
                  <a:pt x="2809" y="45520"/>
                </a:lnTo>
                <a:lnTo>
                  <a:pt x="10477" y="55935"/>
                </a:lnTo>
                <a:lnTo>
                  <a:pt x="21859" y="62957"/>
                </a:lnTo>
                <a:lnTo>
                  <a:pt x="35813" y="65531"/>
                </a:lnTo>
                <a:lnTo>
                  <a:pt x="49768" y="62957"/>
                </a:lnTo>
                <a:lnTo>
                  <a:pt x="61150" y="55935"/>
                </a:lnTo>
                <a:lnTo>
                  <a:pt x="68818" y="45520"/>
                </a:lnTo>
                <a:lnTo>
                  <a:pt x="71627" y="32765"/>
                </a:lnTo>
                <a:close/>
              </a:path>
            </a:pathLst>
          </a:custGeom>
          <a:ln w="12700">
            <a:solidFill>
              <a:srgbClr val="3493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4" name="bg object 44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8529828" y="6380988"/>
            <a:ext cx="73151" cy="67056"/>
          </a:xfrm>
          <a:prstGeom prst="rect">
            <a:avLst/>
          </a:prstGeom>
        </p:spPr>
      </p:pic>
      <p:sp>
        <p:nvSpPr>
          <p:cNvPr id="45" name="bg object 45"/>
          <p:cNvSpPr/>
          <p:nvPr/>
        </p:nvSpPr>
        <p:spPr>
          <a:xfrm>
            <a:off x="8531352" y="6382511"/>
            <a:ext cx="71755" cy="66040"/>
          </a:xfrm>
          <a:custGeom>
            <a:avLst/>
            <a:gdLst/>
            <a:ahLst/>
            <a:cxnLst/>
            <a:rect l="l" t="t" r="r" b="b"/>
            <a:pathLst>
              <a:path w="71754" h="66039">
                <a:moveTo>
                  <a:pt x="71627" y="32765"/>
                </a:moveTo>
                <a:lnTo>
                  <a:pt x="68818" y="20011"/>
                </a:lnTo>
                <a:lnTo>
                  <a:pt x="61150" y="9596"/>
                </a:lnTo>
                <a:lnTo>
                  <a:pt x="49768" y="2574"/>
                </a:lnTo>
                <a:lnTo>
                  <a:pt x="35814" y="0"/>
                </a:lnTo>
                <a:lnTo>
                  <a:pt x="21859" y="2574"/>
                </a:lnTo>
                <a:lnTo>
                  <a:pt x="10477" y="9596"/>
                </a:lnTo>
                <a:lnTo>
                  <a:pt x="2809" y="20011"/>
                </a:lnTo>
                <a:lnTo>
                  <a:pt x="0" y="32765"/>
                </a:lnTo>
                <a:lnTo>
                  <a:pt x="2809" y="45520"/>
                </a:lnTo>
                <a:lnTo>
                  <a:pt x="10477" y="55935"/>
                </a:lnTo>
                <a:lnTo>
                  <a:pt x="21859" y="62957"/>
                </a:lnTo>
                <a:lnTo>
                  <a:pt x="35814" y="65531"/>
                </a:lnTo>
                <a:lnTo>
                  <a:pt x="49768" y="62957"/>
                </a:lnTo>
                <a:lnTo>
                  <a:pt x="61150" y="55935"/>
                </a:lnTo>
                <a:lnTo>
                  <a:pt x="68818" y="45520"/>
                </a:lnTo>
                <a:lnTo>
                  <a:pt x="71627" y="32765"/>
                </a:lnTo>
                <a:close/>
              </a:path>
            </a:pathLst>
          </a:custGeom>
          <a:ln w="12700">
            <a:solidFill>
              <a:srgbClr val="3493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6" name="bg object 46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9371076" y="6518147"/>
            <a:ext cx="204597" cy="186004"/>
          </a:xfrm>
          <a:prstGeom prst="rect">
            <a:avLst/>
          </a:prstGeom>
        </p:spPr>
      </p:pic>
      <p:sp>
        <p:nvSpPr>
          <p:cNvPr id="47" name="bg object 47"/>
          <p:cNvSpPr/>
          <p:nvPr/>
        </p:nvSpPr>
        <p:spPr>
          <a:xfrm>
            <a:off x="9372981" y="6519900"/>
            <a:ext cx="203200" cy="184785"/>
          </a:xfrm>
          <a:custGeom>
            <a:avLst/>
            <a:gdLst/>
            <a:ahLst/>
            <a:cxnLst/>
            <a:rect l="l" t="t" r="r" b="b"/>
            <a:pathLst>
              <a:path w="203200" h="184784">
                <a:moveTo>
                  <a:pt x="202692" y="106781"/>
                </a:moveTo>
                <a:lnTo>
                  <a:pt x="132969" y="70789"/>
                </a:lnTo>
                <a:lnTo>
                  <a:pt x="114680" y="0"/>
                </a:lnTo>
                <a:lnTo>
                  <a:pt x="77089" y="62712"/>
                </a:lnTo>
                <a:lnTo>
                  <a:pt x="0" y="77469"/>
                </a:lnTo>
                <a:lnTo>
                  <a:pt x="69850" y="113461"/>
                </a:lnTo>
                <a:lnTo>
                  <a:pt x="88011" y="184251"/>
                </a:lnTo>
                <a:lnTo>
                  <a:pt x="125602" y="121538"/>
                </a:lnTo>
                <a:lnTo>
                  <a:pt x="202692" y="106781"/>
                </a:lnTo>
              </a:path>
            </a:pathLst>
          </a:custGeom>
          <a:ln w="12700">
            <a:solidFill>
              <a:srgbClr val="3493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8" name="bg object 48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9713976" y="6617207"/>
            <a:ext cx="73151" cy="6705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1451" y="393649"/>
            <a:ext cx="11309096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rgbClr val="093B7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62100" y="2029459"/>
            <a:ext cx="10067798" cy="2525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093B7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728464" y="6514622"/>
            <a:ext cx="2354579" cy="2908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85A6C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35"/>
              </a:lnSpc>
            </a:pPr>
            <a:r>
              <a:rPr spc="-55" dirty="0"/>
              <a:t>Lesson</a:t>
            </a:r>
            <a:r>
              <a:rPr spc="-80" dirty="0"/>
              <a:t> </a:t>
            </a:r>
            <a:r>
              <a:rPr dirty="0"/>
              <a:t>5</a:t>
            </a:r>
            <a:r>
              <a:rPr spc="-90" dirty="0"/>
              <a:t> </a:t>
            </a:r>
            <a:r>
              <a:rPr dirty="0"/>
              <a:t>-</a:t>
            </a:r>
            <a:r>
              <a:rPr spc="-65" dirty="0"/>
              <a:t> </a:t>
            </a:r>
            <a:r>
              <a:rPr spc="-30" dirty="0"/>
              <a:t>By</a:t>
            </a:r>
            <a:r>
              <a:rPr spc="-75" dirty="0"/>
              <a:t> </a:t>
            </a:r>
            <a:r>
              <a:rPr spc="80" dirty="0"/>
              <a:t>LHK</a:t>
            </a:r>
            <a:r>
              <a:rPr spc="-75" dirty="0"/>
              <a:t> </a:t>
            </a:r>
            <a:r>
              <a:rPr spc="-60" dirty="0"/>
              <a:t>Giang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73766" y="6416476"/>
            <a:ext cx="317500" cy="2908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ts val="213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24.png"/><Relationship Id="rId3" Type="http://schemas.openxmlformats.org/officeDocument/2006/relationships/image" Target="../media/image2.png"/><Relationship Id="rId21" Type="http://schemas.openxmlformats.org/officeDocument/2006/relationships/image" Target="../media/image27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23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25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29.png"/><Relationship Id="rId3" Type="http://schemas.openxmlformats.org/officeDocument/2006/relationships/image" Target="../media/image2.png"/><Relationship Id="rId21" Type="http://schemas.openxmlformats.org/officeDocument/2006/relationships/image" Target="../media/image27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28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25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image" Target="../media/image58.png"/><Relationship Id="rId16" Type="http://schemas.openxmlformats.org/officeDocument/2006/relationships/image" Target="../media/image14.png"/><Relationship Id="rId20" Type="http://schemas.openxmlformats.org/officeDocument/2006/relationships/image" Target="../media/image60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59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2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irbod Inventor Company Business Industrial - Organizing Pictures In  Management PNG Image | Transparent PNG Free Download on SeekPNG">
            <a:extLst>
              <a:ext uri="{FF2B5EF4-FFF2-40B4-BE49-F238E27FC236}">
                <a16:creationId xmlns:a16="http://schemas.microsoft.com/office/drawing/2014/main" id="{728458EA-6613-D236-A489-A287FF703B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7706" y="457200"/>
            <a:ext cx="7810500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28019" y="6388608"/>
            <a:ext cx="1363979" cy="46939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51135" y="0"/>
            <a:ext cx="2282698" cy="420624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2667000"/>
            <a:ext cx="6787515" cy="3256279"/>
            <a:chOff x="1214627" y="1450847"/>
            <a:chExt cx="6787515" cy="3256279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35352" y="1450847"/>
              <a:ext cx="2123694" cy="106603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14627" y="2148839"/>
              <a:ext cx="6787133" cy="2558033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52965" y="5715000"/>
            <a:ext cx="4974326" cy="11429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495204" y="6339713"/>
            <a:ext cx="3079575" cy="5182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908790" cy="6858000"/>
          </a:xfrm>
          <a:custGeom>
            <a:avLst/>
            <a:gdLst/>
            <a:ahLst/>
            <a:cxnLst/>
            <a:rect l="l" t="t" r="r" b="b"/>
            <a:pathLst>
              <a:path w="11908790" h="6858000">
                <a:moveTo>
                  <a:pt x="0" y="6858000"/>
                </a:moveTo>
                <a:lnTo>
                  <a:pt x="11908536" y="6858000"/>
                </a:lnTo>
                <a:lnTo>
                  <a:pt x="11908536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CEDB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885825" cy="6858000"/>
          </a:xfrm>
          <a:custGeom>
            <a:avLst/>
            <a:gdLst/>
            <a:ahLst/>
            <a:cxnLst/>
            <a:rect l="l" t="t" r="r" b="b"/>
            <a:pathLst>
              <a:path w="885825" h="6858000">
                <a:moveTo>
                  <a:pt x="709307" y="0"/>
                </a:moveTo>
                <a:lnTo>
                  <a:pt x="0" y="0"/>
                </a:lnTo>
                <a:lnTo>
                  <a:pt x="0" y="6857999"/>
                </a:lnTo>
                <a:lnTo>
                  <a:pt x="709307" y="6857999"/>
                </a:lnTo>
                <a:lnTo>
                  <a:pt x="710895" y="6789736"/>
                </a:lnTo>
                <a:lnTo>
                  <a:pt x="718832" y="6729412"/>
                </a:lnTo>
                <a:lnTo>
                  <a:pt x="729932" y="6677025"/>
                </a:lnTo>
                <a:lnTo>
                  <a:pt x="744220" y="6630987"/>
                </a:lnTo>
                <a:lnTo>
                  <a:pt x="760082" y="6589712"/>
                </a:lnTo>
                <a:lnTo>
                  <a:pt x="779132" y="6553200"/>
                </a:lnTo>
                <a:lnTo>
                  <a:pt x="817206" y="6477000"/>
                </a:lnTo>
                <a:lnTo>
                  <a:pt x="833081" y="6440487"/>
                </a:lnTo>
                <a:lnTo>
                  <a:pt x="848944" y="6399212"/>
                </a:lnTo>
                <a:lnTo>
                  <a:pt x="864819" y="6353175"/>
                </a:lnTo>
                <a:lnTo>
                  <a:pt x="875919" y="6300787"/>
                </a:lnTo>
                <a:lnTo>
                  <a:pt x="882269" y="6240462"/>
                </a:lnTo>
                <a:lnTo>
                  <a:pt x="885444" y="6172200"/>
                </a:lnTo>
                <a:lnTo>
                  <a:pt x="882269" y="6103937"/>
                </a:lnTo>
                <a:lnTo>
                  <a:pt x="875919" y="6043612"/>
                </a:lnTo>
                <a:lnTo>
                  <a:pt x="864819" y="5991225"/>
                </a:lnTo>
                <a:lnTo>
                  <a:pt x="848944" y="5945187"/>
                </a:lnTo>
                <a:lnTo>
                  <a:pt x="833081" y="5903912"/>
                </a:lnTo>
                <a:lnTo>
                  <a:pt x="817206" y="5867400"/>
                </a:lnTo>
                <a:lnTo>
                  <a:pt x="779132" y="5791200"/>
                </a:lnTo>
                <a:lnTo>
                  <a:pt x="760082" y="5754687"/>
                </a:lnTo>
                <a:lnTo>
                  <a:pt x="744220" y="5713412"/>
                </a:lnTo>
                <a:lnTo>
                  <a:pt x="729932" y="5667375"/>
                </a:lnTo>
                <a:lnTo>
                  <a:pt x="718832" y="5614987"/>
                </a:lnTo>
                <a:lnTo>
                  <a:pt x="710895" y="5554599"/>
                </a:lnTo>
                <a:lnTo>
                  <a:pt x="709307" y="5486400"/>
                </a:lnTo>
                <a:lnTo>
                  <a:pt x="710895" y="5418074"/>
                </a:lnTo>
                <a:lnTo>
                  <a:pt x="718832" y="5357749"/>
                </a:lnTo>
                <a:lnTo>
                  <a:pt x="729932" y="5305425"/>
                </a:lnTo>
                <a:lnTo>
                  <a:pt x="744220" y="5259324"/>
                </a:lnTo>
                <a:lnTo>
                  <a:pt x="760082" y="5218049"/>
                </a:lnTo>
                <a:lnTo>
                  <a:pt x="779132" y="5181600"/>
                </a:lnTo>
                <a:lnTo>
                  <a:pt x="817206" y="5105400"/>
                </a:lnTo>
                <a:lnTo>
                  <a:pt x="833081" y="5068824"/>
                </a:lnTo>
                <a:lnTo>
                  <a:pt x="848944" y="5027549"/>
                </a:lnTo>
                <a:lnTo>
                  <a:pt x="864819" y="4981575"/>
                </a:lnTo>
                <a:lnTo>
                  <a:pt x="875919" y="4929124"/>
                </a:lnTo>
                <a:lnTo>
                  <a:pt x="882269" y="4868799"/>
                </a:lnTo>
                <a:lnTo>
                  <a:pt x="885444" y="4800600"/>
                </a:lnTo>
                <a:lnTo>
                  <a:pt x="882269" y="4732274"/>
                </a:lnTo>
                <a:lnTo>
                  <a:pt x="875919" y="4671949"/>
                </a:lnTo>
                <a:lnTo>
                  <a:pt x="864819" y="4619625"/>
                </a:lnTo>
                <a:lnTo>
                  <a:pt x="848944" y="4573524"/>
                </a:lnTo>
                <a:lnTo>
                  <a:pt x="833081" y="4532249"/>
                </a:lnTo>
                <a:lnTo>
                  <a:pt x="817206" y="4495800"/>
                </a:lnTo>
                <a:lnTo>
                  <a:pt x="779132" y="4419600"/>
                </a:lnTo>
                <a:lnTo>
                  <a:pt x="760082" y="4383024"/>
                </a:lnTo>
                <a:lnTo>
                  <a:pt x="744220" y="4341749"/>
                </a:lnTo>
                <a:lnTo>
                  <a:pt x="729932" y="4295775"/>
                </a:lnTo>
                <a:lnTo>
                  <a:pt x="718832" y="4243324"/>
                </a:lnTo>
                <a:lnTo>
                  <a:pt x="710895" y="4182999"/>
                </a:lnTo>
                <a:lnTo>
                  <a:pt x="709307" y="4114800"/>
                </a:lnTo>
                <a:lnTo>
                  <a:pt x="710895" y="4046474"/>
                </a:lnTo>
                <a:lnTo>
                  <a:pt x="718832" y="3986149"/>
                </a:lnTo>
                <a:lnTo>
                  <a:pt x="729932" y="3933825"/>
                </a:lnTo>
                <a:lnTo>
                  <a:pt x="744220" y="3887724"/>
                </a:lnTo>
                <a:lnTo>
                  <a:pt x="760082" y="3846449"/>
                </a:lnTo>
                <a:lnTo>
                  <a:pt x="779132" y="3810000"/>
                </a:lnTo>
                <a:lnTo>
                  <a:pt x="817206" y="3733800"/>
                </a:lnTo>
                <a:lnTo>
                  <a:pt x="833081" y="3697224"/>
                </a:lnTo>
                <a:lnTo>
                  <a:pt x="848944" y="3655949"/>
                </a:lnTo>
                <a:lnTo>
                  <a:pt x="864819" y="3609975"/>
                </a:lnTo>
                <a:lnTo>
                  <a:pt x="875919" y="3557524"/>
                </a:lnTo>
                <a:lnTo>
                  <a:pt x="882269" y="3497199"/>
                </a:lnTo>
                <a:lnTo>
                  <a:pt x="885444" y="3427349"/>
                </a:lnTo>
                <a:lnTo>
                  <a:pt x="882269" y="3360674"/>
                </a:lnTo>
                <a:lnTo>
                  <a:pt x="875919" y="3300349"/>
                </a:lnTo>
                <a:lnTo>
                  <a:pt x="864819" y="3248025"/>
                </a:lnTo>
                <a:lnTo>
                  <a:pt x="848944" y="3201924"/>
                </a:lnTo>
                <a:lnTo>
                  <a:pt x="833081" y="3160649"/>
                </a:lnTo>
                <a:lnTo>
                  <a:pt x="817206" y="3124200"/>
                </a:lnTo>
                <a:lnTo>
                  <a:pt x="779132" y="3048000"/>
                </a:lnTo>
                <a:lnTo>
                  <a:pt x="760082" y="3011424"/>
                </a:lnTo>
                <a:lnTo>
                  <a:pt x="744220" y="2970149"/>
                </a:lnTo>
                <a:lnTo>
                  <a:pt x="729932" y="2924175"/>
                </a:lnTo>
                <a:lnTo>
                  <a:pt x="718832" y="2871724"/>
                </a:lnTo>
                <a:lnTo>
                  <a:pt x="710895" y="2811399"/>
                </a:lnTo>
                <a:lnTo>
                  <a:pt x="709307" y="2743200"/>
                </a:lnTo>
                <a:lnTo>
                  <a:pt x="710895" y="2674874"/>
                </a:lnTo>
                <a:lnTo>
                  <a:pt x="718832" y="2614549"/>
                </a:lnTo>
                <a:lnTo>
                  <a:pt x="729932" y="2562225"/>
                </a:lnTo>
                <a:lnTo>
                  <a:pt x="744220" y="2516124"/>
                </a:lnTo>
                <a:lnTo>
                  <a:pt x="760082" y="2474849"/>
                </a:lnTo>
                <a:lnTo>
                  <a:pt x="779132" y="2438400"/>
                </a:lnTo>
                <a:lnTo>
                  <a:pt x="817206" y="2362200"/>
                </a:lnTo>
                <a:lnTo>
                  <a:pt x="833081" y="2325624"/>
                </a:lnTo>
                <a:lnTo>
                  <a:pt x="848944" y="2284349"/>
                </a:lnTo>
                <a:lnTo>
                  <a:pt x="864819" y="2238375"/>
                </a:lnTo>
                <a:lnTo>
                  <a:pt x="875919" y="2185924"/>
                </a:lnTo>
                <a:lnTo>
                  <a:pt x="882269" y="2125599"/>
                </a:lnTo>
                <a:lnTo>
                  <a:pt x="885444" y="2057400"/>
                </a:lnTo>
                <a:lnTo>
                  <a:pt x="882269" y="1989074"/>
                </a:lnTo>
                <a:lnTo>
                  <a:pt x="875919" y="1928749"/>
                </a:lnTo>
                <a:lnTo>
                  <a:pt x="864819" y="1876425"/>
                </a:lnTo>
                <a:lnTo>
                  <a:pt x="848944" y="1830324"/>
                </a:lnTo>
                <a:lnTo>
                  <a:pt x="833081" y="1789049"/>
                </a:lnTo>
                <a:lnTo>
                  <a:pt x="817206" y="1752600"/>
                </a:lnTo>
                <a:lnTo>
                  <a:pt x="779132" y="1676400"/>
                </a:lnTo>
                <a:lnTo>
                  <a:pt x="760082" y="1639824"/>
                </a:lnTo>
                <a:lnTo>
                  <a:pt x="744220" y="1598549"/>
                </a:lnTo>
                <a:lnTo>
                  <a:pt x="729932" y="1552575"/>
                </a:lnTo>
                <a:lnTo>
                  <a:pt x="718832" y="1500124"/>
                </a:lnTo>
                <a:lnTo>
                  <a:pt x="710895" y="1439799"/>
                </a:lnTo>
                <a:lnTo>
                  <a:pt x="709307" y="1371600"/>
                </a:lnTo>
                <a:lnTo>
                  <a:pt x="710895" y="1303274"/>
                </a:lnTo>
                <a:lnTo>
                  <a:pt x="718832" y="1242949"/>
                </a:lnTo>
                <a:lnTo>
                  <a:pt x="729932" y="1190625"/>
                </a:lnTo>
                <a:lnTo>
                  <a:pt x="744220" y="1144524"/>
                </a:lnTo>
                <a:lnTo>
                  <a:pt x="760082" y="1103249"/>
                </a:lnTo>
                <a:lnTo>
                  <a:pt x="779132" y="1066800"/>
                </a:lnTo>
                <a:lnTo>
                  <a:pt x="817206" y="990600"/>
                </a:lnTo>
                <a:lnTo>
                  <a:pt x="833081" y="954024"/>
                </a:lnTo>
                <a:lnTo>
                  <a:pt x="848944" y="912749"/>
                </a:lnTo>
                <a:lnTo>
                  <a:pt x="864819" y="866775"/>
                </a:lnTo>
                <a:lnTo>
                  <a:pt x="875919" y="814324"/>
                </a:lnTo>
                <a:lnTo>
                  <a:pt x="882269" y="753999"/>
                </a:lnTo>
                <a:lnTo>
                  <a:pt x="885444" y="685800"/>
                </a:lnTo>
                <a:lnTo>
                  <a:pt x="882269" y="617474"/>
                </a:lnTo>
                <a:lnTo>
                  <a:pt x="875919" y="557149"/>
                </a:lnTo>
                <a:lnTo>
                  <a:pt x="864819" y="504825"/>
                </a:lnTo>
                <a:lnTo>
                  <a:pt x="848944" y="458724"/>
                </a:lnTo>
                <a:lnTo>
                  <a:pt x="833081" y="417449"/>
                </a:lnTo>
                <a:lnTo>
                  <a:pt x="817206" y="381000"/>
                </a:lnTo>
                <a:lnTo>
                  <a:pt x="779132" y="304800"/>
                </a:lnTo>
                <a:lnTo>
                  <a:pt x="760082" y="268224"/>
                </a:lnTo>
                <a:lnTo>
                  <a:pt x="744220" y="226949"/>
                </a:lnTo>
                <a:lnTo>
                  <a:pt x="729932" y="180975"/>
                </a:lnTo>
                <a:lnTo>
                  <a:pt x="718832" y="128524"/>
                </a:lnTo>
                <a:lnTo>
                  <a:pt x="710895" y="68199"/>
                </a:lnTo>
                <a:lnTo>
                  <a:pt x="709307" y="0"/>
                </a:lnTo>
                <a:close/>
              </a:path>
            </a:pathLst>
          </a:custGeom>
          <a:solidFill>
            <a:srgbClr val="37354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5" name="object 5"/>
            <p:cNvSpPr/>
            <p:nvPr/>
          </p:nvSpPr>
          <p:spPr>
            <a:xfrm>
              <a:off x="11908535" y="0"/>
              <a:ext cx="283845" cy="6858000"/>
            </a:xfrm>
            <a:custGeom>
              <a:avLst/>
              <a:gdLst/>
              <a:ahLst/>
              <a:cxnLst/>
              <a:rect l="l" t="t" r="r" b="b"/>
              <a:pathLst>
                <a:path w="283845" h="6858000">
                  <a:moveTo>
                    <a:pt x="28346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83464" y="6858000"/>
                  </a:lnTo>
                  <a:lnTo>
                    <a:pt x="283464" y="0"/>
                  </a:lnTo>
                  <a:close/>
                </a:path>
              </a:pathLst>
            </a:custGeom>
            <a:solidFill>
              <a:srgbClr val="3493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576" y="124968"/>
              <a:ext cx="12117324" cy="614476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8100" y="126492"/>
              <a:ext cx="12115800" cy="6143625"/>
            </a:xfrm>
            <a:custGeom>
              <a:avLst/>
              <a:gdLst/>
              <a:ahLst/>
              <a:cxnLst/>
              <a:rect l="l" t="t" r="r" b="b"/>
              <a:pathLst>
                <a:path w="12115800" h="6143625">
                  <a:moveTo>
                    <a:pt x="0" y="69850"/>
                  </a:moveTo>
                  <a:lnTo>
                    <a:pt x="5489" y="42648"/>
                  </a:lnTo>
                  <a:lnTo>
                    <a:pt x="20459" y="20447"/>
                  </a:lnTo>
                  <a:lnTo>
                    <a:pt x="42663" y="5484"/>
                  </a:lnTo>
                  <a:lnTo>
                    <a:pt x="69853" y="0"/>
                  </a:lnTo>
                  <a:lnTo>
                    <a:pt x="12045950" y="0"/>
                  </a:lnTo>
                  <a:lnTo>
                    <a:pt x="12073151" y="5484"/>
                  </a:lnTo>
                  <a:lnTo>
                    <a:pt x="12095353" y="20447"/>
                  </a:lnTo>
                  <a:lnTo>
                    <a:pt x="12110315" y="42648"/>
                  </a:lnTo>
                  <a:lnTo>
                    <a:pt x="12115800" y="69850"/>
                  </a:lnTo>
                  <a:lnTo>
                    <a:pt x="12115800" y="6073394"/>
                  </a:lnTo>
                  <a:lnTo>
                    <a:pt x="12110315" y="6100579"/>
                  </a:lnTo>
                  <a:lnTo>
                    <a:pt x="12095353" y="6122782"/>
                  </a:lnTo>
                  <a:lnTo>
                    <a:pt x="12073151" y="6137753"/>
                  </a:lnTo>
                  <a:lnTo>
                    <a:pt x="12045950" y="6143244"/>
                  </a:lnTo>
                  <a:lnTo>
                    <a:pt x="69853" y="6143244"/>
                  </a:lnTo>
                  <a:lnTo>
                    <a:pt x="42663" y="6137753"/>
                  </a:lnTo>
                  <a:lnTo>
                    <a:pt x="20459" y="6122782"/>
                  </a:lnTo>
                  <a:lnTo>
                    <a:pt x="5489" y="6100579"/>
                  </a:lnTo>
                  <a:lnTo>
                    <a:pt x="0" y="6073394"/>
                  </a:lnTo>
                  <a:lnTo>
                    <a:pt x="0" y="69850"/>
                  </a:lnTo>
                  <a:close/>
                </a:path>
              </a:pathLst>
            </a:custGeom>
            <a:ln w="3175">
              <a:solidFill>
                <a:srgbClr val="3493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6126" y="214121"/>
              <a:ext cx="11737975" cy="6006465"/>
            </a:xfrm>
            <a:custGeom>
              <a:avLst/>
              <a:gdLst/>
              <a:ahLst/>
              <a:cxnLst/>
              <a:rect l="l" t="t" r="r" b="b"/>
              <a:pathLst>
                <a:path w="11737975" h="6006465">
                  <a:moveTo>
                    <a:pt x="11737721" y="94361"/>
                  </a:moveTo>
                  <a:lnTo>
                    <a:pt x="11728069" y="57404"/>
                  </a:lnTo>
                  <a:lnTo>
                    <a:pt x="11715242" y="40386"/>
                  </a:lnTo>
                  <a:lnTo>
                    <a:pt x="11714861" y="39878"/>
                  </a:lnTo>
                  <a:lnTo>
                    <a:pt x="11714353" y="39497"/>
                  </a:lnTo>
                  <a:lnTo>
                    <a:pt x="11704320" y="31254"/>
                  </a:lnTo>
                  <a:lnTo>
                    <a:pt x="11703685" y="30607"/>
                  </a:lnTo>
                  <a:lnTo>
                    <a:pt x="11703304" y="30480"/>
                  </a:lnTo>
                  <a:lnTo>
                    <a:pt x="11696827" y="26555"/>
                  </a:lnTo>
                  <a:lnTo>
                    <a:pt x="11690096" y="23380"/>
                  </a:lnTo>
                  <a:lnTo>
                    <a:pt x="11682857" y="20701"/>
                  </a:lnTo>
                  <a:lnTo>
                    <a:pt x="11681803" y="20472"/>
                  </a:lnTo>
                  <a:lnTo>
                    <a:pt x="11681409" y="19862"/>
                  </a:lnTo>
                  <a:lnTo>
                    <a:pt x="11659845" y="5334"/>
                  </a:lnTo>
                  <a:lnTo>
                    <a:pt x="11633454" y="0"/>
                  </a:lnTo>
                  <a:lnTo>
                    <a:pt x="67868" y="0"/>
                  </a:lnTo>
                  <a:lnTo>
                    <a:pt x="41452" y="5334"/>
                  </a:lnTo>
                  <a:lnTo>
                    <a:pt x="19875" y="19862"/>
                  </a:lnTo>
                  <a:lnTo>
                    <a:pt x="5334" y="41427"/>
                  </a:lnTo>
                  <a:lnTo>
                    <a:pt x="0" y="67830"/>
                  </a:lnTo>
                  <a:lnTo>
                    <a:pt x="0" y="5901639"/>
                  </a:lnTo>
                  <a:lnTo>
                    <a:pt x="5334" y="5928055"/>
                  </a:lnTo>
                  <a:lnTo>
                    <a:pt x="19875" y="5949632"/>
                  </a:lnTo>
                  <a:lnTo>
                    <a:pt x="20523" y="5950077"/>
                  </a:lnTo>
                  <a:lnTo>
                    <a:pt x="21056" y="5952121"/>
                  </a:lnTo>
                  <a:lnTo>
                    <a:pt x="51968" y="5992965"/>
                  </a:lnTo>
                  <a:lnTo>
                    <a:pt x="94856" y="6005969"/>
                  </a:lnTo>
                  <a:lnTo>
                    <a:pt x="11660886" y="6005957"/>
                  </a:lnTo>
                  <a:lnTo>
                    <a:pt x="11703355" y="5992927"/>
                  </a:lnTo>
                  <a:lnTo>
                    <a:pt x="11704320" y="5992165"/>
                  </a:lnTo>
                  <a:lnTo>
                    <a:pt x="11710645" y="5986932"/>
                  </a:lnTo>
                  <a:lnTo>
                    <a:pt x="11714353" y="5983871"/>
                  </a:lnTo>
                  <a:lnTo>
                    <a:pt x="11714861" y="5983490"/>
                  </a:lnTo>
                  <a:lnTo>
                    <a:pt x="11715242" y="5983071"/>
                  </a:lnTo>
                  <a:lnTo>
                    <a:pt x="11723878" y="5972619"/>
                  </a:lnTo>
                  <a:lnTo>
                    <a:pt x="11724259" y="5972264"/>
                  </a:lnTo>
                  <a:lnTo>
                    <a:pt x="11724767" y="5971502"/>
                  </a:lnTo>
                  <a:lnTo>
                    <a:pt x="11737721" y="5928626"/>
                  </a:lnTo>
                  <a:lnTo>
                    <a:pt x="11737721" y="9436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46125" y="214122"/>
              <a:ext cx="11701780" cy="5969635"/>
            </a:xfrm>
            <a:custGeom>
              <a:avLst/>
              <a:gdLst/>
              <a:ahLst/>
              <a:cxnLst/>
              <a:rect l="l" t="t" r="r" b="b"/>
              <a:pathLst>
                <a:path w="11701780" h="5969635">
                  <a:moveTo>
                    <a:pt x="0" y="67818"/>
                  </a:moveTo>
                  <a:lnTo>
                    <a:pt x="5334" y="41415"/>
                  </a:lnTo>
                  <a:lnTo>
                    <a:pt x="19880" y="19859"/>
                  </a:lnTo>
                  <a:lnTo>
                    <a:pt x="41453" y="5328"/>
                  </a:lnTo>
                  <a:lnTo>
                    <a:pt x="67868" y="0"/>
                  </a:lnTo>
                  <a:lnTo>
                    <a:pt x="11633454" y="0"/>
                  </a:lnTo>
                  <a:lnTo>
                    <a:pt x="11659856" y="5328"/>
                  </a:lnTo>
                  <a:lnTo>
                    <a:pt x="11681412" y="19859"/>
                  </a:lnTo>
                  <a:lnTo>
                    <a:pt x="11695943" y="41415"/>
                  </a:lnTo>
                  <a:lnTo>
                    <a:pt x="11701272" y="67818"/>
                  </a:lnTo>
                  <a:lnTo>
                    <a:pt x="11701272" y="5901639"/>
                  </a:lnTo>
                  <a:lnTo>
                    <a:pt x="11695943" y="5928054"/>
                  </a:lnTo>
                  <a:lnTo>
                    <a:pt x="11681412" y="5949627"/>
                  </a:lnTo>
                  <a:lnTo>
                    <a:pt x="11659856" y="5964173"/>
                  </a:lnTo>
                  <a:lnTo>
                    <a:pt x="11633454" y="5969508"/>
                  </a:lnTo>
                  <a:lnTo>
                    <a:pt x="67868" y="5969508"/>
                  </a:lnTo>
                  <a:lnTo>
                    <a:pt x="41453" y="5964173"/>
                  </a:lnTo>
                  <a:lnTo>
                    <a:pt x="19880" y="5949627"/>
                  </a:lnTo>
                  <a:lnTo>
                    <a:pt x="5334" y="5928054"/>
                  </a:lnTo>
                  <a:lnTo>
                    <a:pt x="0" y="5901639"/>
                  </a:lnTo>
                  <a:lnTo>
                    <a:pt x="0" y="67818"/>
                  </a:lnTo>
                  <a:close/>
                </a:path>
              </a:pathLst>
            </a:custGeom>
            <a:ln w="19050">
              <a:solidFill>
                <a:srgbClr val="093B7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27948" y="6272783"/>
              <a:ext cx="1240790" cy="431800"/>
            </a:xfrm>
            <a:custGeom>
              <a:avLst/>
              <a:gdLst/>
              <a:ahLst/>
              <a:cxnLst/>
              <a:rect l="l" t="t" r="r" b="b"/>
              <a:pathLst>
                <a:path w="1240790" h="431800">
                  <a:moveTo>
                    <a:pt x="605028" y="0"/>
                  </a:moveTo>
                  <a:lnTo>
                    <a:pt x="431800" y="0"/>
                  </a:lnTo>
                  <a:lnTo>
                    <a:pt x="0" y="431292"/>
                  </a:lnTo>
                  <a:lnTo>
                    <a:pt x="173228" y="431292"/>
                  </a:lnTo>
                  <a:lnTo>
                    <a:pt x="605028" y="0"/>
                  </a:lnTo>
                  <a:close/>
                </a:path>
                <a:path w="1240790" h="431800">
                  <a:moveTo>
                    <a:pt x="922020" y="0"/>
                  </a:moveTo>
                  <a:lnTo>
                    <a:pt x="749173" y="0"/>
                  </a:lnTo>
                  <a:lnTo>
                    <a:pt x="318516" y="431292"/>
                  </a:lnTo>
                  <a:lnTo>
                    <a:pt x="491363" y="431292"/>
                  </a:lnTo>
                  <a:lnTo>
                    <a:pt x="922020" y="0"/>
                  </a:lnTo>
                  <a:close/>
                </a:path>
                <a:path w="1240790" h="431800">
                  <a:moveTo>
                    <a:pt x="1240536" y="0"/>
                  </a:moveTo>
                  <a:lnTo>
                    <a:pt x="1067689" y="0"/>
                  </a:lnTo>
                  <a:lnTo>
                    <a:pt x="637032" y="431292"/>
                  </a:lnTo>
                  <a:lnTo>
                    <a:pt x="809879" y="431292"/>
                  </a:lnTo>
                  <a:lnTo>
                    <a:pt x="1240536" y="0"/>
                  </a:lnTo>
                  <a:close/>
                </a:path>
              </a:pathLst>
            </a:custGeom>
            <a:solidFill>
              <a:srgbClr val="3493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76588" y="6425178"/>
              <a:ext cx="605027" cy="43282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9276588" y="6422936"/>
              <a:ext cx="607060" cy="435609"/>
            </a:xfrm>
            <a:custGeom>
              <a:avLst/>
              <a:gdLst/>
              <a:ahLst/>
              <a:cxnLst/>
              <a:rect l="l" t="t" r="r" b="b"/>
              <a:pathLst>
                <a:path w="607059" h="435609">
                  <a:moveTo>
                    <a:pt x="2285" y="0"/>
                  </a:moveTo>
                  <a:lnTo>
                    <a:pt x="940" y="3191"/>
                  </a:lnTo>
                  <a:lnTo>
                    <a:pt x="431297" y="435061"/>
                  </a:lnTo>
                  <a:lnTo>
                    <a:pt x="600514" y="435061"/>
                  </a:lnTo>
                  <a:lnTo>
                    <a:pt x="599799" y="434344"/>
                  </a:lnTo>
                  <a:lnTo>
                    <a:pt x="435101" y="434344"/>
                  </a:lnTo>
                  <a:lnTo>
                    <a:pt x="432815" y="433410"/>
                  </a:lnTo>
                  <a:lnTo>
                    <a:pt x="434171" y="433410"/>
                  </a:lnTo>
                  <a:lnTo>
                    <a:pt x="2285" y="0"/>
                  </a:lnTo>
                  <a:close/>
                </a:path>
                <a:path w="607059" h="435609">
                  <a:moveTo>
                    <a:pt x="171450" y="4483"/>
                  </a:moveTo>
                  <a:lnTo>
                    <a:pt x="600514" y="435061"/>
                  </a:lnTo>
                  <a:lnTo>
                    <a:pt x="605033" y="435061"/>
                  </a:lnTo>
                  <a:lnTo>
                    <a:pt x="176899" y="5422"/>
                  </a:lnTo>
                  <a:lnTo>
                    <a:pt x="173735" y="5422"/>
                  </a:lnTo>
                  <a:lnTo>
                    <a:pt x="171450" y="4483"/>
                  </a:lnTo>
                  <a:close/>
                </a:path>
                <a:path w="607059" h="435609">
                  <a:moveTo>
                    <a:pt x="606551" y="433410"/>
                  </a:moveTo>
                  <a:lnTo>
                    <a:pt x="603388" y="433410"/>
                  </a:lnTo>
                  <a:lnTo>
                    <a:pt x="605033" y="435061"/>
                  </a:lnTo>
                  <a:lnTo>
                    <a:pt x="605855" y="435061"/>
                  </a:lnTo>
                  <a:lnTo>
                    <a:pt x="606551" y="433410"/>
                  </a:lnTo>
                  <a:close/>
                </a:path>
                <a:path w="607059" h="435609">
                  <a:moveTo>
                    <a:pt x="434171" y="433410"/>
                  </a:moveTo>
                  <a:lnTo>
                    <a:pt x="432815" y="433410"/>
                  </a:lnTo>
                  <a:lnTo>
                    <a:pt x="435101" y="434344"/>
                  </a:lnTo>
                  <a:lnTo>
                    <a:pt x="434171" y="433410"/>
                  </a:lnTo>
                  <a:close/>
                </a:path>
                <a:path w="607059" h="435609">
                  <a:moveTo>
                    <a:pt x="598869" y="433410"/>
                  </a:moveTo>
                  <a:lnTo>
                    <a:pt x="434171" y="433410"/>
                  </a:lnTo>
                  <a:lnTo>
                    <a:pt x="435101" y="434344"/>
                  </a:lnTo>
                  <a:lnTo>
                    <a:pt x="599799" y="434344"/>
                  </a:lnTo>
                  <a:lnTo>
                    <a:pt x="598869" y="433410"/>
                  </a:lnTo>
                  <a:close/>
                </a:path>
                <a:path w="607059" h="435609">
                  <a:moveTo>
                    <a:pt x="940" y="3191"/>
                  </a:moveTo>
                  <a:lnTo>
                    <a:pt x="0" y="5422"/>
                  </a:lnTo>
                  <a:lnTo>
                    <a:pt x="3163" y="5422"/>
                  </a:lnTo>
                  <a:lnTo>
                    <a:pt x="940" y="3191"/>
                  </a:lnTo>
                  <a:close/>
                </a:path>
                <a:path w="607059" h="435609">
                  <a:moveTo>
                    <a:pt x="173735" y="2247"/>
                  </a:moveTo>
                  <a:lnTo>
                    <a:pt x="4525" y="2247"/>
                  </a:lnTo>
                  <a:lnTo>
                    <a:pt x="7689" y="5422"/>
                  </a:lnTo>
                  <a:lnTo>
                    <a:pt x="172386" y="5422"/>
                  </a:lnTo>
                  <a:lnTo>
                    <a:pt x="171450" y="4483"/>
                  </a:lnTo>
                  <a:lnTo>
                    <a:pt x="175963" y="4483"/>
                  </a:lnTo>
                  <a:lnTo>
                    <a:pt x="173735" y="2247"/>
                  </a:lnTo>
                  <a:close/>
                </a:path>
                <a:path w="607059" h="435609">
                  <a:moveTo>
                    <a:pt x="175963" y="4483"/>
                  </a:moveTo>
                  <a:lnTo>
                    <a:pt x="171450" y="4483"/>
                  </a:lnTo>
                  <a:lnTo>
                    <a:pt x="173735" y="5422"/>
                  </a:lnTo>
                  <a:lnTo>
                    <a:pt x="176899" y="5422"/>
                  </a:lnTo>
                  <a:lnTo>
                    <a:pt x="175963" y="4483"/>
                  </a:lnTo>
                  <a:close/>
                </a:path>
                <a:path w="607059" h="435609">
                  <a:moveTo>
                    <a:pt x="1338" y="2247"/>
                  </a:moveTo>
                  <a:lnTo>
                    <a:pt x="0" y="2247"/>
                  </a:lnTo>
                  <a:lnTo>
                    <a:pt x="940" y="3191"/>
                  </a:lnTo>
                  <a:lnTo>
                    <a:pt x="1338" y="2247"/>
                  </a:lnTo>
                  <a:close/>
                </a:path>
              </a:pathLst>
            </a:custGeom>
            <a:solidFill>
              <a:srgbClr val="093B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58071" y="6425178"/>
              <a:ext cx="606551" cy="43282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8958071" y="6422936"/>
              <a:ext cx="608330" cy="435609"/>
            </a:xfrm>
            <a:custGeom>
              <a:avLst/>
              <a:gdLst/>
              <a:ahLst/>
              <a:cxnLst/>
              <a:rect l="l" t="t" r="r" b="b"/>
              <a:pathLst>
                <a:path w="608329" h="435609">
                  <a:moveTo>
                    <a:pt x="2285" y="0"/>
                  </a:moveTo>
                  <a:lnTo>
                    <a:pt x="941" y="3189"/>
                  </a:lnTo>
                  <a:lnTo>
                    <a:pt x="432436" y="435061"/>
                  </a:lnTo>
                  <a:lnTo>
                    <a:pt x="602026" y="435061"/>
                  </a:lnTo>
                  <a:lnTo>
                    <a:pt x="601307" y="434341"/>
                  </a:lnTo>
                  <a:lnTo>
                    <a:pt x="436118" y="434341"/>
                  </a:lnTo>
                  <a:lnTo>
                    <a:pt x="433958" y="433410"/>
                  </a:lnTo>
                  <a:lnTo>
                    <a:pt x="435188" y="433410"/>
                  </a:lnTo>
                  <a:lnTo>
                    <a:pt x="2285" y="0"/>
                  </a:lnTo>
                  <a:close/>
                </a:path>
                <a:path w="608329" h="435609">
                  <a:moveTo>
                    <a:pt x="171957" y="4495"/>
                  </a:moveTo>
                  <a:lnTo>
                    <a:pt x="602026" y="435061"/>
                  </a:lnTo>
                  <a:lnTo>
                    <a:pt x="606553" y="435061"/>
                  </a:lnTo>
                  <a:lnTo>
                    <a:pt x="177289" y="5422"/>
                  </a:lnTo>
                  <a:lnTo>
                    <a:pt x="174117" y="5422"/>
                  </a:lnTo>
                  <a:lnTo>
                    <a:pt x="171957" y="4495"/>
                  </a:lnTo>
                  <a:close/>
                </a:path>
                <a:path w="608329" h="435609">
                  <a:moveTo>
                    <a:pt x="608076" y="433410"/>
                  </a:moveTo>
                  <a:lnTo>
                    <a:pt x="604903" y="433410"/>
                  </a:lnTo>
                  <a:lnTo>
                    <a:pt x="606553" y="435061"/>
                  </a:lnTo>
                  <a:lnTo>
                    <a:pt x="607379" y="435061"/>
                  </a:lnTo>
                  <a:lnTo>
                    <a:pt x="608076" y="433410"/>
                  </a:lnTo>
                  <a:close/>
                </a:path>
                <a:path w="608329" h="435609">
                  <a:moveTo>
                    <a:pt x="435188" y="433410"/>
                  </a:moveTo>
                  <a:lnTo>
                    <a:pt x="433958" y="433410"/>
                  </a:lnTo>
                  <a:lnTo>
                    <a:pt x="436118" y="434341"/>
                  </a:lnTo>
                  <a:lnTo>
                    <a:pt x="435188" y="433410"/>
                  </a:lnTo>
                  <a:close/>
                </a:path>
                <a:path w="608329" h="435609">
                  <a:moveTo>
                    <a:pt x="600377" y="433410"/>
                  </a:moveTo>
                  <a:lnTo>
                    <a:pt x="435188" y="433410"/>
                  </a:lnTo>
                  <a:lnTo>
                    <a:pt x="436118" y="434341"/>
                  </a:lnTo>
                  <a:lnTo>
                    <a:pt x="601307" y="434341"/>
                  </a:lnTo>
                  <a:lnTo>
                    <a:pt x="600377" y="433410"/>
                  </a:lnTo>
                  <a:close/>
                </a:path>
                <a:path w="608329" h="435609">
                  <a:moveTo>
                    <a:pt x="941" y="3189"/>
                  </a:moveTo>
                  <a:lnTo>
                    <a:pt x="0" y="5422"/>
                  </a:lnTo>
                  <a:lnTo>
                    <a:pt x="3172" y="5422"/>
                  </a:lnTo>
                  <a:lnTo>
                    <a:pt x="941" y="3189"/>
                  </a:lnTo>
                  <a:close/>
                </a:path>
                <a:path w="608329" h="435609">
                  <a:moveTo>
                    <a:pt x="174117" y="2247"/>
                  </a:moveTo>
                  <a:lnTo>
                    <a:pt x="4531" y="2247"/>
                  </a:lnTo>
                  <a:lnTo>
                    <a:pt x="7702" y="5422"/>
                  </a:lnTo>
                  <a:lnTo>
                    <a:pt x="172884" y="5422"/>
                  </a:lnTo>
                  <a:lnTo>
                    <a:pt x="171957" y="4495"/>
                  </a:lnTo>
                  <a:lnTo>
                    <a:pt x="176362" y="4495"/>
                  </a:lnTo>
                  <a:lnTo>
                    <a:pt x="174117" y="2247"/>
                  </a:lnTo>
                  <a:close/>
                </a:path>
                <a:path w="608329" h="435609">
                  <a:moveTo>
                    <a:pt x="176362" y="4495"/>
                  </a:moveTo>
                  <a:lnTo>
                    <a:pt x="171957" y="4495"/>
                  </a:lnTo>
                  <a:lnTo>
                    <a:pt x="174117" y="5422"/>
                  </a:lnTo>
                  <a:lnTo>
                    <a:pt x="177289" y="5422"/>
                  </a:lnTo>
                  <a:lnTo>
                    <a:pt x="176362" y="4495"/>
                  </a:lnTo>
                  <a:close/>
                </a:path>
                <a:path w="608329" h="435609">
                  <a:moveTo>
                    <a:pt x="1338" y="2247"/>
                  </a:moveTo>
                  <a:lnTo>
                    <a:pt x="0" y="2247"/>
                  </a:lnTo>
                  <a:lnTo>
                    <a:pt x="941" y="3189"/>
                  </a:lnTo>
                  <a:lnTo>
                    <a:pt x="1338" y="2247"/>
                  </a:lnTo>
                  <a:close/>
                </a:path>
              </a:pathLst>
            </a:custGeom>
            <a:solidFill>
              <a:srgbClr val="093B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41080" y="6425178"/>
              <a:ext cx="605027" cy="43282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5766815"/>
              <a:ext cx="1703832" cy="109118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18576" y="5961888"/>
              <a:ext cx="2596896" cy="89611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851135" y="0"/>
              <a:ext cx="2282698" cy="42062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53856" y="6362700"/>
              <a:ext cx="349757" cy="31926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754744" y="6364389"/>
              <a:ext cx="350520" cy="318770"/>
            </a:xfrm>
            <a:custGeom>
              <a:avLst/>
              <a:gdLst/>
              <a:ahLst/>
              <a:cxnLst/>
              <a:rect l="l" t="t" r="r" b="b"/>
              <a:pathLst>
                <a:path w="350520" h="318770">
                  <a:moveTo>
                    <a:pt x="350393" y="206235"/>
                  </a:moveTo>
                  <a:lnTo>
                    <a:pt x="235203" y="128346"/>
                  </a:lnTo>
                  <a:lnTo>
                    <a:pt x="217804" y="0"/>
                  </a:lnTo>
                  <a:lnTo>
                    <a:pt x="138683" y="102476"/>
                  </a:lnTo>
                  <a:lnTo>
                    <a:pt x="0" y="112344"/>
                  </a:lnTo>
                  <a:lnTo>
                    <a:pt x="115188" y="190233"/>
                  </a:lnTo>
                  <a:lnTo>
                    <a:pt x="132460" y="318579"/>
                  </a:lnTo>
                  <a:lnTo>
                    <a:pt x="211708" y="216090"/>
                  </a:lnTo>
                  <a:lnTo>
                    <a:pt x="350393" y="206235"/>
                  </a:lnTo>
                </a:path>
              </a:pathLst>
            </a:custGeom>
            <a:ln w="12700">
              <a:solidFill>
                <a:srgbClr val="3493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410956" y="6577583"/>
              <a:ext cx="128016" cy="117347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412480" y="6579107"/>
              <a:ext cx="127000" cy="116205"/>
            </a:xfrm>
            <a:custGeom>
              <a:avLst/>
              <a:gdLst/>
              <a:ahLst/>
              <a:cxnLst/>
              <a:rect l="l" t="t" r="r" b="b"/>
              <a:pathLst>
                <a:path w="127000" h="116204">
                  <a:moveTo>
                    <a:pt x="126492" y="57912"/>
                  </a:moveTo>
                  <a:lnTo>
                    <a:pt x="121521" y="35372"/>
                  </a:lnTo>
                  <a:lnTo>
                    <a:pt x="107965" y="16964"/>
                  </a:lnTo>
                  <a:lnTo>
                    <a:pt x="87862" y="4551"/>
                  </a:lnTo>
                  <a:lnTo>
                    <a:pt x="63246" y="0"/>
                  </a:lnTo>
                  <a:lnTo>
                    <a:pt x="38629" y="4551"/>
                  </a:lnTo>
                  <a:lnTo>
                    <a:pt x="18526" y="16964"/>
                  </a:lnTo>
                  <a:lnTo>
                    <a:pt x="4970" y="35372"/>
                  </a:lnTo>
                  <a:lnTo>
                    <a:pt x="0" y="57912"/>
                  </a:lnTo>
                  <a:lnTo>
                    <a:pt x="4970" y="80451"/>
                  </a:lnTo>
                  <a:lnTo>
                    <a:pt x="18526" y="98859"/>
                  </a:lnTo>
                  <a:lnTo>
                    <a:pt x="38629" y="111272"/>
                  </a:lnTo>
                  <a:lnTo>
                    <a:pt x="63246" y="115824"/>
                  </a:lnTo>
                  <a:lnTo>
                    <a:pt x="87862" y="111272"/>
                  </a:lnTo>
                  <a:lnTo>
                    <a:pt x="107965" y="98859"/>
                  </a:lnTo>
                  <a:lnTo>
                    <a:pt x="121521" y="80451"/>
                  </a:lnTo>
                  <a:lnTo>
                    <a:pt x="126492" y="57912"/>
                  </a:lnTo>
                  <a:close/>
                </a:path>
              </a:pathLst>
            </a:custGeom>
            <a:ln w="12700">
              <a:solidFill>
                <a:srgbClr val="3493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003792" y="6092952"/>
              <a:ext cx="204850" cy="186461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9005951" y="6095149"/>
              <a:ext cx="203200" cy="184785"/>
            </a:xfrm>
            <a:custGeom>
              <a:avLst/>
              <a:gdLst/>
              <a:ahLst/>
              <a:cxnLst/>
              <a:rect l="l" t="t" r="r" b="b"/>
              <a:pathLst>
                <a:path w="203200" h="184785">
                  <a:moveTo>
                    <a:pt x="202692" y="106781"/>
                  </a:moveTo>
                  <a:lnTo>
                    <a:pt x="132969" y="70789"/>
                  </a:lnTo>
                  <a:lnTo>
                    <a:pt x="114680" y="0"/>
                  </a:lnTo>
                  <a:lnTo>
                    <a:pt x="77089" y="62725"/>
                  </a:lnTo>
                  <a:lnTo>
                    <a:pt x="0" y="77482"/>
                  </a:lnTo>
                  <a:lnTo>
                    <a:pt x="69723" y="113474"/>
                  </a:lnTo>
                  <a:lnTo>
                    <a:pt x="88010" y="184264"/>
                  </a:lnTo>
                  <a:lnTo>
                    <a:pt x="125602" y="121539"/>
                  </a:lnTo>
                  <a:lnTo>
                    <a:pt x="202692" y="106781"/>
                  </a:lnTo>
                  <a:close/>
                </a:path>
              </a:pathLst>
            </a:custGeom>
            <a:ln w="12700">
              <a:solidFill>
                <a:srgbClr val="3493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82228" y="6153911"/>
              <a:ext cx="97536" cy="89915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8683752" y="6155435"/>
              <a:ext cx="96520" cy="88900"/>
            </a:xfrm>
            <a:custGeom>
              <a:avLst/>
              <a:gdLst/>
              <a:ahLst/>
              <a:cxnLst/>
              <a:rect l="l" t="t" r="r" b="b"/>
              <a:pathLst>
                <a:path w="96520" h="88900">
                  <a:moveTo>
                    <a:pt x="96012" y="44195"/>
                  </a:moveTo>
                  <a:lnTo>
                    <a:pt x="92243" y="26992"/>
                  </a:lnTo>
                  <a:lnTo>
                    <a:pt x="81962" y="12944"/>
                  </a:lnTo>
                  <a:lnTo>
                    <a:pt x="66704" y="3473"/>
                  </a:lnTo>
                  <a:lnTo>
                    <a:pt x="48005" y="0"/>
                  </a:lnTo>
                  <a:lnTo>
                    <a:pt x="29307" y="3473"/>
                  </a:lnTo>
                  <a:lnTo>
                    <a:pt x="14049" y="12944"/>
                  </a:lnTo>
                  <a:lnTo>
                    <a:pt x="3768" y="26992"/>
                  </a:lnTo>
                  <a:lnTo>
                    <a:pt x="0" y="44195"/>
                  </a:lnTo>
                  <a:lnTo>
                    <a:pt x="3768" y="61399"/>
                  </a:lnTo>
                  <a:lnTo>
                    <a:pt x="14049" y="75447"/>
                  </a:lnTo>
                  <a:lnTo>
                    <a:pt x="29307" y="84918"/>
                  </a:lnTo>
                  <a:lnTo>
                    <a:pt x="48005" y="88391"/>
                  </a:lnTo>
                  <a:lnTo>
                    <a:pt x="66704" y="84918"/>
                  </a:lnTo>
                  <a:lnTo>
                    <a:pt x="81962" y="75447"/>
                  </a:lnTo>
                  <a:lnTo>
                    <a:pt x="92243" y="61399"/>
                  </a:lnTo>
                  <a:lnTo>
                    <a:pt x="96012" y="44195"/>
                  </a:lnTo>
                  <a:close/>
                </a:path>
              </a:pathLst>
            </a:custGeom>
            <a:ln w="12699">
              <a:solidFill>
                <a:srgbClr val="3493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343643" y="6291071"/>
              <a:ext cx="128015" cy="117348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9345168" y="6292596"/>
              <a:ext cx="127000" cy="116205"/>
            </a:xfrm>
            <a:custGeom>
              <a:avLst/>
              <a:gdLst/>
              <a:ahLst/>
              <a:cxnLst/>
              <a:rect l="l" t="t" r="r" b="b"/>
              <a:pathLst>
                <a:path w="127000" h="116204">
                  <a:moveTo>
                    <a:pt x="126491" y="57911"/>
                  </a:moveTo>
                  <a:lnTo>
                    <a:pt x="121521" y="35372"/>
                  </a:lnTo>
                  <a:lnTo>
                    <a:pt x="107965" y="16964"/>
                  </a:lnTo>
                  <a:lnTo>
                    <a:pt x="87862" y="4551"/>
                  </a:lnTo>
                  <a:lnTo>
                    <a:pt x="63246" y="0"/>
                  </a:lnTo>
                  <a:lnTo>
                    <a:pt x="38629" y="4551"/>
                  </a:lnTo>
                  <a:lnTo>
                    <a:pt x="18526" y="16964"/>
                  </a:lnTo>
                  <a:lnTo>
                    <a:pt x="4970" y="35372"/>
                  </a:lnTo>
                  <a:lnTo>
                    <a:pt x="0" y="57911"/>
                  </a:lnTo>
                  <a:lnTo>
                    <a:pt x="4970" y="80451"/>
                  </a:lnTo>
                  <a:lnTo>
                    <a:pt x="18526" y="98859"/>
                  </a:lnTo>
                  <a:lnTo>
                    <a:pt x="38629" y="111272"/>
                  </a:lnTo>
                  <a:lnTo>
                    <a:pt x="63246" y="115823"/>
                  </a:lnTo>
                  <a:lnTo>
                    <a:pt x="87862" y="111272"/>
                  </a:lnTo>
                  <a:lnTo>
                    <a:pt x="107965" y="98859"/>
                  </a:lnTo>
                  <a:lnTo>
                    <a:pt x="121521" y="80451"/>
                  </a:lnTo>
                  <a:lnTo>
                    <a:pt x="126491" y="57911"/>
                  </a:lnTo>
                  <a:close/>
                </a:path>
              </a:pathLst>
            </a:custGeom>
            <a:ln w="12700">
              <a:solidFill>
                <a:srgbClr val="3493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221723" y="6330696"/>
              <a:ext cx="73151" cy="67055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9223247" y="6332220"/>
              <a:ext cx="71755" cy="66040"/>
            </a:xfrm>
            <a:custGeom>
              <a:avLst/>
              <a:gdLst/>
              <a:ahLst/>
              <a:cxnLst/>
              <a:rect l="l" t="t" r="r" b="b"/>
              <a:pathLst>
                <a:path w="71754" h="66039">
                  <a:moveTo>
                    <a:pt x="71627" y="32765"/>
                  </a:moveTo>
                  <a:lnTo>
                    <a:pt x="68818" y="20011"/>
                  </a:lnTo>
                  <a:lnTo>
                    <a:pt x="61150" y="9596"/>
                  </a:lnTo>
                  <a:lnTo>
                    <a:pt x="49768" y="2574"/>
                  </a:lnTo>
                  <a:lnTo>
                    <a:pt x="35813" y="0"/>
                  </a:lnTo>
                  <a:lnTo>
                    <a:pt x="21859" y="2574"/>
                  </a:lnTo>
                  <a:lnTo>
                    <a:pt x="10477" y="9596"/>
                  </a:lnTo>
                  <a:lnTo>
                    <a:pt x="2809" y="20011"/>
                  </a:lnTo>
                  <a:lnTo>
                    <a:pt x="0" y="32765"/>
                  </a:lnTo>
                  <a:lnTo>
                    <a:pt x="2809" y="45520"/>
                  </a:lnTo>
                  <a:lnTo>
                    <a:pt x="10477" y="55935"/>
                  </a:lnTo>
                  <a:lnTo>
                    <a:pt x="21859" y="62957"/>
                  </a:lnTo>
                  <a:lnTo>
                    <a:pt x="35813" y="65531"/>
                  </a:lnTo>
                  <a:lnTo>
                    <a:pt x="49768" y="62957"/>
                  </a:lnTo>
                  <a:lnTo>
                    <a:pt x="61150" y="55935"/>
                  </a:lnTo>
                  <a:lnTo>
                    <a:pt x="68818" y="45520"/>
                  </a:lnTo>
                  <a:lnTo>
                    <a:pt x="71627" y="32765"/>
                  </a:lnTo>
                  <a:close/>
                </a:path>
              </a:pathLst>
            </a:custGeom>
            <a:ln w="12700">
              <a:solidFill>
                <a:srgbClr val="3493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529828" y="6380988"/>
              <a:ext cx="73151" cy="67056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8531352" y="6382511"/>
              <a:ext cx="71755" cy="66040"/>
            </a:xfrm>
            <a:custGeom>
              <a:avLst/>
              <a:gdLst/>
              <a:ahLst/>
              <a:cxnLst/>
              <a:rect l="l" t="t" r="r" b="b"/>
              <a:pathLst>
                <a:path w="71754" h="66039">
                  <a:moveTo>
                    <a:pt x="71627" y="32765"/>
                  </a:moveTo>
                  <a:lnTo>
                    <a:pt x="68818" y="20011"/>
                  </a:lnTo>
                  <a:lnTo>
                    <a:pt x="61150" y="9596"/>
                  </a:lnTo>
                  <a:lnTo>
                    <a:pt x="49768" y="2574"/>
                  </a:lnTo>
                  <a:lnTo>
                    <a:pt x="35814" y="0"/>
                  </a:lnTo>
                  <a:lnTo>
                    <a:pt x="21859" y="2574"/>
                  </a:lnTo>
                  <a:lnTo>
                    <a:pt x="10477" y="9596"/>
                  </a:lnTo>
                  <a:lnTo>
                    <a:pt x="2809" y="20011"/>
                  </a:lnTo>
                  <a:lnTo>
                    <a:pt x="0" y="32765"/>
                  </a:lnTo>
                  <a:lnTo>
                    <a:pt x="2809" y="45520"/>
                  </a:lnTo>
                  <a:lnTo>
                    <a:pt x="10477" y="55935"/>
                  </a:lnTo>
                  <a:lnTo>
                    <a:pt x="21859" y="62957"/>
                  </a:lnTo>
                  <a:lnTo>
                    <a:pt x="35814" y="65531"/>
                  </a:lnTo>
                  <a:lnTo>
                    <a:pt x="49768" y="62957"/>
                  </a:lnTo>
                  <a:lnTo>
                    <a:pt x="61150" y="55935"/>
                  </a:lnTo>
                  <a:lnTo>
                    <a:pt x="68818" y="45520"/>
                  </a:lnTo>
                  <a:lnTo>
                    <a:pt x="71627" y="32765"/>
                  </a:lnTo>
                  <a:close/>
                </a:path>
              </a:pathLst>
            </a:custGeom>
            <a:ln w="12700">
              <a:solidFill>
                <a:srgbClr val="3493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371076" y="6518147"/>
              <a:ext cx="204597" cy="186004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9372981" y="6519900"/>
              <a:ext cx="203200" cy="184785"/>
            </a:xfrm>
            <a:custGeom>
              <a:avLst/>
              <a:gdLst/>
              <a:ahLst/>
              <a:cxnLst/>
              <a:rect l="l" t="t" r="r" b="b"/>
              <a:pathLst>
                <a:path w="203200" h="184784">
                  <a:moveTo>
                    <a:pt x="202692" y="106781"/>
                  </a:moveTo>
                  <a:lnTo>
                    <a:pt x="132969" y="70789"/>
                  </a:lnTo>
                  <a:lnTo>
                    <a:pt x="114680" y="0"/>
                  </a:lnTo>
                  <a:lnTo>
                    <a:pt x="77089" y="62712"/>
                  </a:lnTo>
                  <a:lnTo>
                    <a:pt x="0" y="77469"/>
                  </a:lnTo>
                  <a:lnTo>
                    <a:pt x="69850" y="113461"/>
                  </a:lnTo>
                  <a:lnTo>
                    <a:pt x="88011" y="184251"/>
                  </a:lnTo>
                  <a:lnTo>
                    <a:pt x="125602" y="121538"/>
                  </a:lnTo>
                  <a:lnTo>
                    <a:pt x="202692" y="106781"/>
                  </a:lnTo>
                </a:path>
              </a:pathLst>
            </a:custGeom>
            <a:ln w="12700">
              <a:solidFill>
                <a:srgbClr val="3493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713976" y="6617207"/>
              <a:ext cx="73151" cy="67056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709150" y="6391655"/>
              <a:ext cx="1830197" cy="360860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325640" y="299720"/>
              <a:ext cx="6466840" cy="5852795"/>
            </a:xfrm>
            <a:custGeom>
              <a:avLst/>
              <a:gdLst/>
              <a:ahLst/>
              <a:cxnLst/>
              <a:rect l="l" t="t" r="r" b="b"/>
              <a:pathLst>
                <a:path w="6466840" h="5852795">
                  <a:moveTo>
                    <a:pt x="6399771" y="0"/>
                  </a:moveTo>
                  <a:lnTo>
                    <a:pt x="66535" y="0"/>
                  </a:lnTo>
                  <a:lnTo>
                    <a:pt x="40639" y="5236"/>
                  </a:lnTo>
                  <a:lnTo>
                    <a:pt x="19489" y="19510"/>
                  </a:lnTo>
                  <a:lnTo>
                    <a:pt x="5229" y="40665"/>
                  </a:lnTo>
                  <a:lnTo>
                    <a:pt x="0" y="66547"/>
                  </a:lnTo>
                  <a:lnTo>
                    <a:pt x="0" y="5785637"/>
                  </a:lnTo>
                  <a:lnTo>
                    <a:pt x="5229" y="5811539"/>
                  </a:lnTo>
                  <a:lnTo>
                    <a:pt x="19489" y="5832687"/>
                  </a:lnTo>
                  <a:lnTo>
                    <a:pt x="40639" y="5846945"/>
                  </a:lnTo>
                  <a:lnTo>
                    <a:pt x="66535" y="5852172"/>
                  </a:lnTo>
                  <a:lnTo>
                    <a:pt x="6399771" y="5852172"/>
                  </a:lnTo>
                  <a:lnTo>
                    <a:pt x="6425707" y="5846945"/>
                  </a:lnTo>
                  <a:lnTo>
                    <a:pt x="6446856" y="5832687"/>
                  </a:lnTo>
                  <a:lnTo>
                    <a:pt x="6461100" y="5811539"/>
                  </a:lnTo>
                  <a:lnTo>
                    <a:pt x="6466319" y="5785637"/>
                  </a:lnTo>
                  <a:lnTo>
                    <a:pt x="6466319" y="66547"/>
                  </a:lnTo>
                  <a:lnTo>
                    <a:pt x="6461100" y="40665"/>
                  </a:lnTo>
                  <a:lnTo>
                    <a:pt x="6446856" y="19510"/>
                  </a:lnTo>
                  <a:lnTo>
                    <a:pt x="6425707" y="5236"/>
                  </a:lnTo>
                  <a:lnTo>
                    <a:pt x="63997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98704" y="272795"/>
              <a:ext cx="6466840" cy="5852160"/>
            </a:xfrm>
            <a:custGeom>
              <a:avLst/>
              <a:gdLst/>
              <a:ahLst/>
              <a:cxnLst/>
              <a:rect l="l" t="t" r="r" b="b"/>
              <a:pathLst>
                <a:path w="6466840" h="5852160">
                  <a:moveTo>
                    <a:pt x="6399784" y="0"/>
                  </a:moveTo>
                  <a:lnTo>
                    <a:pt x="66535" y="0"/>
                  </a:lnTo>
                  <a:lnTo>
                    <a:pt x="40639" y="5236"/>
                  </a:lnTo>
                  <a:lnTo>
                    <a:pt x="19489" y="19510"/>
                  </a:lnTo>
                  <a:lnTo>
                    <a:pt x="5229" y="40665"/>
                  </a:lnTo>
                  <a:lnTo>
                    <a:pt x="0" y="66548"/>
                  </a:lnTo>
                  <a:lnTo>
                    <a:pt x="0" y="5785624"/>
                  </a:lnTo>
                  <a:lnTo>
                    <a:pt x="5229" y="5811520"/>
                  </a:lnTo>
                  <a:lnTo>
                    <a:pt x="19489" y="5832670"/>
                  </a:lnTo>
                  <a:lnTo>
                    <a:pt x="40639" y="5846930"/>
                  </a:lnTo>
                  <a:lnTo>
                    <a:pt x="66535" y="5852159"/>
                  </a:lnTo>
                  <a:lnTo>
                    <a:pt x="6399784" y="5852159"/>
                  </a:lnTo>
                  <a:lnTo>
                    <a:pt x="6425666" y="5846930"/>
                  </a:lnTo>
                  <a:lnTo>
                    <a:pt x="6446821" y="5832670"/>
                  </a:lnTo>
                  <a:lnTo>
                    <a:pt x="6461095" y="5811520"/>
                  </a:lnTo>
                  <a:lnTo>
                    <a:pt x="6466332" y="5785624"/>
                  </a:lnTo>
                  <a:lnTo>
                    <a:pt x="6466332" y="66548"/>
                  </a:lnTo>
                  <a:lnTo>
                    <a:pt x="6461095" y="40665"/>
                  </a:lnTo>
                  <a:lnTo>
                    <a:pt x="6446821" y="19510"/>
                  </a:lnTo>
                  <a:lnTo>
                    <a:pt x="6425666" y="5236"/>
                  </a:lnTo>
                  <a:lnTo>
                    <a:pt x="6399784" y="0"/>
                  </a:lnTo>
                  <a:close/>
                </a:path>
              </a:pathLst>
            </a:custGeom>
            <a:solidFill>
              <a:srgbClr val="EBE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40436" y="522731"/>
              <a:ext cx="1732026" cy="1088898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941819" y="1214627"/>
              <a:ext cx="4366260" cy="4477512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969128" y="1241515"/>
              <a:ext cx="4262787" cy="4374964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9933432" y="6457188"/>
              <a:ext cx="1583690" cy="203200"/>
            </a:xfrm>
            <a:custGeom>
              <a:avLst/>
              <a:gdLst/>
              <a:ahLst/>
              <a:cxnLst/>
              <a:rect l="l" t="t" r="r" b="b"/>
              <a:pathLst>
                <a:path w="1583690" h="203200">
                  <a:moveTo>
                    <a:pt x="1583436" y="0"/>
                  </a:moveTo>
                  <a:lnTo>
                    <a:pt x="1570736" y="0"/>
                  </a:lnTo>
                  <a:lnTo>
                    <a:pt x="12700" y="0"/>
                  </a:lnTo>
                  <a:lnTo>
                    <a:pt x="0" y="0"/>
                  </a:lnTo>
                  <a:lnTo>
                    <a:pt x="0" y="12700"/>
                  </a:lnTo>
                  <a:lnTo>
                    <a:pt x="0" y="189992"/>
                  </a:lnTo>
                  <a:lnTo>
                    <a:pt x="0" y="202692"/>
                  </a:lnTo>
                  <a:lnTo>
                    <a:pt x="12700" y="202692"/>
                  </a:lnTo>
                  <a:lnTo>
                    <a:pt x="1570736" y="202692"/>
                  </a:lnTo>
                  <a:lnTo>
                    <a:pt x="1583436" y="202692"/>
                  </a:lnTo>
                  <a:lnTo>
                    <a:pt x="1583436" y="189992"/>
                  </a:lnTo>
                  <a:lnTo>
                    <a:pt x="1583436" y="12700"/>
                  </a:lnTo>
                  <a:lnTo>
                    <a:pt x="1583436" y="0"/>
                  </a:lnTo>
                  <a:close/>
                </a:path>
              </a:pathLst>
            </a:custGeom>
            <a:solidFill>
              <a:srgbClr val="3493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100566" y="806576"/>
              <a:ext cx="1537334" cy="1479423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541121" y="1993544"/>
            <a:ext cx="4321175" cy="246443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299085" algn="l"/>
              </a:tabLst>
            </a:pPr>
            <a:r>
              <a:rPr sz="2200" spc="-90" dirty="0">
                <a:solidFill>
                  <a:srgbClr val="093B70"/>
                </a:solidFill>
                <a:latin typeface="Trebuchet MS"/>
                <a:cs typeface="Trebuchet MS"/>
              </a:rPr>
              <a:t>Key</a:t>
            </a:r>
            <a:r>
              <a:rPr sz="2200" spc="-5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105" dirty="0">
                <a:solidFill>
                  <a:srgbClr val="093B70"/>
                </a:solidFill>
                <a:latin typeface="Trebuchet MS"/>
                <a:cs typeface="Trebuchet MS"/>
              </a:rPr>
              <a:t>concepts</a:t>
            </a:r>
            <a:r>
              <a:rPr sz="2200" spc="-4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30" dirty="0">
                <a:solidFill>
                  <a:srgbClr val="093B70"/>
                </a:solidFill>
                <a:latin typeface="Trebuchet MS"/>
                <a:cs typeface="Trebuchet MS"/>
              </a:rPr>
              <a:t>definition</a:t>
            </a:r>
            <a:endParaRPr sz="22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99085" algn="l"/>
              </a:tabLst>
            </a:pPr>
            <a:r>
              <a:rPr sz="2200" spc="-120" dirty="0">
                <a:solidFill>
                  <a:srgbClr val="093B70"/>
                </a:solidFill>
                <a:latin typeface="Trebuchet MS"/>
                <a:cs typeface="Trebuchet MS"/>
              </a:rPr>
              <a:t>Building</a:t>
            </a:r>
            <a:r>
              <a:rPr sz="220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120" dirty="0">
                <a:solidFill>
                  <a:srgbClr val="093B70"/>
                </a:solidFill>
                <a:latin typeface="Trebuchet MS"/>
                <a:cs typeface="Trebuchet MS"/>
              </a:rPr>
              <a:t>up</a:t>
            </a:r>
            <a:r>
              <a:rPr sz="2200" spc="-1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135" dirty="0">
                <a:solidFill>
                  <a:srgbClr val="093B70"/>
                </a:solidFill>
                <a:latin typeface="Trebuchet MS"/>
                <a:cs typeface="Trebuchet MS"/>
              </a:rPr>
              <a:t>organizational</a:t>
            </a:r>
            <a:r>
              <a:rPr sz="2200" spc="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75" dirty="0">
                <a:solidFill>
                  <a:srgbClr val="093B70"/>
                </a:solidFill>
                <a:latin typeface="Trebuchet MS"/>
                <a:cs typeface="Trebuchet MS"/>
              </a:rPr>
              <a:t>structure</a:t>
            </a:r>
            <a:endParaRPr sz="22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99085" algn="l"/>
              </a:tabLst>
            </a:pPr>
            <a:r>
              <a:rPr sz="2200" spc="-145" dirty="0">
                <a:solidFill>
                  <a:srgbClr val="093B70"/>
                </a:solidFill>
                <a:latin typeface="Trebuchet MS"/>
                <a:cs typeface="Trebuchet MS"/>
              </a:rPr>
              <a:t>Types</a:t>
            </a:r>
            <a:r>
              <a:rPr sz="2200" spc="-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125" dirty="0">
                <a:solidFill>
                  <a:srgbClr val="093B70"/>
                </a:solidFill>
                <a:latin typeface="Trebuchet MS"/>
                <a:cs typeface="Trebuchet MS"/>
              </a:rPr>
              <a:t>of</a:t>
            </a:r>
            <a:r>
              <a:rPr sz="2200" spc="-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093B70"/>
                </a:solidFill>
                <a:latin typeface="Trebuchet MS"/>
                <a:cs typeface="Trebuchet MS"/>
              </a:rPr>
              <a:t>structure</a:t>
            </a:r>
            <a:endParaRPr sz="22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99085" algn="l"/>
              </a:tabLst>
            </a:pPr>
            <a:r>
              <a:rPr sz="2200" spc="-100" dirty="0">
                <a:solidFill>
                  <a:srgbClr val="093B70"/>
                </a:solidFill>
                <a:latin typeface="Trebuchet MS"/>
                <a:cs typeface="Trebuchet MS"/>
              </a:rPr>
              <a:t>Centralization</a:t>
            </a:r>
            <a:r>
              <a:rPr sz="2200" spc="-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150" dirty="0">
                <a:solidFill>
                  <a:srgbClr val="093B70"/>
                </a:solidFill>
                <a:latin typeface="Trebuchet MS"/>
                <a:cs typeface="Trebuchet MS"/>
              </a:rPr>
              <a:t>and</a:t>
            </a:r>
            <a:r>
              <a:rPr sz="2200" spc="-4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90" dirty="0">
                <a:solidFill>
                  <a:srgbClr val="093B70"/>
                </a:solidFill>
                <a:latin typeface="Trebuchet MS"/>
                <a:cs typeface="Trebuchet MS"/>
              </a:rPr>
              <a:t>decentralization</a:t>
            </a:r>
            <a:endParaRPr sz="22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99085" algn="l"/>
              </a:tabLst>
            </a:pPr>
            <a:r>
              <a:rPr sz="2200" spc="-185" dirty="0">
                <a:solidFill>
                  <a:srgbClr val="093B70"/>
                </a:solidFill>
                <a:latin typeface="Trebuchet MS"/>
                <a:cs typeface="Trebuchet MS"/>
              </a:rPr>
              <a:t>Jobs</a:t>
            </a:r>
            <a:r>
              <a:rPr sz="2200" spc="-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130" dirty="0">
                <a:solidFill>
                  <a:srgbClr val="093B70"/>
                </a:solidFill>
                <a:latin typeface="Trebuchet MS"/>
                <a:cs typeface="Trebuchet MS"/>
              </a:rPr>
              <a:t>allocation</a:t>
            </a:r>
            <a:r>
              <a:rPr sz="2200" spc="-1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150" dirty="0">
                <a:solidFill>
                  <a:srgbClr val="093B70"/>
                </a:solidFill>
                <a:latin typeface="Trebuchet MS"/>
                <a:cs typeface="Trebuchet MS"/>
              </a:rPr>
              <a:t>and</a:t>
            </a:r>
            <a:r>
              <a:rPr sz="2200" spc="-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105" dirty="0">
                <a:solidFill>
                  <a:srgbClr val="093B70"/>
                </a:solidFill>
                <a:latin typeface="Trebuchet MS"/>
                <a:cs typeface="Trebuchet MS"/>
              </a:rPr>
              <a:t>its</a:t>
            </a:r>
            <a:r>
              <a:rPr sz="2200" spc="-2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093B70"/>
                </a:solidFill>
                <a:latin typeface="Trebuchet MS"/>
                <a:cs typeface="Trebuchet MS"/>
              </a:rPr>
              <a:t>structure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0084307" y="6478036"/>
            <a:ext cx="1159510" cy="177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55"/>
              </a:lnSpc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Martensson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0599166" y="6416476"/>
            <a:ext cx="254000" cy="29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5"/>
              </a:lnSpc>
            </a:pP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01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885825" cy="6858000"/>
          </a:xfrm>
          <a:custGeom>
            <a:avLst/>
            <a:gdLst/>
            <a:ahLst/>
            <a:cxnLst/>
            <a:rect l="l" t="t" r="r" b="b"/>
            <a:pathLst>
              <a:path w="885825" h="6858000">
                <a:moveTo>
                  <a:pt x="709307" y="0"/>
                </a:moveTo>
                <a:lnTo>
                  <a:pt x="0" y="0"/>
                </a:lnTo>
                <a:lnTo>
                  <a:pt x="0" y="6857999"/>
                </a:lnTo>
                <a:lnTo>
                  <a:pt x="709307" y="6857999"/>
                </a:lnTo>
                <a:lnTo>
                  <a:pt x="710895" y="6789736"/>
                </a:lnTo>
                <a:lnTo>
                  <a:pt x="718832" y="6729412"/>
                </a:lnTo>
                <a:lnTo>
                  <a:pt x="729932" y="6677025"/>
                </a:lnTo>
                <a:lnTo>
                  <a:pt x="744220" y="6630987"/>
                </a:lnTo>
                <a:lnTo>
                  <a:pt x="760082" y="6589712"/>
                </a:lnTo>
                <a:lnTo>
                  <a:pt x="779132" y="6553200"/>
                </a:lnTo>
                <a:lnTo>
                  <a:pt x="817206" y="6477000"/>
                </a:lnTo>
                <a:lnTo>
                  <a:pt x="833081" y="6440487"/>
                </a:lnTo>
                <a:lnTo>
                  <a:pt x="848944" y="6399212"/>
                </a:lnTo>
                <a:lnTo>
                  <a:pt x="864819" y="6353175"/>
                </a:lnTo>
                <a:lnTo>
                  <a:pt x="875919" y="6300787"/>
                </a:lnTo>
                <a:lnTo>
                  <a:pt x="882269" y="6240462"/>
                </a:lnTo>
                <a:lnTo>
                  <a:pt x="885444" y="6172200"/>
                </a:lnTo>
                <a:lnTo>
                  <a:pt x="882269" y="6103937"/>
                </a:lnTo>
                <a:lnTo>
                  <a:pt x="875919" y="6043612"/>
                </a:lnTo>
                <a:lnTo>
                  <a:pt x="864819" y="5991225"/>
                </a:lnTo>
                <a:lnTo>
                  <a:pt x="848944" y="5945187"/>
                </a:lnTo>
                <a:lnTo>
                  <a:pt x="833081" y="5903912"/>
                </a:lnTo>
                <a:lnTo>
                  <a:pt x="817206" y="5867400"/>
                </a:lnTo>
                <a:lnTo>
                  <a:pt x="779132" y="5791200"/>
                </a:lnTo>
                <a:lnTo>
                  <a:pt x="760082" y="5754687"/>
                </a:lnTo>
                <a:lnTo>
                  <a:pt x="744220" y="5713412"/>
                </a:lnTo>
                <a:lnTo>
                  <a:pt x="729932" y="5667375"/>
                </a:lnTo>
                <a:lnTo>
                  <a:pt x="718832" y="5614987"/>
                </a:lnTo>
                <a:lnTo>
                  <a:pt x="710895" y="5554599"/>
                </a:lnTo>
                <a:lnTo>
                  <a:pt x="709307" y="5486400"/>
                </a:lnTo>
                <a:lnTo>
                  <a:pt x="710895" y="5418074"/>
                </a:lnTo>
                <a:lnTo>
                  <a:pt x="718832" y="5357749"/>
                </a:lnTo>
                <a:lnTo>
                  <a:pt x="729932" y="5305425"/>
                </a:lnTo>
                <a:lnTo>
                  <a:pt x="744220" y="5259324"/>
                </a:lnTo>
                <a:lnTo>
                  <a:pt x="760082" y="5218049"/>
                </a:lnTo>
                <a:lnTo>
                  <a:pt x="779132" y="5181600"/>
                </a:lnTo>
                <a:lnTo>
                  <a:pt x="817206" y="5105400"/>
                </a:lnTo>
                <a:lnTo>
                  <a:pt x="833081" y="5068824"/>
                </a:lnTo>
                <a:lnTo>
                  <a:pt x="848944" y="5027549"/>
                </a:lnTo>
                <a:lnTo>
                  <a:pt x="864819" y="4981575"/>
                </a:lnTo>
                <a:lnTo>
                  <a:pt x="875919" y="4929124"/>
                </a:lnTo>
                <a:lnTo>
                  <a:pt x="882269" y="4868799"/>
                </a:lnTo>
                <a:lnTo>
                  <a:pt x="885444" y="4800600"/>
                </a:lnTo>
                <a:lnTo>
                  <a:pt x="882269" y="4732274"/>
                </a:lnTo>
                <a:lnTo>
                  <a:pt x="875919" y="4671949"/>
                </a:lnTo>
                <a:lnTo>
                  <a:pt x="864819" y="4619625"/>
                </a:lnTo>
                <a:lnTo>
                  <a:pt x="848944" y="4573524"/>
                </a:lnTo>
                <a:lnTo>
                  <a:pt x="833081" y="4532249"/>
                </a:lnTo>
                <a:lnTo>
                  <a:pt x="817206" y="4495800"/>
                </a:lnTo>
                <a:lnTo>
                  <a:pt x="779132" y="4419600"/>
                </a:lnTo>
                <a:lnTo>
                  <a:pt x="760082" y="4383024"/>
                </a:lnTo>
                <a:lnTo>
                  <a:pt x="744220" y="4341749"/>
                </a:lnTo>
                <a:lnTo>
                  <a:pt x="729932" y="4295775"/>
                </a:lnTo>
                <a:lnTo>
                  <a:pt x="718832" y="4243324"/>
                </a:lnTo>
                <a:lnTo>
                  <a:pt x="710895" y="4182999"/>
                </a:lnTo>
                <a:lnTo>
                  <a:pt x="709307" y="4114800"/>
                </a:lnTo>
                <a:lnTo>
                  <a:pt x="710895" y="4046474"/>
                </a:lnTo>
                <a:lnTo>
                  <a:pt x="718832" y="3986149"/>
                </a:lnTo>
                <a:lnTo>
                  <a:pt x="729932" y="3933825"/>
                </a:lnTo>
                <a:lnTo>
                  <a:pt x="744220" y="3887724"/>
                </a:lnTo>
                <a:lnTo>
                  <a:pt x="760082" y="3846449"/>
                </a:lnTo>
                <a:lnTo>
                  <a:pt x="779132" y="3810000"/>
                </a:lnTo>
                <a:lnTo>
                  <a:pt x="817206" y="3733800"/>
                </a:lnTo>
                <a:lnTo>
                  <a:pt x="833081" y="3697224"/>
                </a:lnTo>
                <a:lnTo>
                  <a:pt x="848944" y="3655949"/>
                </a:lnTo>
                <a:lnTo>
                  <a:pt x="864819" y="3609975"/>
                </a:lnTo>
                <a:lnTo>
                  <a:pt x="875919" y="3557524"/>
                </a:lnTo>
                <a:lnTo>
                  <a:pt x="882269" y="3497199"/>
                </a:lnTo>
                <a:lnTo>
                  <a:pt x="885444" y="3427349"/>
                </a:lnTo>
                <a:lnTo>
                  <a:pt x="882269" y="3360674"/>
                </a:lnTo>
                <a:lnTo>
                  <a:pt x="875919" y="3300349"/>
                </a:lnTo>
                <a:lnTo>
                  <a:pt x="864819" y="3248025"/>
                </a:lnTo>
                <a:lnTo>
                  <a:pt x="848944" y="3201924"/>
                </a:lnTo>
                <a:lnTo>
                  <a:pt x="833081" y="3160649"/>
                </a:lnTo>
                <a:lnTo>
                  <a:pt x="817206" y="3124200"/>
                </a:lnTo>
                <a:lnTo>
                  <a:pt x="779132" y="3048000"/>
                </a:lnTo>
                <a:lnTo>
                  <a:pt x="760082" y="3011424"/>
                </a:lnTo>
                <a:lnTo>
                  <a:pt x="744220" y="2970149"/>
                </a:lnTo>
                <a:lnTo>
                  <a:pt x="729932" y="2924175"/>
                </a:lnTo>
                <a:lnTo>
                  <a:pt x="718832" y="2871724"/>
                </a:lnTo>
                <a:lnTo>
                  <a:pt x="710895" y="2811399"/>
                </a:lnTo>
                <a:lnTo>
                  <a:pt x="709307" y="2743200"/>
                </a:lnTo>
                <a:lnTo>
                  <a:pt x="710895" y="2674874"/>
                </a:lnTo>
                <a:lnTo>
                  <a:pt x="718832" y="2614549"/>
                </a:lnTo>
                <a:lnTo>
                  <a:pt x="729932" y="2562225"/>
                </a:lnTo>
                <a:lnTo>
                  <a:pt x="744220" y="2516124"/>
                </a:lnTo>
                <a:lnTo>
                  <a:pt x="760082" y="2474849"/>
                </a:lnTo>
                <a:lnTo>
                  <a:pt x="779132" y="2438400"/>
                </a:lnTo>
                <a:lnTo>
                  <a:pt x="817206" y="2362200"/>
                </a:lnTo>
                <a:lnTo>
                  <a:pt x="833081" y="2325624"/>
                </a:lnTo>
                <a:lnTo>
                  <a:pt x="848944" y="2284349"/>
                </a:lnTo>
                <a:lnTo>
                  <a:pt x="864819" y="2238375"/>
                </a:lnTo>
                <a:lnTo>
                  <a:pt x="875919" y="2185924"/>
                </a:lnTo>
                <a:lnTo>
                  <a:pt x="882269" y="2125599"/>
                </a:lnTo>
                <a:lnTo>
                  <a:pt x="885444" y="2057400"/>
                </a:lnTo>
                <a:lnTo>
                  <a:pt x="882269" y="1989074"/>
                </a:lnTo>
                <a:lnTo>
                  <a:pt x="875919" y="1928749"/>
                </a:lnTo>
                <a:lnTo>
                  <a:pt x="864819" y="1876425"/>
                </a:lnTo>
                <a:lnTo>
                  <a:pt x="848944" y="1830324"/>
                </a:lnTo>
                <a:lnTo>
                  <a:pt x="833081" y="1789049"/>
                </a:lnTo>
                <a:lnTo>
                  <a:pt x="817206" y="1752600"/>
                </a:lnTo>
                <a:lnTo>
                  <a:pt x="779132" y="1676400"/>
                </a:lnTo>
                <a:lnTo>
                  <a:pt x="760082" y="1639824"/>
                </a:lnTo>
                <a:lnTo>
                  <a:pt x="744220" y="1598549"/>
                </a:lnTo>
                <a:lnTo>
                  <a:pt x="729932" y="1552575"/>
                </a:lnTo>
                <a:lnTo>
                  <a:pt x="718832" y="1500124"/>
                </a:lnTo>
                <a:lnTo>
                  <a:pt x="710895" y="1439799"/>
                </a:lnTo>
                <a:lnTo>
                  <a:pt x="709307" y="1371600"/>
                </a:lnTo>
                <a:lnTo>
                  <a:pt x="710895" y="1303274"/>
                </a:lnTo>
                <a:lnTo>
                  <a:pt x="718832" y="1242949"/>
                </a:lnTo>
                <a:lnTo>
                  <a:pt x="729932" y="1190625"/>
                </a:lnTo>
                <a:lnTo>
                  <a:pt x="744220" y="1144524"/>
                </a:lnTo>
                <a:lnTo>
                  <a:pt x="760082" y="1103249"/>
                </a:lnTo>
                <a:lnTo>
                  <a:pt x="779132" y="1066800"/>
                </a:lnTo>
                <a:lnTo>
                  <a:pt x="817206" y="990600"/>
                </a:lnTo>
                <a:lnTo>
                  <a:pt x="833081" y="954024"/>
                </a:lnTo>
                <a:lnTo>
                  <a:pt x="848944" y="912749"/>
                </a:lnTo>
                <a:lnTo>
                  <a:pt x="864819" y="866775"/>
                </a:lnTo>
                <a:lnTo>
                  <a:pt x="875919" y="814324"/>
                </a:lnTo>
                <a:lnTo>
                  <a:pt x="882269" y="753999"/>
                </a:lnTo>
                <a:lnTo>
                  <a:pt x="885444" y="685800"/>
                </a:lnTo>
                <a:lnTo>
                  <a:pt x="882269" y="617474"/>
                </a:lnTo>
                <a:lnTo>
                  <a:pt x="875919" y="557149"/>
                </a:lnTo>
                <a:lnTo>
                  <a:pt x="864819" y="504825"/>
                </a:lnTo>
                <a:lnTo>
                  <a:pt x="848944" y="458724"/>
                </a:lnTo>
                <a:lnTo>
                  <a:pt x="833081" y="417449"/>
                </a:lnTo>
                <a:lnTo>
                  <a:pt x="817206" y="381000"/>
                </a:lnTo>
                <a:lnTo>
                  <a:pt x="779132" y="304800"/>
                </a:lnTo>
                <a:lnTo>
                  <a:pt x="760082" y="268224"/>
                </a:lnTo>
                <a:lnTo>
                  <a:pt x="744220" y="226949"/>
                </a:lnTo>
                <a:lnTo>
                  <a:pt x="729932" y="180975"/>
                </a:lnTo>
                <a:lnTo>
                  <a:pt x="718832" y="128524"/>
                </a:lnTo>
                <a:lnTo>
                  <a:pt x="710895" y="68199"/>
                </a:lnTo>
                <a:lnTo>
                  <a:pt x="709307" y="0"/>
                </a:lnTo>
                <a:close/>
              </a:path>
            </a:pathLst>
          </a:custGeom>
          <a:solidFill>
            <a:srgbClr val="37354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" name="object 4"/>
            <p:cNvSpPr/>
            <p:nvPr/>
          </p:nvSpPr>
          <p:spPr>
            <a:xfrm>
              <a:off x="11908535" y="0"/>
              <a:ext cx="283845" cy="6858000"/>
            </a:xfrm>
            <a:custGeom>
              <a:avLst/>
              <a:gdLst/>
              <a:ahLst/>
              <a:cxnLst/>
              <a:rect l="l" t="t" r="r" b="b"/>
              <a:pathLst>
                <a:path w="283845" h="6858000">
                  <a:moveTo>
                    <a:pt x="28346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83464" y="6858000"/>
                  </a:lnTo>
                  <a:lnTo>
                    <a:pt x="283464" y="0"/>
                  </a:lnTo>
                  <a:close/>
                </a:path>
              </a:pathLst>
            </a:custGeom>
            <a:solidFill>
              <a:srgbClr val="3493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576" y="124968"/>
              <a:ext cx="12117324" cy="614476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8100" y="126492"/>
              <a:ext cx="12115800" cy="6143625"/>
            </a:xfrm>
            <a:custGeom>
              <a:avLst/>
              <a:gdLst/>
              <a:ahLst/>
              <a:cxnLst/>
              <a:rect l="l" t="t" r="r" b="b"/>
              <a:pathLst>
                <a:path w="12115800" h="6143625">
                  <a:moveTo>
                    <a:pt x="0" y="69850"/>
                  </a:moveTo>
                  <a:lnTo>
                    <a:pt x="5489" y="42648"/>
                  </a:lnTo>
                  <a:lnTo>
                    <a:pt x="20459" y="20447"/>
                  </a:lnTo>
                  <a:lnTo>
                    <a:pt x="42663" y="5484"/>
                  </a:lnTo>
                  <a:lnTo>
                    <a:pt x="69853" y="0"/>
                  </a:lnTo>
                  <a:lnTo>
                    <a:pt x="12045950" y="0"/>
                  </a:lnTo>
                  <a:lnTo>
                    <a:pt x="12073151" y="5484"/>
                  </a:lnTo>
                  <a:lnTo>
                    <a:pt x="12095353" y="20447"/>
                  </a:lnTo>
                  <a:lnTo>
                    <a:pt x="12110315" y="42648"/>
                  </a:lnTo>
                  <a:lnTo>
                    <a:pt x="12115800" y="69850"/>
                  </a:lnTo>
                  <a:lnTo>
                    <a:pt x="12115800" y="6073394"/>
                  </a:lnTo>
                  <a:lnTo>
                    <a:pt x="12110315" y="6100579"/>
                  </a:lnTo>
                  <a:lnTo>
                    <a:pt x="12095353" y="6122782"/>
                  </a:lnTo>
                  <a:lnTo>
                    <a:pt x="12073151" y="6137753"/>
                  </a:lnTo>
                  <a:lnTo>
                    <a:pt x="12045950" y="6143244"/>
                  </a:lnTo>
                  <a:lnTo>
                    <a:pt x="69853" y="6143244"/>
                  </a:lnTo>
                  <a:lnTo>
                    <a:pt x="42663" y="6137753"/>
                  </a:lnTo>
                  <a:lnTo>
                    <a:pt x="20459" y="6122782"/>
                  </a:lnTo>
                  <a:lnTo>
                    <a:pt x="5489" y="6100579"/>
                  </a:lnTo>
                  <a:lnTo>
                    <a:pt x="0" y="6073394"/>
                  </a:lnTo>
                  <a:lnTo>
                    <a:pt x="0" y="69850"/>
                  </a:lnTo>
                  <a:close/>
                </a:path>
              </a:pathLst>
            </a:custGeom>
            <a:ln w="3175">
              <a:solidFill>
                <a:srgbClr val="3493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46126" y="214121"/>
              <a:ext cx="11737975" cy="6006465"/>
            </a:xfrm>
            <a:custGeom>
              <a:avLst/>
              <a:gdLst/>
              <a:ahLst/>
              <a:cxnLst/>
              <a:rect l="l" t="t" r="r" b="b"/>
              <a:pathLst>
                <a:path w="11737975" h="6006465">
                  <a:moveTo>
                    <a:pt x="11737721" y="94361"/>
                  </a:moveTo>
                  <a:lnTo>
                    <a:pt x="11728069" y="57404"/>
                  </a:lnTo>
                  <a:lnTo>
                    <a:pt x="11715242" y="40386"/>
                  </a:lnTo>
                  <a:lnTo>
                    <a:pt x="11714861" y="39878"/>
                  </a:lnTo>
                  <a:lnTo>
                    <a:pt x="11714353" y="39497"/>
                  </a:lnTo>
                  <a:lnTo>
                    <a:pt x="11704320" y="31254"/>
                  </a:lnTo>
                  <a:lnTo>
                    <a:pt x="11703685" y="30607"/>
                  </a:lnTo>
                  <a:lnTo>
                    <a:pt x="11703304" y="30480"/>
                  </a:lnTo>
                  <a:lnTo>
                    <a:pt x="11696827" y="26555"/>
                  </a:lnTo>
                  <a:lnTo>
                    <a:pt x="11690096" y="23380"/>
                  </a:lnTo>
                  <a:lnTo>
                    <a:pt x="11682857" y="20701"/>
                  </a:lnTo>
                  <a:lnTo>
                    <a:pt x="11681803" y="20472"/>
                  </a:lnTo>
                  <a:lnTo>
                    <a:pt x="11681409" y="19862"/>
                  </a:lnTo>
                  <a:lnTo>
                    <a:pt x="11659845" y="5334"/>
                  </a:lnTo>
                  <a:lnTo>
                    <a:pt x="11633454" y="0"/>
                  </a:lnTo>
                  <a:lnTo>
                    <a:pt x="67868" y="0"/>
                  </a:lnTo>
                  <a:lnTo>
                    <a:pt x="41452" y="5334"/>
                  </a:lnTo>
                  <a:lnTo>
                    <a:pt x="19875" y="19862"/>
                  </a:lnTo>
                  <a:lnTo>
                    <a:pt x="5334" y="41427"/>
                  </a:lnTo>
                  <a:lnTo>
                    <a:pt x="0" y="67830"/>
                  </a:lnTo>
                  <a:lnTo>
                    <a:pt x="0" y="5901639"/>
                  </a:lnTo>
                  <a:lnTo>
                    <a:pt x="5334" y="5928055"/>
                  </a:lnTo>
                  <a:lnTo>
                    <a:pt x="19875" y="5949632"/>
                  </a:lnTo>
                  <a:lnTo>
                    <a:pt x="20523" y="5950077"/>
                  </a:lnTo>
                  <a:lnTo>
                    <a:pt x="21056" y="5952121"/>
                  </a:lnTo>
                  <a:lnTo>
                    <a:pt x="51968" y="5992965"/>
                  </a:lnTo>
                  <a:lnTo>
                    <a:pt x="94856" y="6005969"/>
                  </a:lnTo>
                  <a:lnTo>
                    <a:pt x="11660886" y="6005957"/>
                  </a:lnTo>
                  <a:lnTo>
                    <a:pt x="11703355" y="5992927"/>
                  </a:lnTo>
                  <a:lnTo>
                    <a:pt x="11704320" y="5992165"/>
                  </a:lnTo>
                  <a:lnTo>
                    <a:pt x="11710645" y="5986932"/>
                  </a:lnTo>
                  <a:lnTo>
                    <a:pt x="11714353" y="5983871"/>
                  </a:lnTo>
                  <a:lnTo>
                    <a:pt x="11714861" y="5983490"/>
                  </a:lnTo>
                  <a:lnTo>
                    <a:pt x="11715242" y="5983071"/>
                  </a:lnTo>
                  <a:lnTo>
                    <a:pt x="11723878" y="5972619"/>
                  </a:lnTo>
                  <a:lnTo>
                    <a:pt x="11724259" y="5972264"/>
                  </a:lnTo>
                  <a:lnTo>
                    <a:pt x="11724767" y="5971502"/>
                  </a:lnTo>
                  <a:lnTo>
                    <a:pt x="11737721" y="5928626"/>
                  </a:lnTo>
                  <a:lnTo>
                    <a:pt x="11737721" y="9436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6125" y="214122"/>
              <a:ext cx="11701780" cy="5969635"/>
            </a:xfrm>
            <a:custGeom>
              <a:avLst/>
              <a:gdLst/>
              <a:ahLst/>
              <a:cxnLst/>
              <a:rect l="l" t="t" r="r" b="b"/>
              <a:pathLst>
                <a:path w="11701780" h="5969635">
                  <a:moveTo>
                    <a:pt x="0" y="67818"/>
                  </a:moveTo>
                  <a:lnTo>
                    <a:pt x="5334" y="41415"/>
                  </a:lnTo>
                  <a:lnTo>
                    <a:pt x="19880" y="19859"/>
                  </a:lnTo>
                  <a:lnTo>
                    <a:pt x="41453" y="5328"/>
                  </a:lnTo>
                  <a:lnTo>
                    <a:pt x="67868" y="0"/>
                  </a:lnTo>
                  <a:lnTo>
                    <a:pt x="11633454" y="0"/>
                  </a:lnTo>
                  <a:lnTo>
                    <a:pt x="11659856" y="5328"/>
                  </a:lnTo>
                  <a:lnTo>
                    <a:pt x="11681412" y="19859"/>
                  </a:lnTo>
                  <a:lnTo>
                    <a:pt x="11695943" y="41415"/>
                  </a:lnTo>
                  <a:lnTo>
                    <a:pt x="11701272" y="67818"/>
                  </a:lnTo>
                  <a:lnTo>
                    <a:pt x="11701272" y="5901639"/>
                  </a:lnTo>
                  <a:lnTo>
                    <a:pt x="11695943" y="5928054"/>
                  </a:lnTo>
                  <a:lnTo>
                    <a:pt x="11681412" y="5949627"/>
                  </a:lnTo>
                  <a:lnTo>
                    <a:pt x="11659856" y="5964173"/>
                  </a:lnTo>
                  <a:lnTo>
                    <a:pt x="11633454" y="5969508"/>
                  </a:lnTo>
                  <a:lnTo>
                    <a:pt x="67868" y="5969508"/>
                  </a:lnTo>
                  <a:lnTo>
                    <a:pt x="41453" y="5964173"/>
                  </a:lnTo>
                  <a:lnTo>
                    <a:pt x="19880" y="5949627"/>
                  </a:lnTo>
                  <a:lnTo>
                    <a:pt x="5334" y="5928054"/>
                  </a:lnTo>
                  <a:lnTo>
                    <a:pt x="0" y="5901639"/>
                  </a:lnTo>
                  <a:lnTo>
                    <a:pt x="0" y="67818"/>
                  </a:lnTo>
                  <a:close/>
                </a:path>
              </a:pathLst>
            </a:custGeom>
            <a:ln w="19050">
              <a:solidFill>
                <a:srgbClr val="093B7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727948" y="6272783"/>
              <a:ext cx="1240790" cy="431800"/>
            </a:xfrm>
            <a:custGeom>
              <a:avLst/>
              <a:gdLst/>
              <a:ahLst/>
              <a:cxnLst/>
              <a:rect l="l" t="t" r="r" b="b"/>
              <a:pathLst>
                <a:path w="1240790" h="431800">
                  <a:moveTo>
                    <a:pt x="605028" y="0"/>
                  </a:moveTo>
                  <a:lnTo>
                    <a:pt x="431800" y="0"/>
                  </a:lnTo>
                  <a:lnTo>
                    <a:pt x="0" y="431292"/>
                  </a:lnTo>
                  <a:lnTo>
                    <a:pt x="173228" y="431292"/>
                  </a:lnTo>
                  <a:lnTo>
                    <a:pt x="605028" y="0"/>
                  </a:lnTo>
                  <a:close/>
                </a:path>
                <a:path w="1240790" h="431800">
                  <a:moveTo>
                    <a:pt x="922020" y="0"/>
                  </a:moveTo>
                  <a:lnTo>
                    <a:pt x="749173" y="0"/>
                  </a:lnTo>
                  <a:lnTo>
                    <a:pt x="318516" y="431292"/>
                  </a:lnTo>
                  <a:lnTo>
                    <a:pt x="491363" y="431292"/>
                  </a:lnTo>
                  <a:lnTo>
                    <a:pt x="922020" y="0"/>
                  </a:lnTo>
                  <a:close/>
                </a:path>
                <a:path w="1240790" h="431800">
                  <a:moveTo>
                    <a:pt x="1240536" y="0"/>
                  </a:moveTo>
                  <a:lnTo>
                    <a:pt x="1067689" y="0"/>
                  </a:lnTo>
                  <a:lnTo>
                    <a:pt x="637032" y="431292"/>
                  </a:lnTo>
                  <a:lnTo>
                    <a:pt x="809879" y="431292"/>
                  </a:lnTo>
                  <a:lnTo>
                    <a:pt x="1240536" y="0"/>
                  </a:lnTo>
                  <a:close/>
                </a:path>
              </a:pathLst>
            </a:custGeom>
            <a:solidFill>
              <a:srgbClr val="3493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76588" y="6425178"/>
              <a:ext cx="605027" cy="43282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9276588" y="6422936"/>
              <a:ext cx="607060" cy="435609"/>
            </a:xfrm>
            <a:custGeom>
              <a:avLst/>
              <a:gdLst/>
              <a:ahLst/>
              <a:cxnLst/>
              <a:rect l="l" t="t" r="r" b="b"/>
              <a:pathLst>
                <a:path w="607059" h="435609">
                  <a:moveTo>
                    <a:pt x="2285" y="0"/>
                  </a:moveTo>
                  <a:lnTo>
                    <a:pt x="940" y="3191"/>
                  </a:lnTo>
                  <a:lnTo>
                    <a:pt x="431297" y="435061"/>
                  </a:lnTo>
                  <a:lnTo>
                    <a:pt x="600514" y="435061"/>
                  </a:lnTo>
                  <a:lnTo>
                    <a:pt x="599799" y="434344"/>
                  </a:lnTo>
                  <a:lnTo>
                    <a:pt x="435101" y="434344"/>
                  </a:lnTo>
                  <a:lnTo>
                    <a:pt x="432815" y="433410"/>
                  </a:lnTo>
                  <a:lnTo>
                    <a:pt x="434171" y="433410"/>
                  </a:lnTo>
                  <a:lnTo>
                    <a:pt x="2285" y="0"/>
                  </a:lnTo>
                  <a:close/>
                </a:path>
                <a:path w="607059" h="435609">
                  <a:moveTo>
                    <a:pt x="171450" y="4483"/>
                  </a:moveTo>
                  <a:lnTo>
                    <a:pt x="600514" y="435061"/>
                  </a:lnTo>
                  <a:lnTo>
                    <a:pt x="605033" y="435061"/>
                  </a:lnTo>
                  <a:lnTo>
                    <a:pt x="176899" y="5422"/>
                  </a:lnTo>
                  <a:lnTo>
                    <a:pt x="173735" y="5422"/>
                  </a:lnTo>
                  <a:lnTo>
                    <a:pt x="171450" y="4483"/>
                  </a:lnTo>
                  <a:close/>
                </a:path>
                <a:path w="607059" h="435609">
                  <a:moveTo>
                    <a:pt x="606551" y="433410"/>
                  </a:moveTo>
                  <a:lnTo>
                    <a:pt x="603388" y="433410"/>
                  </a:lnTo>
                  <a:lnTo>
                    <a:pt x="605033" y="435061"/>
                  </a:lnTo>
                  <a:lnTo>
                    <a:pt x="605855" y="435061"/>
                  </a:lnTo>
                  <a:lnTo>
                    <a:pt x="606551" y="433410"/>
                  </a:lnTo>
                  <a:close/>
                </a:path>
                <a:path w="607059" h="435609">
                  <a:moveTo>
                    <a:pt x="434171" y="433410"/>
                  </a:moveTo>
                  <a:lnTo>
                    <a:pt x="432815" y="433410"/>
                  </a:lnTo>
                  <a:lnTo>
                    <a:pt x="435101" y="434344"/>
                  </a:lnTo>
                  <a:lnTo>
                    <a:pt x="434171" y="433410"/>
                  </a:lnTo>
                  <a:close/>
                </a:path>
                <a:path w="607059" h="435609">
                  <a:moveTo>
                    <a:pt x="598869" y="433410"/>
                  </a:moveTo>
                  <a:lnTo>
                    <a:pt x="434171" y="433410"/>
                  </a:lnTo>
                  <a:lnTo>
                    <a:pt x="435101" y="434344"/>
                  </a:lnTo>
                  <a:lnTo>
                    <a:pt x="599799" y="434344"/>
                  </a:lnTo>
                  <a:lnTo>
                    <a:pt x="598869" y="433410"/>
                  </a:lnTo>
                  <a:close/>
                </a:path>
                <a:path w="607059" h="435609">
                  <a:moveTo>
                    <a:pt x="940" y="3191"/>
                  </a:moveTo>
                  <a:lnTo>
                    <a:pt x="0" y="5422"/>
                  </a:lnTo>
                  <a:lnTo>
                    <a:pt x="3163" y="5422"/>
                  </a:lnTo>
                  <a:lnTo>
                    <a:pt x="940" y="3191"/>
                  </a:lnTo>
                  <a:close/>
                </a:path>
                <a:path w="607059" h="435609">
                  <a:moveTo>
                    <a:pt x="173735" y="2247"/>
                  </a:moveTo>
                  <a:lnTo>
                    <a:pt x="4525" y="2247"/>
                  </a:lnTo>
                  <a:lnTo>
                    <a:pt x="7689" y="5422"/>
                  </a:lnTo>
                  <a:lnTo>
                    <a:pt x="172386" y="5422"/>
                  </a:lnTo>
                  <a:lnTo>
                    <a:pt x="171450" y="4483"/>
                  </a:lnTo>
                  <a:lnTo>
                    <a:pt x="175963" y="4483"/>
                  </a:lnTo>
                  <a:lnTo>
                    <a:pt x="173735" y="2247"/>
                  </a:lnTo>
                  <a:close/>
                </a:path>
                <a:path w="607059" h="435609">
                  <a:moveTo>
                    <a:pt x="175963" y="4483"/>
                  </a:moveTo>
                  <a:lnTo>
                    <a:pt x="171450" y="4483"/>
                  </a:lnTo>
                  <a:lnTo>
                    <a:pt x="173735" y="5422"/>
                  </a:lnTo>
                  <a:lnTo>
                    <a:pt x="176899" y="5422"/>
                  </a:lnTo>
                  <a:lnTo>
                    <a:pt x="175963" y="4483"/>
                  </a:lnTo>
                  <a:close/>
                </a:path>
                <a:path w="607059" h="435609">
                  <a:moveTo>
                    <a:pt x="1338" y="2247"/>
                  </a:moveTo>
                  <a:lnTo>
                    <a:pt x="0" y="2247"/>
                  </a:lnTo>
                  <a:lnTo>
                    <a:pt x="940" y="3191"/>
                  </a:lnTo>
                  <a:lnTo>
                    <a:pt x="1338" y="2247"/>
                  </a:lnTo>
                  <a:close/>
                </a:path>
              </a:pathLst>
            </a:custGeom>
            <a:solidFill>
              <a:srgbClr val="093B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58071" y="6425178"/>
              <a:ext cx="606551" cy="43282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8958071" y="6422936"/>
              <a:ext cx="608330" cy="435609"/>
            </a:xfrm>
            <a:custGeom>
              <a:avLst/>
              <a:gdLst/>
              <a:ahLst/>
              <a:cxnLst/>
              <a:rect l="l" t="t" r="r" b="b"/>
              <a:pathLst>
                <a:path w="608329" h="435609">
                  <a:moveTo>
                    <a:pt x="2285" y="0"/>
                  </a:moveTo>
                  <a:lnTo>
                    <a:pt x="941" y="3189"/>
                  </a:lnTo>
                  <a:lnTo>
                    <a:pt x="432436" y="435061"/>
                  </a:lnTo>
                  <a:lnTo>
                    <a:pt x="602026" y="435061"/>
                  </a:lnTo>
                  <a:lnTo>
                    <a:pt x="601307" y="434341"/>
                  </a:lnTo>
                  <a:lnTo>
                    <a:pt x="436118" y="434341"/>
                  </a:lnTo>
                  <a:lnTo>
                    <a:pt x="433958" y="433410"/>
                  </a:lnTo>
                  <a:lnTo>
                    <a:pt x="435188" y="433410"/>
                  </a:lnTo>
                  <a:lnTo>
                    <a:pt x="2285" y="0"/>
                  </a:lnTo>
                  <a:close/>
                </a:path>
                <a:path w="608329" h="435609">
                  <a:moveTo>
                    <a:pt x="171957" y="4495"/>
                  </a:moveTo>
                  <a:lnTo>
                    <a:pt x="602026" y="435061"/>
                  </a:lnTo>
                  <a:lnTo>
                    <a:pt x="606553" y="435061"/>
                  </a:lnTo>
                  <a:lnTo>
                    <a:pt x="177289" y="5422"/>
                  </a:lnTo>
                  <a:lnTo>
                    <a:pt x="174117" y="5422"/>
                  </a:lnTo>
                  <a:lnTo>
                    <a:pt x="171957" y="4495"/>
                  </a:lnTo>
                  <a:close/>
                </a:path>
                <a:path w="608329" h="435609">
                  <a:moveTo>
                    <a:pt x="608076" y="433410"/>
                  </a:moveTo>
                  <a:lnTo>
                    <a:pt x="604903" y="433410"/>
                  </a:lnTo>
                  <a:lnTo>
                    <a:pt x="606553" y="435061"/>
                  </a:lnTo>
                  <a:lnTo>
                    <a:pt x="607379" y="435061"/>
                  </a:lnTo>
                  <a:lnTo>
                    <a:pt x="608076" y="433410"/>
                  </a:lnTo>
                  <a:close/>
                </a:path>
                <a:path w="608329" h="435609">
                  <a:moveTo>
                    <a:pt x="435188" y="433410"/>
                  </a:moveTo>
                  <a:lnTo>
                    <a:pt x="433958" y="433410"/>
                  </a:lnTo>
                  <a:lnTo>
                    <a:pt x="436118" y="434341"/>
                  </a:lnTo>
                  <a:lnTo>
                    <a:pt x="435188" y="433410"/>
                  </a:lnTo>
                  <a:close/>
                </a:path>
                <a:path w="608329" h="435609">
                  <a:moveTo>
                    <a:pt x="600377" y="433410"/>
                  </a:moveTo>
                  <a:lnTo>
                    <a:pt x="435188" y="433410"/>
                  </a:lnTo>
                  <a:lnTo>
                    <a:pt x="436118" y="434341"/>
                  </a:lnTo>
                  <a:lnTo>
                    <a:pt x="601307" y="434341"/>
                  </a:lnTo>
                  <a:lnTo>
                    <a:pt x="600377" y="433410"/>
                  </a:lnTo>
                  <a:close/>
                </a:path>
                <a:path w="608329" h="435609">
                  <a:moveTo>
                    <a:pt x="941" y="3189"/>
                  </a:moveTo>
                  <a:lnTo>
                    <a:pt x="0" y="5422"/>
                  </a:lnTo>
                  <a:lnTo>
                    <a:pt x="3172" y="5422"/>
                  </a:lnTo>
                  <a:lnTo>
                    <a:pt x="941" y="3189"/>
                  </a:lnTo>
                  <a:close/>
                </a:path>
                <a:path w="608329" h="435609">
                  <a:moveTo>
                    <a:pt x="174117" y="2247"/>
                  </a:moveTo>
                  <a:lnTo>
                    <a:pt x="4531" y="2247"/>
                  </a:lnTo>
                  <a:lnTo>
                    <a:pt x="7702" y="5422"/>
                  </a:lnTo>
                  <a:lnTo>
                    <a:pt x="172884" y="5422"/>
                  </a:lnTo>
                  <a:lnTo>
                    <a:pt x="171957" y="4495"/>
                  </a:lnTo>
                  <a:lnTo>
                    <a:pt x="176362" y="4495"/>
                  </a:lnTo>
                  <a:lnTo>
                    <a:pt x="174117" y="2247"/>
                  </a:lnTo>
                  <a:close/>
                </a:path>
                <a:path w="608329" h="435609">
                  <a:moveTo>
                    <a:pt x="176362" y="4495"/>
                  </a:moveTo>
                  <a:lnTo>
                    <a:pt x="171957" y="4495"/>
                  </a:lnTo>
                  <a:lnTo>
                    <a:pt x="174117" y="5422"/>
                  </a:lnTo>
                  <a:lnTo>
                    <a:pt x="177289" y="5422"/>
                  </a:lnTo>
                  <a:lnTo>
                    <a:pt x="176362" y="4495"/>
                  </a:lnTo>
                  <a:close/>
                </a:path>
                <a:path w="608329" h="435609">
                  <a:moveTo>
                    <a:pt x="1338" y="2247"/>
                  </a:moveTo>
                  <a:lnTo>
                    <a:pt x="0" y="2247"/>
                  </a:lnTo>
                  <a:lnTo>
                    <a:pt x="941" y="3189"/>
                  </a:lnTo>
                  <a:lnTo>
                    <a:pt x="1338" y="2247"/>
                  </a:lnTo>
                  <a:close/>
                </a:path>
              </a:pathLst>
            </a:custGeom>
            <a:solidFill>
              <a:srgbClr val="093B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41080" y="6425178"/>
              <a:ext cx="605027" cy="43282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5766815"/>
              <a:ext cx="1703832" cy="109118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18576" y="5961888"/>
              <a:ext cx="2596896" cy="89611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851135" y="0"/>
              <a:ext cx="2282698" cy="42062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53856" y="6362700"/>
              <a:ext cx="349757" cy="31926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754744" y="6364389"/>
              <a:ext cx="350520" cy="318770"/>
            </a:xfrm>
            <a:custGeom>
              <a:avLst/>
              <a:gdLst/>
              <a:ahLst/>
              <a:cxnLst/>
              <a:rect l="l" t="t" r="r" b="b"/>
              <a:pathLst>
                <a:path w="350520" h="318770">
                  <a:moveTo>
                    <a:pt x="350393" y="206235"/>
                  </a:moveTo>
                  <a:lnTo>
                    <a:pt x="235203" y="128346"/>
                  </a:lnTo>
                  <a:lnTo>
                    <a:pt x="217804" y="0"/>
                  </a:lnTo>
                  <a:lnTo>
                    <a:pt x="138683" y="102476"/>
                  </a:lnTo>
                  <a:lnTo>
                    <a:pt x="0" y="112344"/>
                  </a:lnTo>
                  <a:lnTo>
                    <a:pt x="115188" y="190233"/>
                  </a:lnTo>
                  <a:lnTo>
                    <a:pt x="132460" y="318579"/>
                  </a:lnTo>
                  <a:lnTo>
                    <a:pt x="211708" y="216090"/>
                  </a:lnTo>
                  <a:lnTo>
                    <a:pt x="350393" y="206235"/>
                  </a:lnTo>
                </a:path>
              </a:pathLst>
            </a:custGeom>
            <a:ln w="12700">
              <a:solidFill>
                <a:srgbClr val="3493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410956" y="6577583"/>
              <a:ext cx="128016" cy="11734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8412480" y="6579107"/>
              <a:ext cx="127000" cy="116205"/>
            </a:xfrm>
            <a:custGeom>
              <a:avLst/>
              <a:gdLst/>
              <a:ahLst/>
              <a:cxnLst/>
              <a:rect l="l" t="t" r="r" b="b"/>
              <a:pathLst>
                <a:path w="127000" h="116204">
                  <a:moveTo>
                    <a:pt x="126492" y="57912"/>
                  </a:moveTo>
                  <a:lnTo>
                    <a:pt x="121521" y="35372"/>
                  </a:lnTo>
                  <a:lnTo>
                    <a:pt x="107965" y="16964"/>
                  </a:lnTo>
                  <a:lnTo>
                    <a:pt x="87862" y="4551"/>
                  </a:lnTo>
                  <a:lnTo>
                    <a:pt x="63246" y="0"/>
                  </a:lnTo>
                  <a:lnTo>
                    <a:pt x="38629" y="4551"/>
                  </a:lnTo>
                  <a:lnTo>
                    <a:pt x="18526" y="16964"/>
                  </a:lnTo>
                  <a:lnTo>
                    <a:pt x="4970" y="35372"/>
                  </a:lnTo>
                  <a:lnTo>
                    <a:pt x="0" y="57912"/>
                  </a:lnTo>
                  <a:lnTo>
                    <a:pt x="4970" y="80451"/>
                  </a:lnTo>
                  <a:lnTo>
                    <a:pt x="18526" y="98859"/>
                  </a:lnTo>
                  <a:lnTo>
                    <a:pt x="38629" y="111272"/>
                  </a:lnTo>
                  <a:lnTo>
                    <a:pt x="63246" y="115824"/>
                  </a:lnTo>
                  <a:lnTo>
                    <a:pt x="87862" y="111272"/>
                  </a:lnTo>
                  <a:lnTo>
                    <a:pt x="107965" y="98859"/>
                  </a:lnTo>
                  <a:lnTo>
                    <a:pt x="121521" y="80451"/>
                  </a:lnTo>
                  <a:lnTo>
                    <a:pt x="126492" y="57912"/>
                  </a:lnTo>
                  <a:close/>
                </a:path>
              </a:pathLst>
            </a:custGeom>
            <a:ln w="12700">
              <a:solidFill>
                <a:srgbClr val="3493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003792" y="6092952"/>
              <a:ext cx="204850" cy="186461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9005951" y="6095149"/>
              <a:ext cx="203200" cy="184785"/>
            </a:xfrm>
            <a:custGeom>
              <a:avLst/>
              <a:gdLst/>
              <a:ahLst/>
              <a:cxnLst/>
              <a:rect l="l" t="t" r="r" b="b"/>
              <a:pathLst>
                <a:path w="203200" h="184785">
                  <a:moveTo>
                    <a:pt x="202692" y="106781"/>
                  </a:moveTo>
                  <a:lnTo>
                    <a:pt x="132969" y="70789"/>
                  </a:lnTo>
                  <a:lnTo>
                    <a:pt x="114680" y="0"/>
                  </a:lnTo>
                  <a:lnTo>
                    <a:pt x="77089" y="62725"/>
                  </a:lnTo>
                  <a:lnTo>
                    <a:pt x="0" y="77482"/>
                  </a:lnTo>
                  <a:lnTo>
                    <a:pt x="69723" y="113474"/>
                  </a:lnTo>
                  <a:lnTo>
                    <a:pt x="88010" y="184264"/>
                  </a:lnTo>
                  <a:lnTo>
                    <a:pt x="125602" y="121539"/>
                  </a:lnTo>
                  <a:lnTo>
                    <a:pt x="202692" y="106781"/>
                  </a:lnTo>
                  <a:close/>
                </a:path>
              </a:pathLst>
            </a:custGeom>
            <a:ln w="12700">
              <a:solidFill>
                <a:srgbClr val="3493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82228" y="6153911"/>
              <a:ext cx="97536" cy="8991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8683752" y="6155435"/>
              <a:ext cx="96520" cy="88900"/>
            </a:xfrm>
            <a:custGeom>
              <a:avLst/>
              <a:gdLst/>
              <a:ahLst/>
              <a:cxnLst/>
              <a:rect l="l" t="t" r="r" b="b"/>
              <a:pathLst>
                <a:path w="96520" h="88900">
                  <a:moveTo>
                    <a:pt x="96012" y="44195"/>
                  </a:moveTo>
                  <a:lnTo>
                    <a:pt x="92243" y="26992"/>
                  </a:lnTo>
                  <a:lnTo>
                    <a:pt x="81962" y="12944"/>
                  </a:lnTo>
                  <a:lnTo>
                    <a:pt x="66704" y="3473"/>
                  </a:lnTo>
                  <a:lnTo>
                    <a:pt x="48005" y="0"/>
                  </a:lnTo>
                  <a:lnTo>
                    <a:pt x="29307" y="3473"/>
                  </a:lnTo>
                  <a:lnTo>
                    <a:pt x="14049" y="12944"/>
                  </a:lnTo>
                  <a:lnTo>
                    <a:pt x="3768" y="26992"/>
                  </a:lnTo>
                  <a:lnTo>
                    <a:pt x="0" y="44195"/>
                  </a:lnTo>
                  <a:lnTo>
                    <a:pt x="3768" y="61399"/>
                  </a:lnTo>
                  <a:lnTo>
                    <a:pt x="14049" y="75447"/>
                  </a:lnTo>
                  <a:lnTo>
                    <a:pt x="29307" y="84918"/>
                  </a:lnTo>
                  <a:lnTo>
                    <a:pt x="48005" y="88391"/>
                  </a:lnTo>
                  <a:lnTo>
                    <a:pt x="66704" y="84918"/>
                  </a:lnTo>
                  <a:lnTo>
                    <a:pt x="81962" y="75447"/>
                  </a:lnTo>
                  <a:lnTo>
                    <a:pt x="92243" y="61399"/>
                  </a:lnTo>
                  <a:lnTo>
                    <a:pt x="96012" y="44195"/>
                  </a:lnTo>
                  <a:close/>
                </a:path>
              </a:pathLst>
            </a:custGeom>
            <a:ln w="12699">
              <a:solidFill>
                <a:srgbClr val="3493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343643" y="6291071"/>
              <a:ext cx="128015" cy="117348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9345168" y="6292596"/>
              <a:ext cx="127000" cy="116205"/>
            </a:xfrm>
            <a:custGeom>
              <a:avLst/>
              <a:gdLst/>
              <a:ahLst/>
              <a:cxnLst/>
              <a:rect l="l" t="t" r="r" b="b"/>
              <a:pathLst>
                <a:path w="127000" h="116204">
                  <a:moveTo>
                    <a:pt x="126491" y="57911"/>
                  </a:moveTo>
                  <a:lnTo>
                    <a:pt x="121521" y="35372"/>
                  </a:lnTo>
                  <a:lnTo>
                    <a:pt x="107965" y="16964"/>
                  </a:lnTo>
                  <a:lnTo>
                    <a:pt x="87862" y="4551"/>
                  </a:lnTo>
                  <a:lnTo>
                    <a:pt x="63246" y="0"/>
                  </a:lnTo>
                  <a:lnTo>
                    <a:pt x="38629" y="4551"/>
                  </a:lnTo>
                  <a:lnTo>
                    <a:pt x="18526" y="16964"/>
                  </a:lnTo>
                  <a:lnTo>
                    <a:pt x="4970" y="35372"/>
                  </a:lnTo>
                  <a:lnTo>
                    <a:pt x="0" y="57911"/>
                  </a:lnTo>
                  <a:lnTo>
                    <a:pt x="4970" y="80451"/>
                  </a:lnTo>
                  <a:lnTo>
                    <a:pt x="18526" y="98859"/>
                  </a:lnTo>
                  <a:lnTo>
                    <a:pt x="38629" y="111272"/>
                  </a:lnTo>
                  <a:lnTo>
                    <a:pt x="63246" y="115823"/>
                  </a:lnTo>
                  <a:lnTo>
                    <a:pt x="87862" y="111272"/>
                  </a:lnTo>
                  <a:lnTo>
                    <a:pt x="107965" y="98859"/>
                  </a:lnTo>
                  <a:lnTo>
                    <a:pt x="121521" y="80451"/>
                  </a:lnTo>
                  <a:lnTo>
                    <a:pt x="126491" y="57911"/>
                  </a:lnTo>
                  <a:close/>
                </a:path>
              </a:pathLst>
            </a:custGeom>
            <a:ln w="12700">
              <a:solidFill>
                <a:srgbClr val="3493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221723" y="6330696"/>
              <a:ext cx="73151" cy="67055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9223247" y="6332220"/>
              <a:ext cx="71755" cy="66040"/>
            </a:xfrm>
            <a:custGeom>
              <a:avLst/>
              <a:gdLst/>
              <a:ahLst/>
              <a:cxnLst/>
              <a:rect l="l" t="t" r="r" b="b"/>
              <a:pathLst>
                <a:path w="71754" h="66039">
                  <a:moveTo>
                    <a:pt x="71627" y="32765"/>
                  </a:moveTo>
                  <a:lnTo>
                    <a:pt x="68818" y="20011"/>
                  </a:lnTo>
                  <a:lnTo>
                    <a:pt x="61150" y="9596"/>
                  </a:lnTo>
                  <a:lnTo>
                    <a:pt x="49768" y="2574"/>
                  </a:lnTo>
                  <a:lnTo>
                    <a:pt x="35813" y="0"/>
                  </a:lnTo>
                  <a:lnTo>
                    <a:pt x="21859" y="2574"/>
                  </a:lnTo>
                  <a:lnTo>
                    <a:pt x="10477" y="9596"/>
                  </a:lnTo>
                  <a:lnTo>
                    <a:pt x="2809" y="20011"/>
                  </a:lnTo>
                  <a:lnTo>
                    <a:pt x="0" y="32765"/>
                  </a:lnTo>
                  <a:lnTo>
                    <a:pt x="2809" y="45520"/>
                  </a:lnTo>
                  <a:lnTo>
                    <a:pt x="10477" y="55935"/>
                  </a:lnTo>
                  <a:lnTo>
                    <a:pt x="21859" y="62957"/>
                  </a:lnTo>
                  <a:lnTo>
                    <a:pt x="35813" y="65531"/>
                  </a:lnTo>
                  <a:lnTo>
                    <a:pt x="49768" y="62957"/>
                  </a:lnTo>
                  <a:lnTo>
                    <a:pt x="61150" y="55935"/>
                  </a:lnTo>
                  <a:lnTo>
                    <a:pt x="68818" y="45520"/>
                  </a:lnTo>
                  <a:lnTo>
                    <a:pt x="71627" y="32765"/>
                  </a:lnTo>
                  <a:close/>
                </a:path>
              </a:pathLst>
            </a:custGeom>
            <a:ln w="12700">
              <a:solidFill>
                <a:srgbClr val="3493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529828" y="6380988"/>
              <a:ext cx="73151" cy="67056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8531352" y="6382511"/>
              <a:ext cx="71755" cy="66040"/>
            </a:xfrm>
            <a:custGeom>
              <a:avLst/>
              <a:gdLst/>
              <a:ahLst/>
              <a:cxnLst/>
              <a:rect l="l" t="t" r="r" b="b"/>
              <a:pathLst>
                <a:path w="71754" h="66039">
                  <a:moveTo>
                    <a:pt x="71627" y="32765"/>
                  </a:moveTo>
                  <a:lnTo>
                    <a:pt x="68818" y="20011"/>
                  </a:lnTo>
                  <a:lnTo>
                    <a:pt x="61150" y="9596"/>
                  </a:lnTo>
                  <a:lnTo>
                    <a:pt x="49768" y="2574"/>
                  </a:lnTo>
                  <a:lnTo>
                    <a:pt x="35814" y="0"/>
                  </a:lnTo>
                  <a:lnTo>
                    <a:pt x="21859" y="2574"/>
                  </a:lnTo>
                  <a:lnTo>
                    <a:pt x="10477" y="9596"/>
                  </a:lnTo>
                  <a:lnTo>
                    <a:pt x="2809" y="20011"/>
                  </a:lnTo>
                  <a:lnTo>
                    <a:pt x="0" y="32765"/>
                  </a:lnTo>
                  <a:lnTo>
                    <a:pt x="2809" y="45520"/>
                  </a:lnTo>
                  <a:lnTo>
                    <a:pt x="10477" y="55935"/>
                  </a:lnTo>
                  <a:lnTo>
                    <a:pt x="21859" y="62957"/>
                  </a:lnTo>
                  <a:lnTo>
                    <a:pt x="35814" y="65531"/>
                  </a:lnTo>
                  <a:lnTo>
                    <a:pt x="49768" y="62957"/>
                  </a:lnTo>
                  <a:lnTo>
                    <a:pt x="61150" y="55935"/>
                  </a:lnTo>
                  <a:lnTo>
                    <a:pt x="68818" y="45520"/>
                  </a:lnTo>
                  <a:lnTo>
                    <a:pt x="71627" y="32765"/>
                  </a:lnTo>
                  <a:close/>
                </a:path>
              </a:pathLst>
            </a:custGeom>
            <a:ln w="12700">
              <a:solidFill>
                <a:srgbClr val="3493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371076" y="6518147"/>
              <a:ext cx="204597" cy="186004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9372981" y="6519900"/>
              <a:ext cx="203200" cy="184785"/>
            </a:xfrm>
            <a:custGeom>
              <a:avLst/>
              <a:gdLst/>
              <a:ahLst/>
              <a:cxnLst/>
              <a:rect l="l" t="t" r="r" b="b"/>
              <a:pathLst>
                <a:path w="203200" h="184784">
                  <a:moveTo>
                    <a:pt x="202692" y="106781"/>
                  </a:moveTo>
                  <a:lnTo>
                    <a:pt x="132969" y="70789"/>
                  </a:lnTo>
                  <a:lnTo>
                    <a:pt x="114680" y="0"/>
                  </a:lnTo>
                  <a:lnTo>
                    <a:pt x="77089" y="62712"/>
                  </a:lnTo>
                  <a:lnTo>
                    <a:pt x="0" y="77469"/>
                  </a:lnTo>
                  <a:lnTo>
                    <a:pt x="69850" y="113461"/>
                  </a:lnTo>
                  <a:lnTo>
                    <a:pt x="88011" y="184251"/>
                  </a:lnTo>
                  <a:lnTo>
                    <a:pt x="125602" y="121538"/>
                  </a:lnTo>
                  <a:lnTo>
                    <a:pt x="202692" y="106781"/>
                  </a:lnTo>
                </a:path>
              </a:pathLst>
            </a:custGeom>
            <a:ln w="12700">
              <a:solidFill>
                <a:srgbClr val="3493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713976" y="6617207"/>
              <a:ext cx="73151" cy="67056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709150" y="6391655"/>
              <a:ext cx="1830197" cy="360860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25640" y="299720"/>
              <a:ext cx="6466840" cy="5852795"/>
            </a:xfrm>
            <a:custGeom>
              <a:avLst/>
              <a:gdLst/>
              <a:ahLst/>
              <a:cxnLst/>
              <a:rect l="l" t="t" r="r" b="b"/>
              <a:pathLst>
                <a:path w="6466840" h="5852795">
                  <a:moveTo>
                    <a:pt x="6399771" y="0"/>
                  </a:moveTo>
                  <a:lnTo>
                    <a:pt x="66535" y="0"/>
                  </a:lnTo>
                  <a:lnTo>
                    <a:pt x="40639" y="5236"/>
                  </a:lnTo>
                  <a:lnTo>
                    <a:pt x="19489" y="19510"/>
                  </a:lnTo>
                  <a:lnTo>
                    <a:pt x="5229" y="40665"/>
                  </a:lnTo>
                  <a:lnTo>
                    <a:pt x="0" y="66547"/>
                  </a:lnTo>
                  <a:lnTo>
                    <a:pt x="0" y="5785637"/>
                  </a:lnTo>
                  <a:lnTo>
                    <a:pt x="5229" y="5811539"/>
                  </a:lnTo>
                  <a:lnTo>
                    <a:pt x="19489" y="5832687"/>
                  </a:lnTo>
                  <a:lnTo>
                    <a:pt x="40639" y="5846945"/>
                  </a:lnTo>
                  <a:lnTo>
                    <a:pt x="66535" y="5852172"/>
                  </a:lnTo>
                  <a:lnTo>
                    <a:pt x="6399771" y="5852172"/>
                  </a:lnTo>
                  <a:lnTo>
                    <a:pt x="6425707" y="5846945"/>
                  </a:lnTo>
                  <a:lnTo>
                    <a:pt x="6446856" y="5832687"/>
                  </a:lnTo>
                  <a:lnTo>
                    <a:pt x="6461100" y="5811539"/>
                  </a:lnTo>
                  <a:lnTo>
                    <a:pt x="6466319" y="5785637"/>
                  </a:lnTo>
                  <a:lnTo>
                    <a:pt x="6466319" y="66547"/>
                  </a:lnTo>
                  <a:lnTo>
                    <a:pt x="6461100" y="40665"/>
                  </a:lnTo>
                  <a:lnTo>
                    <a:pt x="6446856" y="19510"/>
                  </a:lnTo>
                  <a:lnTo>
                    <a:pt x="6425707" y="5236"/>
                  </a:lnTo>
                  <a:lnTo>
                    <a:pt x="63997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98704" y="272795"/>
              <a:ext cx="6466840" cy="5852160"/>
            </a:xfrm>
            <a:custGeom>
              <a:avLst/>
              <a:gdLst/>
              <a:ahLst/>
              <a:cxnLst/>
              <a:rect l="l" t="t" r="r" b="b"/>
              <a:pathLst>
                <a:path w="6466840" h="5852160">
                  <a:moveTo>
                    <a:pt x="6399784" y="0"/>
                  </a:moveTo>
                  <a:lnTo>
                    <a:pt x="66535" y="0"/>
                  </a:lnTo>
                  <a:lnTo>
                    <a:pt x="40639" y="5236"/>
                  </a:lnTo>
                  <a:lnTo>
                    <a:pt x="19489" y="19510"/>
                  </a:lnTo>
                  <a:lnTo>
                    <a:pt x="5229" y="40665"/>
                  </a:lnTo>
                  <a:lnTo>
                    <a:pt x="0" y="66548"/>
                  </a:lnTo>
                  <a:lnTo>
                    <a:pt x="0" y="5785624"/>
                  </a:lnTo>
                  <a:lnTo>
                    <a:pt x="5229" y="5811520"/>
                  </a:lnTo>
                  <a:lnTo>
                    <a:pt x="19489" y="5832670"/>
                  </a:lnTo>
                  <a:lnTo>
                    <a:pt x="40639" y="5846930"/>
                  </a:lnTo>
                  <a:lnTo>
                    <a:pt x="66535" y="5852159"/>
                  </a:lnTo>
                  <a:lnTo>
                    <a:pt x="6399784" y="5852159"/>
                  </a:lnTo>
                  <a:lnTo>
                    <a:pt x="6425666" y="5846930"/>
                  </a:lnTo>
                  <a:lnTo>
                    <a:pt x="6446821" y="5832670"/>
                  </a:lnTo>
                  <a:lnTo>
                    <a:pt x="6461095" y="5811520"/>
                  </a:lnTo>
                  <a:lnTo>
                    <a:pt x="6466332" y="5785624"/>
                  </a:lnTo>
                  <a:lnTo>
                    <a:pt x="6466332" y="66548"/>
                  </a:lnTo>
                  <a:lnTo>
                    <a:pt x="6461095" y="40665"/>
                  </a:lnTo>
                  <a:lnTo>
                    <a:pt x="6446821" y="19510"/>
                  </a:lnTo>
                  <a:lnTo>
                    <a:pt x="6425666" y="5236"/>
                  </a:lnTo>
                  <a:lnTo>
                    <a:pt x="6399784" y="0"/>
                  </a:lnTo>
                  <a:close/>
                </a:path>
              </a:pathLst>
            </a:custGeom>
            <a:solidFill>
              <a:srgbClr val="EBE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61188" y="341375"/>
              <a:ext cx="3227070" cy="1312926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941819" y="1214627"/>
              <a:ext cx="4366260" cy="4477512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969128" y="1241515"/>
              <a:ext cx="4262787" cy="4374964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9933432" y="6457188"/>
              <a:ext cx="1583690" cy="203200"/>
            </a:xfrm>
            <a:custGeom>
              <a:avLst/>
              <a:gdLst/>
              <a:ahLst/>
              <a:cxnLst/>
              <a:rect l="l" t="t" r="r" b="b"/>
              <a:pathLst>
                <a:path w="1583690" h="203200">
                  <a:moveTo>
                    <a:pt x="1583436" y="0"/>
                  </a:moveTo>
                  <a:lnTo>
                    <a:pt x="1570736" y="0"/>
                  </a:lnTo>
                  <a:lnTo>
                    <a:pt x="12700" y="0"/>
                  </a:lnTo>
                  <a:lnTo>
                    <a:pt x="0" y="0"/>
                  </a:lnTo>
                  <a:lnTo>
                    <a:pt x="0" y="12700"/>
                  </a:lnTo>
                  <a:lnTo>
                    <a:pt x="0" y="189992"/>
                  </a:lnTo>
                  <a:lnTo>
                    <a:pt x="0" y="202692"/>
                  </a:lnTo>
                  <a:lnTo>
                    <a:pt x="12700" y="202692"/>
                  </a:lnTo>
                  <a:lnTo>
                    <a:pt x="1570736" y="202692"/>
                  </a:lnTo>
                  <a:lnTo>
                    <a:pt x="1583436" y="202692"/>
                  </a:lnTo>
                  <a:lnTo>
                    <a:pt x="1583436" y="189992"/>
                  </a:lnTo>
                  <a:lnTo>
                    <a:pt x="1583436" y="12700"/>
                  </a:lnTo>
                  <a:lnTo>
                    <a:pt x="1583436" y="0"/>
                  </a:lnTo>
                  <a:close/>
                </a:path>
              </a:pathLst>
            </a:custGeom>
            <a:solidFill>
              <a:srgbClr val="3493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100566" y="806576"/>
              <a:ext cx="1537334" cy="1479423"/>
            </a:xfrm>
            <a:prstGeom prst="rect">
              <a:avLst/>
            </a:prstGeom>
          </p:spPr>
        </p:pic>
      </p:grpSp>
      <p:sp>
        <p:nvSpPr>
          <p:cNvPr id="43" name="object 43"/>
          <p:cNvSpPr txBox="1"/>
          <p:nvPr/>
        </p:nvSpPr>
        <p:spPr>
          <a:xfrm>
            <a:off x="541121" y="2146554"/>
            <a:ext cx="5913120" cy="2829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7815" marR="6985" indent="-285750" algn="just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9085" algn="l"/>
              </a:tabLst>
            </a:pPr>
            <a:r>
              <a:rPr sz="2200" dirty="0">
                <a:solidFill>
                  <a:srgbClr val="093B70"/>
                </a:solidFill>
                <a:latin typeface="Trebuchet MS"/>
                <a:cs typeface="Trebuchet MS"/>
              </a:rPr>
              <a:t>Describe</a:t>
            </a:r>
            <a:r>
              <a:rPr sz="2200" spc="-35" dirty="0">
                <a:solidFill>
                  <a:srgbClr val="093B70"/>
                </a:solidFill>
                <a:latin typeface="Trebuchet MS"/>
                <a:cs typeface="Trebuchet MS"/>
              </a:rPr>
              <a:t>  </a:t>
            </a:r>
            <a:r>
              <a:rPr sz="2200" dirty="0">
                <a:solidFill>
                  <a:srgbClr val="093B70"/>
                </a:solidFill>
                <a:latin typeface="Trebuchet MS"/>
                <a:cs typeface="Trebuchet MS"/>
              </a:rPr>
              <a:t>six</a:t>
            </a:r>
            <a:r>
              <a:rPr sz="2200" spc="-35" dirty="0">
                <a:solidFill>
                  <a:srgbClr val="093B70"/>
                </a:solidFill>
                <a:latin typeface="Trebuchet MS"/>
                <a:cs typeface="Trebuchet MS"/>
              </a:rPr>
              <a:t>  </a:t>
            </a:r>
            <a:r>
              <a:rPr sz="2200" dirty="0">
                <a:solidFill>
                  <a:srgbClr val="093B70"/>
                </a:solidFill>
                <a:latin typeface="Trebuchet MS"/>
                <a:cs typeface="Trebuchet MS"/>
              </a:rPr>
              <a:t>key</a:t>
            </a:r>
            <a:r>
              <a:rPr sz="2200" spc="-35" dirty="0">
                <a:solidFill>
                  <a:srgbClr val="093B70"/>
                </a:solidFill>
                <a:latin typeface="Trebuchet MS"/>
                <a:cs typeface="Trebuchet MS"/>
              </a:rPr>
              <a:t>  </a:t>
            </a:r>
            <a:r>
              <a:rPr sz="2200" dirty="0">
                <a:solidFill>
                  <a:srgbClr val="093B70"/>
                </a:solidFill>
                <a:latin typeface="Trebuchet MS"/>
                <a:cs typeface="Trebuchet MS"/>
              </a:rPr>
              <a:t>elements</a:t>
            </a:r>
            <a:r>
              <a:rPr sz="2200" spc="-35" dirty="0">
                <a:solidFill>
                  <a:srgbClr val="093B70"/>
                </a:solidFill>
                <a:latin typeface="Trebuchet MS"/>
                <a:cs typeface="Trebuchet MS"/>
              </a:rPr>
              <a:t>  </a:t>
            </a:r>
            <a:r>
              <a:rPr sz="2200" dirty="0">
                <a:solidFill>
                  <a:srgbClr val="093B70"/>
                </a:solidFill>
                <a:latin typeface="Trebuchet MS"/>
                <a:cs typeface="Trebuchet MS"/>
              </a:rPr>
              <a:t>in</a:t>
            </a:r>
            <a:r>
              <a:rPr sz="2200" spc="-35" dirty="0">
                <a:solidFill>
                  <a:srgbClr val="093B70"/>
                </a:solidFill>
                <a:latin typeface="Trebuchet MS"/>
                <a:cs typeface="Trebuchet MS"/>
              </a:rPr>
              <a:t>  </a:t>
            </a:r>
            <a:r>
              <a:rPr sz="2200" spc="-114" dirty="0">
                <a:solidFill>
                  <a:srgbClr val="093B70"/>
                </a:solidFill>
                <a:latin typeface="Trebuchet MS"/>
                <a:cs typeface="Trebuchet MS"/>
              </a:rPr>
              <a:t>organizational 	</a:t>
            </a:r>
            <a:r>
              <a:rPr sz="2200" spc="-20" dirty="0">
                <a:solidFill>
                  <a:srgbClr val="093B70"/>
                </a:solidFill>
                <a:latin typeface="Trebuchet MS"/>
                <a:cs typeface="Trebuchet MS"/>
              </a:rPr>
              <a:t>design.</a:t>
            </a:r>
            <a:endParaRPr sz="2200">
              <a:latin typeface="Trebuchet MS"/>
              <a:cs typeface="Trebuchet MS"/>
            </a:endParaRPr>
          </a:p>
          <a:p>
            <a:pPr marL="298450" indent="-285750" algn="just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98450" algn="l"/>
              </a:tabLst>
            </a:pPr>
            <a:r>
              <a:rPr sz="2200" spc="-40" dirty="0">
                <a:solidFill>
                  <a:srgbClr val="093B70"/>
                </a:solidFill>
                <a:latin typeface="Trebuchet MS"/>
                <a:cs typeface="Trebuchet MS"/>
              </a:rPr>
              <a:t>Contrast</a:t>
            </a:r>
            <a:r>
              <a:rPr sz="2200" spc="-5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140" dirty="0">
                <a:solidFill>
                  <a:srgbClr val="093B70"/>
                </a:solidFill>
                <a:latin typeface="Trebuchet MS"/>
                <a:cs typeface="Trebuchet MS"/>
              </a:rPr>
              <a:t>mechanistic</a:t>
            </a:r>
            <a:r>
              <a:rPr sz="2200" spc="-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150" dirty="0">
                <a:solidFill>
                  <a:srgbClr val="093B70"/>
                </a:solidFill>
                <a:latin typeface="Trebuchet MS"/>
                <a:cs typeface="Trebuchet MS"/>
              </a:rPr>
              <a:t>and</a:t>
            </a:r>
            <a:r>
              <a:rPr sz="2200" spc="-4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105" dirty="0">
                <a:solidFill>
                  <a:srgbClr val="093B70"/>
                </a:solidFill>
                <a:latin typeface="Trebuchet MS"/>
                <a:cs typeface="Trebuchet MS"/>
              </a:rPr>
              <a:t>organic</a:t>
            </a:r>
            <a:r>
              <a:rPr sz="2200" spc="-4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093B70"/>
                </a:solidFill>
                <a:latin typeface="Trebuchet MS"/>
                <a:cs typeface="Trebuchet MS"/>
              </a:rPr>
              <a:t>structures.</a:t>
            </a:r>
            <a:endParaRPr sz="2200">
              <a:latin typeface="Trebuchet MS"/>
              <a:cs typeface="Trebuchet MS"/>
            </a:endParaRPr>
          </a:p>
          <a:p>
            <a:pPr marL="297815" marR="5080" indent="-285750" algn="just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99085" algn="l"/>
              </a:tabLst>
            </a:pPr>
            <a:r>
              <a:rPr sz="2200" dirty="0">
                <a:solidFill>
                  <a:srgbClr val="093B70"/>
                </a:solidFill>
                <a:latin typeface="Trebuchet MS"/>
                <a:cs typeface="Trebuchet MS"/>
              </a:rPr>
              <a:t>Discuss</a:t>
            </a:r>
            <a:r>
              <a:rPr sz="2200" spc="-6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90" dirty="0">
                <a:solidFill>
                  <a:srgbClr val="093B70"/>
                </a:solidFill>
                <a:latin typeface="Trebuchet MS"/>
                <a:cs typeface="Trebuchet MS"/>
              </a:rPr>
              <a:t>the</a:t>
            </a:r>
            <a:r>
              <a:rPr sz="2200" spc="-4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114" dirty="0">
                <a:solidFill>
                  <a:srgbClr val="093B70"/>
                </a:solidFill>
                <a:latin typeface="Trebuchet MS"/>
                <a:cs typeface="Trebuchet MS"/>
              </a:rPr>
              <a:t>contingency</a:t>
            </a:r>
            <a:r>
              <a:rPr sz="2200" spc="-5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90" dirty="0">
                <a:solidFill>
                  <a:srgbClr val="093B70"/>
                </a:solidFill>
                <a:latin typeface="Trebuchet MS"/>
                <a:cs typeface="Trebuchet MS"/>
              </a:rPr>
              <a:t>factors</a:t>
            </a:r>
            <a:r>
              <a:rPr sz="2200" spc="-4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135" dirty="0">
                <a:solidFill>
                  <a:srgbClr val="093B70"/>
                </a:solidFill>
                <a:latin typeface="Trebuchet MS"/>
                <a:cs typeface="Trebuchet MS"/>
              </a:rPr>
              <a:t>that</a:t>
            </a:r>
            <a:r>
              <a:rPr sz="2200" spc="-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85" dirty="0">
                <a:solidFill>
                  <a:srgbClr val="093B70"/>
                </a:solidFill>
                <a:latin typeface="Trebuchet MS"/>
                <a:cs typeface="Trebuchet MS"/>
              </a:rPr>
              <a:t>favor</a:t>
            </a:r>
            <a:r>
              <a:rPr sz="2200" spc="-5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85" dirty="0">
                <a:solidFill>
                  <a:srgbClr val="093B70"/>
                </a:solidFill>
                <a:latin typeface="Trebuchet MS"/>
                <a:cs typeface="Trebuchet MS"/>
              </a:rPr>
              <a:t>either 	</a:t>
            </a:r>
            <a:r>
              <a:rPr sz="2200" dirty="0">
                <a:solidFill>
                  <a:srgbClr val="093B70"/>
                </a:solidFill>
                <a:latin typeface="Trebuchet MS"/>
                <a:cs typeface="Trebuchet MS"/>
              </a:rPr>
              <a:t>the</a:t>
            </a:r>
            <a:r>
              <a:rPr sz="2200" spc="-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110" dirty="0">
                <a:solidFill>
                  <a:srgbClr val="093B70"/>
                </a:solidFill>
                <a:latin typeface="Trebuchet MS"/>
                <a:cs typeface="Trebuchet MS"/>
              </a:rPr>
              <a:t>mechanistic</a:t>
            </a:r>
            <a:r>
              <a:rPr sz="2200" spc="-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45" dirty="0">
                <a:solidFill>
                  <a:srgbClr val="093B70"/>
                </a:solidFill>
                <a:latin typeface="Trebuchet MS"/>
                <a:cs typeface="Trebuchet MS"/>
              </a:rPr>
              <a:t>model</a:t>
            </a:r>
            <a:r>
              <a:rPr sz="2200" spc="-4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093B70"/>
                </a:solidFill>
                <a:latin typeface="Trebuchet MS"/>
                <a:cs typeface="Trebuchet MS"/>
              </a:rPr>
              <a:t>or</a:t>
            </a:r>
            <a:r>
              <a:rPr sz="2200" spc="-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093B70"/>
                </a:solidFill>
                <a:latin typeface="Trebuchet MS"/>
                <a:cs typeface="Trebuchet MS"/>
              </a:rPr>
              <a:t>the</a:t>
            </a:r>
            <a:r>
              <a:rPr sz="2200" spc="-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55" dirty="0">
                <a:solidFill>
                  <a:srgbClr val="093B70"/>
                </a:solidFill>
                <a:latin typeface="Trebuchet MS"/>
                <a:cs typeface="Trebuchet MS"/>
              </a:rPr>
              <a:t>organic</a:t>
            </a:r>
            <a:r>
              <a:rPr sz="2200" spc="-4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30" dirty="0">
                <a:solidFill>
                  <a:srgbClr val="093B70"/>
                </a:solidFill>
                <a:latin typeface="Trebuchet MS"/>
                <a:cs typeface="Trebuchet MS"/>
              </a:rPr>
              <a:t>model</a:t>
            </a:r>
            <a:r>
              <a:rPr sz="2200" spc="-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25" dirty="0">
                <a:solidFill>
                  <a:srgbClr val="093B70"/>
                </a:solidFill>
                <a:latin typeface="Trebuchet MS"/>
                <a:cs typeface="Trebuchet MS"/>
              </a:rPr>
              <a:t>of 	</a:t>
            </a:r>
            <a:r>
              <a:rPr sz="2200" spc="-135" dirty="0">
                <a:solidFill>
                  <a:srgbClr val="093B70"/>
                </a:solidFill>
                <a:latin typeface="Trebuchet MS"/>
                <a:cs typeface="Trebuchet MS"/>
              </a:rPr>
              <a:t>organizational</a:t>
            </a:r>
            <a:r>
              <a:rPr sz="2200" spc="6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093B70"/>
                </a:solidFill>
                <a:latin typeface="Trebuchet MS"/>
                <a:cs typeface="Trebuchet MS"/>
              </a:rPr>
              <a:t>design.</a:t>
            </a:r>
            <a:endParaRPr sz="2200">
              <a:latin typeface="Trebuchet MS"/>
              <a:cs typeface="Trebuchet MS"/>
            </a:endParaRPr>
          </a:p>
          <a:p>
            <a:pPr marL="298450" indent="-285750" algn="just">
              <a:lnSpc>
                <a:spcPct val="100000"/>
              </a:lnSpc>
              <a:spcBef>
                <a:spcPts val="1205"/>
              </a:spcBef>
              <a:buFont typeface="Arial MT"/>
              <a:buChar char="•"/>
              <a:tabLst>
                <a:tab pos="298450" algn="l"/>
              </a:tabLst>
            </a:pPr>
            <a:r>
              <a:rPr sz="2200" spc="-45" dirty="0">
                <a:solidFill>
                  <a:srgbClr val="093B70"/>
                </a:solidFill>
                <a:latin typeface="Trebuchet MS"/>
                <a:cs typeface="Trebuchet MS"/>
              </a:rPr>
              <a:t>Describe</a:t>
            </a:r>
            <a:r>
              <a:rPr sz="2200" spc="-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130" dirty="0">
                <a:solidFill>
                  <a:srgbClr val="093B70"/>
                </a:solidFill>
                <a:latin typeface="Trebuchet MS"/>
                <a:cs typeface="Trebuchet MS"/>
              </a:rPr>
              <a:t>traditional</a:t>
            </a:r>
            <a:r>
              <a:rPr sz="2200" spc="1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135" dirty="0">
                <a:solidFill>
                  <a:srgbClr val="093B70"/>
                </a:solidFill>
                <a:latin typeface="Trebuchet MS"/>
                <a:cs typeface="Trebuchet MS"/>
              </a:rPr>
              <a:t>organizational</a:t>
            </a:r>
            <a:r>
              <a:rPr sz="2200" spc="2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093B70"/>
                </a:solidFill>
                <a:latin typeface="Trebuchet MS"/>
                <a:cs typeface="Trebuchet MS"/>
              </a:rPr>
              <a:t>designs.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0084307" y="6478036"/>
            <a:ext cx="1159510" cy="177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55"/>
              </a:lnSpc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Martensson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0599166" y="6416476"/>
            <a:ext cx="254000" cy="29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5"/>
              </a:lnSpc>
            </a:pP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01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09150" y="6391655"/>
            <a:ext cx="1830197" cy="36086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175" dirty="0"/>
              <a:t>DESIGNING</a:t>
            </a:r>
            <a:r>
              <a:rPr sz="3200" spc="380" dirty="0"/>
              <a:t> </a:t>
            </a:r>
            <a:r>
              <a:rPr sz="3200" spc="160" dirty="0"/>
              <a:t>ORGANIZATIONAL</a:t>
            </a:r>
            <a:r>
              <a:rPr sz="3200" spc="330" dirty="0"/>
              <a:t> </a:t>
            </a:r>
            <a:r>
              <a:rPr sz="3200" spc="165" dirty="0"/>
              <a:t>STRUCTURE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793495" y="1426845"/>
            <a:ext cx="10644505" cy="1641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5600" algn="l"/>
                <a:tab pos="2086610" algn="l"/>
                <a:tab pos="2395220" algn="l"/>
                <a:tab pos="3681095" algn="l"/>
                <a:tab pos="4275455" algn="l"/>
                <a:tab pos="5779770" algn="l"/>
                <a:tab pos="6583045" algn="l"/>
                <a:tab pos="7010400" algn="l"/>
                <a:tab pos="8522335" algn="l"/>
                <a:tab pos="8959215" algn="l"/>
              </a:tabLst>
            </a:pPr>
            <a:r>
              <a:rPr sz="2400" b="1" spc="-10" dirty="0">
                <a:solidFill>
                  <a:srgbClr val="093B70"/>
                </a:solidFill>
                <a:latin typeface="Trebuchet MS"/>
                <a:cs typeface="Trebuchet MS"/>
              </a:rPr>
              <a:t>Organizing</a:t>
            </a: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260" dirty="0">
                <a:solidFill>
                  <a:srgbClr val="093B70"/>
                </a:solidFill>
                <a:latin typeface="Trebuchet MS"/>
                <a:cs typeface="Trebuchet MS"/>
              </a:rPr>
              <a:t>–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arranging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and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structuring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work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to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accomplish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an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150" dirty="0">
                <a:solidFill>
                  <a:srgbClr val="093B70"/>
                </a:solidFill>
                <a:latin typeface="Trebuchet MS"/>
                <a:cs typeface="Trebuchet MS"/>
              </a:rPr>
              <a:t>organization’s</a:t>
            </a:r>
            <a:endParaRPr sz="2400">
              <a:latin typeface="Trebuchet MS"/>
              <a:cs typeface="Trebuchet MS"/>
            </a:endParaRPr>
          </a:p>
          <a:p>
            <a:pPr marL="355600">
              <a:lnSpc>
                <a:spcPct val="100000"/>
              </a:lnSpc>
            </a:pP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goals.</a:t>
            </a:r>
            <a:endParaRPr sz="2400">
              <a:latin typeface="Trebuchet MS"/>
              <a:cs typeface="Trebuchet MS"/>
            </a:endParaRPr>
          </a:p>
          <a:p>
            <a:pPr marL="355600" marR="5080" indent="-343535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355600" algn="l"/>
                <a:tab pos="2715260" algn="l"/>
                <a:tab pos="4272280" algn="l"/>
                <a:tab pos="4662805" algn="l"/>
                <a:tab pos="5299710" algn="l"/>
                <a:tab pos="6330315" algn="l"/>
                <a:tab pos="8130540" algn="l"/>
                <a:tab pos="8611870" algn="l"/>
                <a:tab pos="9352915" algn="l"/>
                <a:tab pos="10349865" algn="l"/>
              </a:tabLst>
            </a:pPr>
            <a:r>
              <a:rPr sz="2400" b="1" spc="-10" dirty="0">
                <a:solidFill>
                  <a:srgbClr val="093B70"/>
                </a:solidFill>
                <a:latin typeface="Trebuchet MS"/>
                <a:cs typeface="Trebuchet MS"/>
              </a:rPr>
              <a:t>Organizational</a:t>
            </a: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b="1" spc="-10" dirty="0">
                <a:solidFill>
                  <a:srgbClr val="093B70"/>
                </a:solidFill>
                <a:latin typeface="Trebuchet MS"/>
                <a:cs typeface="Trebuchet MS"/>
              </a:rPr>
              <a:t>structure</a:t>
            </a: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260" dirty="0">
                <a:solidFill>
                  <a:srgbClr val="093B70"/>
                </a:solidFill>
                <a:latin typeface="Trebuchet MS"/>
                <a:cs typeface="Trebuchet MS"/>
              </a:rPr>
              <a:t>–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the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formal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arrangement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of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jobs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within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204" dirty="0">
                <a:solidFill>
                  <a:srgbClr val="093B70"/>
                </a:solidFill>
                <a:latin typeface="Trebuchet MS"/>
                <a:cs typeface="Trebuchet MS"/>
              </a:rPr>
              <a:t>an </a:t>
            </a:r>
            <a:r>
              <a:rPr sz="2400" spc="-75" dirty="0">
                <a:solidFill>
                  <a:srgbClr val="093B70"/>
                </a:solidFill>
                <a:latin typeface="Trebuchet MS"/>
                <a:cs typeface="Trebuchet MS"/>
              </a:rPr>
              <a:t>organization.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95928" y="3096767"/>
            <a:ext cx="4239768" cy="303580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982454" y="6463101"/>
            <a:ext cx="1261745" cy="1917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8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11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9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7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9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9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05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135" baseline="4629" dirty="0">
                <a:solidFill>
                  <a:srgbClr val="585858"/>
                </a:solidFill>
                <a:latin typeface="Trebuchet MS"/>
                <a:cs typeface="Trebuchet MS"/>
              </a:rPr>
              <a:t>4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599166" y="6416476"/>
            <a:ext cx="254000" cy="29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5"/>
              </a:lnSpc>
            </a:pP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03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09150" y="6391655"/>
            <a:ext cx="1830197" cy="36086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175" dirty="0"/>
              <a:t>DESIGNING</a:t>
            </a:r>
            <a:r>
              <a:rPr sz="3200" spc="380" dirty="0"/>
              <a:t> </a:t>
            </a:r>
            <a:r>
              <a:rPr sz="3200" spc="160" dirty="0"/>
              <a:t>ORGANIZATIONAL</a:t>
            </a:r>
            <a:r>
              <a:rPr sz="3200" spc="330" dirty="0"/>
              <a:t> </a:t>
            </a:r>
            <a:r>
              <a:rPr sz="3200" spc="165" dirty="0"/>
              <a:t>STRUCTURE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793495" y="1267333"/>
            <a:ext cx="10452735" cy="106299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300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Organizational</a:t>
            </a:r>
            <a:r>
              <a:rPr sz="2400" b="1" spc="1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chart </a:t>
            </a:r>
            <a:r>
              <a:rPr sz="2400" spc="310" dirty="0">
                <a:solidFill>
                  <a:srgbClr val="093B70"/>
                </a:solidFill>
                <a:latin typeface="Trebuchet MS"/>
                <a:cs typeface="Trebuchet MS"/>
              </a:rPr>
              <a:t>–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45" dirty="0">
                <a:solidFill>
                  <a:srgbClr val="093B70"/>
                </a:solidFill>
                <a:latin typeface="Trebuchet MS"/>
                <a:cs typeface="Trebuchet MS"/>
              </a:rPr>
              <a:t>the</a:t>
            </a:r>
            <a:r>
              <a:rPr sz="2400" spc="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65" dirty="0">
                <a:solidFill>
                  <a:srgbClr val="093B70"/>
                </a:solidFill>
                <a:latin typeface="Trebuchet MS"/>
                <a:cs typeface="Trebuchet MS"/>
              </a:rPr>
              <a:t>visual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30" dirty="0">
                <a:solidFill>
                  <a:srgbClr val="093B70"/>
                </a:solidFill>
                <a:latin typeface="Trebuchet MS"/>
                <a:cs typeface="Trebuchet MS"/>
              </a:rPr>
              <a:t>representation</a:t>
            </a:r>
            <a:r>
              <a:rPr sz="2400" spc="1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40" dirty="0">
                <a:solidFill>
                  <a:srgbClr val="093B70"/>
                </a:solidFill>
                <a:latin typeface="Trebuchet MS"/>
                <a:cs typeface="Trebuchet MS"/>
              </a:rPr>
              <a:t>of</a:t>
            </a:r>
            <a:r>
              <a:rPr sz="2400" spc="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85" dirty="0">
                <a:solidFill>
                  <a:srgbClr val="093B70"/>
                </a:solidFill>
                <a:latin typeface="Trebuchet MS"/>
                <a:cs typeface="Trebuchet MS"/>
              </a:rPr>
              <a:t>an</a:t>
            </a:r>
            <a:r>
              <a:rPr sz="2400" spc="1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60" dirty="0">
                <a:solidFill>
                  <a:srgbClr val="093B70"/>
                </a:solidFill>
                <a:latin typeface="Trebuchet MS"/>
                <a:cs typeface="Trebuchet MS"/>
              </a:rPr>
              <a:t>organization’s</a:t>
            </a:r>
            <a:r>
              <a:rPr sz="2400" spc="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75" dirty="0">
                <a:solidFill>
                  <a:srgbClr val="093B70"/>
                </a:solidFill>
                <a:latin typeface="Trebuchet MS"/>
                <a:cs typeface="Trebuchet MS"/>
              </a:rPr>
              <a:t>structure.</a:t>
            </a:r>
            <a:endParaRPr sz="24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205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Organizational</a:t>
            </a:r>
            <a:r>
              <a:rPr sz="2400" b="1" spc="1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design</a:t>
            </a:r>
            <a:r>
              <a:rPr sz="2400" b="1" spc="1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310" dirty="0">
                <a:solidFill>
                  <a:srgbClr val="093B70"/>
                </a:solidFill>
                <a:latin typeface="Trebuchet MS"/>
                <a:cs typeface="Trebuchet MS"/>
              </a:rPr>
              <a:t>–</a:t>
            </a:r>
            <a:r>
              <a:rPr sz="2400" spc="-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5" dirty="0">
                <a:solidFill>
                  <a:srgbClr val="093B70"/>
                </a:solidFill>
                <a:latin typeface="Trebuchet MS"/>
                <a:cs typeface="Trebuchet MS"/>
              </a:rPr>
              <a:t>Creating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 or</a:t>
            </a:r>
            <a:r>
              <a:rPr sz="2400" spc="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60" dirty="0">
                <a:solidFill>
                  <a:srgbClr val="093B70"/>
                </a:solidFill>
                <a:latin typeface="Trebuchet MS"/>
                <a:cs typeface="Trebuchet MS"/>
              </a:rPr>
              <a:t>changing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90" dirty="0">
                <a:solidFill>
                  <a:srgbClr val="093B70"/>
                </a:solidFill>
                <a:latin typeface="Trebuchet MS"/>
                <a:cs typeface="Trebuchet MS"/>
              </a:rPr>
              <a:t>an</a:t>
            </a:r>
            <a:r>
              <a:rPr sz="2400" spc="-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60" dirty="0">
                <a:solidFill>
                  <a:srgbClr val="093B70"/>
                </a:solidFill>
                <a:latin typeface="Trebuchet MS"/>
                <a:cs typeface="Trebuchet MS"/>
              </a:rPr>
              <a:t>organization’s</a:t>
            </a:r>
            <a:r>
              <a:rPr sz="2400" spc="2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structure.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60064" y="2769107"/>
            <a:ext cx="5372099" cy="283006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982454" y="6463101"/>
            <a:ext cx="1261745" cy="1917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8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11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9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7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9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9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05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135" baseline="4629" dirty="0">
                <a:solidFill>
                  <a:srgbClr val="585858"/>
                </a:solidFill>
                <a:latin typeface="Trebuchet MS"/>
                <a:cs typeface="Trebuchet MS"/>
              </a:rPr>
              <a:t>4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599166" y="6416476"/>
            <a:ext cx="254000" cy="29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5"/>
              </a:lnSpc>
            </a:pP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03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09150" y="6391655"/>
            <a:ext cx="1830197" cy="36086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175" dirty="0"/>
              <a:t>DESIGNING</a:t>
            </a:r>
            <a:r>
              <a:rPr sz="3200" spc="380" dirty="0"/>
              <a:t> </a:t>
            </a:r>
            <a:r>
              <a:rPr sz="3200" spc="160" dirty="0"/>
              <a:t>ORGANIZATIONAL</a:t>
            </a:r>
            <a:r>
              <a:rPr sz="3200" spc="330" dirty="0"/>
              <a:t> </a:t>
            </a:r>
            <a:r>
              <a:rPr sz="3200" spc="165" dirty="0"/>
              <a:t>STRUCTURE</a:t>
            </a:r>
            <a:endParaRPr sz="3200"/>
          </a:p>
        </p:txBody>
      </p:sp>
      <p:sp>
        <p:nvSpPr>
          <p:cNvPr id="5" name="object 5"/>
          <p:cNvSpPr txBox="1"/>
          <p:nvPr/>
        </p:nvSpPr>
        <p:spPr>
          <a:xfrm>
            <a:off x="9982454" y="6463101"/>
            <a:ext cx="1261745" cy="1917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8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11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9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7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9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9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05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135" baseline="4629" dirty="0">
                <a:solidFill>
                  <a:srgbClr val="585858"/>
                </a:solidFill>
                <a:latin typeface="Trebuchet MS"/>
                <a:cs typeface="Trebuchet MS"/>
              </a:rPr>
              <a:t>6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599166" y="6416476"/>
            <a:ext cx="254000" cy="29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5"/>
              </a:lnSpc>
            </a:pP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04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42642" y="1497786"/>
            <a:ext cx="8209280" cy="3653154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2400" spc="-114" dirty="0">
                <a:solidFill>
                  <a:srgbClr val="093B70"/>
                </a:solidFill>
                <a:latin typeface="Trebuchet MS"/>
                <a:cs typeface="Trebuchet MS"/>
              </a:rPr>
              <a:t>Organizational</a:t>
            </a:r>
            <a:r>
              <a:rPr sz="2400" spc="-6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45" dirty="0">
                <a:solidFill>
                  <a:srgbClr val="093B70"/>
                </a:solidFill>
                <a:latin typeface="Trebuchet MS"/>
                <a:cs typeface="Trebuchet MS"/>
              </a:rPr>
              <a:t>design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40" dirty="0">
                <a:solidFill>
                  <a:srgbClr val="093B70"/>
                </a:solidFill>
                <a:latin typeface="Trebuchet MS"/>
                <a:cs typeface="Trebuchet MS"/>
              </a:rPr>
              <a:t>involves</a:t>
            </a:r>
            <a:r>
              <a:rPr sz="2400" spc="-7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10" dirty="0">
                <a:solidFill>
                  <a:srgbClr val="093B70"/>
                </a:solidFill>
                <a:latin typeface="Trebuchet MS"/>
                <a:cs typeface="Trebuchet MS"/>
              </a:rPr>
              <a:t>decisions</a:t>
            </a:r>
            <a:r>
              <a:rPr sz="2400" spc="-7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25" dirty="0">
                <a:solidFill>
                  <a:srgbClr val="093B70"/>
                </a:solidFill>
                <a:latin typeface="Trebuchet MS"/>
                <a:cs typeface="Trebuchet MS"/>
              </a:rPr>
              <a:t>about</a:t>
            </a:r>
            <a:r>
              <a:rPr sz="2400" spc="-4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six</a:t>
            </a:r>
            <a:r>
              <a:rPr sz="2400" b="1" spc="-7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b="1" spc="-60" dirty="0">
                <a:solidFill>
                  <a:srgbClr val="093B70"/>
                </a:solidFill>
                <a:latin typeface="Trebuchet MS"/>
                <a:cs typeface="Trebuchet MS"/>
              </a:rPr>
              <a:t>key</a:t>
            </a:r>
            <a:r>
              <a:rPr sz="2400" b="1" spc="-6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b="1" spc="-10" dirty="0">
                <a:solidFill>
                  <a:srgbClr val="093B70"/>
                </a:solidFill>
                <a:latin typeface="Trebuchet MS"/>
                <a:cs typeface="Trebuchet MS"/>
              </a:rPr>
              <a:t>elements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:</a:t>
            </a:r>
            <a:endParaRPr sz="2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99085" algn="l"/>
              </a:tabLst>
            </a:pP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Work</a:t>
            </a:r>
            <a:r>
              <a:rPr sz="2400" spc="1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80" dirty="0">
                <a:solidFill>
                  <a:srgbClr val="093B70"/>
                </a:solidFill>
                <a:latin typeface="Trebuchet MS"/>
                <a:cs typeface="Trebuchet MS"/>
              </a:rPr>
              <a:t>specialization</a:t>
            </a:r>
            <a:endParaRPr sz="2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99085" algn="l"/>
              </a:tabLst>
            </a:pPr>
            <a:r>
              <a:rPr sz="2400" spc="-75" dirty="0">
                <a:solidFill>
                  <a:srgbClr val="093B70"/>
                </a:solidFill>
                <a:latin typeface="Trebuchet MS"/>
                <a:cs typeface="Trebuchet MS"/>
              </a:rPr>
              <a:t>Departmentalization</a:t>
            </a:r>
            <a:endParaRPr sz="2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99085" algn="l"/>
              </a:tabLst>
            </a:pPr>
            <a:r>
              <a:rPr sz="2400" spc="-70" dirty="0">
                <a:solidFill>
                  <a:srgbClr val="093B70"/>
                </a:solidFill>
                <a:latin typeface="Trebuchet MS"/>
                <a:cs typeface="Trebuchet MS"/>
              </a:rPr>
              <a:t>Chain</a:t>
            </a:r>
            <a:r>
              <a:rPr sz="2400" spc="-8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45" dirty="0">
                <a:solidFill>
                  <a:srgbClr val="093B70"/>
                </a:solidFill>
                <a:latin typeface="Trebuchet MS"/>
                <a:cs typeface="Trebuchet MS"/>
              </a:rPr>
              <a:t>of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command</a:t>
            </a:r>
            <a:endParaRPr sz="2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1205"/>
              </a:spcBef>
              <a:buFont typeface="Arial MT"/>
              <a:buChar char="•"/>
              <a:tabLst>
                <a:tab pos="299085" algn="l"/>
              </a:tabLst>
            </a:pPr>
            <a:r>
              <a:rPr sz="2400" spc="-145" dirty="0">
                <a:solidFill>
                  <a:srgbClr val="093B70"/>
                </a:solidFill>
                <a:latin typeface="Trebuchet MS"/>
                <a:cs typeface="Trebuchet MS"/>
              </a:rPr>
              <a:t>Span</a:t>
            </a:r>
            <a:r>
              <a:rPr sz="2400" spc="-4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35" dirty="0">
                <a:solidFill>
                  <a:srgbClr val="093B70"/>
                </a:solidFill>
                <a:latin typeface="Trebuchet MS"/>
                <a:cs typeface="Trebuchet MS"/>
              </a:rPr>
              <a:t>of</a:t>
            </a:r>
            <a:r>
              <a:rPr sz="2400" spc="-4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control</a:t>
            </a:r>
            <a:endParaRPr sz="2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99085" algn="l"/>
              </a:tabLst>
            </a:pPr>
            <a:r>
              <a:rPr sz="2400" spc="-120" dirty="0">
                <a:solidFill>
                  <a:srgbClr val="093B70"/>
                </a:solidFill>
                <a:latin typeface="Trebuchet MS"/>
                <a:cs typeface="Trebuchet MS"/>
              </a:rPr>
              <a:t>Centralization</a:t>
            </a:r>
            <a:r>
              <a:rPr sz="2400" spc="-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60" dirty="0">
                <a:solidFill>
                  <a:srgbClr val="093B70"/>
                </a:solidFill>
                <a:latin typeface="Trebuchet MS"/>
                <a:cs typeface="Trebuchet MS"/>
              </a:rPr>
              <a:t>and</a:t>
            </a:r>
            <a:r>
              <a:rPr sz="2400" spc="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80" dirty="0">
                <a:solidFill>
                  <a:srgbClr val="093B70"/>
                </a:solidFill>
                <a:latin typeface="Trebuchet MS"/>
                <a:cs typeface="Trebuchet MS"/>
              </a:rPr>
              <a:t>decentralization</a:t>
            </a:r>
            <a:endParaRPr sz="2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99085" algn="l"/>
              </a:tabLst>
            </a:pPr>
            <a:r>
              <a:rPr sz="2400" spc="-85" dirty="0">
                <a:solidFill>
                  <a:srgbClr val="093B70"/>
                </a:solidFill>
                <a:latin typeface="Trebuchet MS"/>
                <a:cs typeface="Trebuchet MS"/>
              </a:rPr>
              <a:t>Formalization.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09150" y="6391655"/>
            <a:ext cx="1830197" cy="36086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150" dirty="0"/>
              <a:t>WORK</a:t>
            </a:r>
            <a:r>
              <a:rPr sz="3200" spc="370" dirty="0"/>
              <a:t> </a:t>
            </a:r>
            <a:r>
              <a:rPr sz="3200" spc="150" dirty="0"/>
              <a:t>SPECIALIZATION</a:t>
            </a:r>
            <a:endParaRPr sz="3200"/>
          </a:p>
        </p:txBody>
      </p:sp>
      <p:sp>
        <p:nvSpPr>
          <p:cNvPr id="5" name="object 5"/>
          <p:cNvSpPr txBox="1"/>
          <p:nvPr/>
        </p:nvSpPr>
        <p:spPr>
          <a:xfrm>
            <a:off x="9982454" y="6463101"/>
            <a:ext cx="1261745" cy="1917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8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11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9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7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9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9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05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135" baseline="4629" dirty="0">
                <a:solidFill>
                  <a:srgbClr val="585858"/>
                </a:solidFill>
                <a:latin typeface="Trebuchet MS"/>
                <a:cs typeface="Trebuchet MS"/>
              </a:rPr>
              <a:t>7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599166" y="6416476"/>
            <a:ext cx="254000" cy="29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5"/>
              </a:lnSpc>
            </a:pP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05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6914" y="1876805"/>
            <a:ext cx="8964930" cy="2247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185" dirty="0">
                <a:solidFill>
                  <a:srgbClr val="093B70"/>
                </a:solidFill>
                <a:latin typeface="Trebuchet MS"/>
                <a:cs typeface="Trebuchet MS"/>
              </a:rPr>
              <a:t>Work</a:t>
            </a:r>
            <a:r>
              <a:rPr sz="2400" b="1" spc="-8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b="1" spc="-25" dirty="0">
                <a:solidFill>
                  <a:srgbClr val="093B70"/>
                </a:solidFill>
                <a:latin typeface="Trebuchet MS"/>
                <a:cs typeface="Trebuchet MS"/>
              </a:rPr>
              <a:t>specialization</a:t>
            </a:r>
            <a:r>
              <a:rPr sz="2400" b="1" spc="-4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-</a:t>
            </a:r>
            <a:r>
              <a:rPr sz="2400" spc="-6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093B70"/>
                </a:solidFill>
                <a:latin typeface="Trebuchet MS"/>
                <a:cs typeface="Trebuchet MS"/>
              </a:rPr>
              <a:t>Dividing</a:t>
            </a:r>
            <a:r>
              <a:rPr sz="2400" spc="-7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work</a:t>
            </a:r>
            <a:r>
              <a:rPr sz="2400" spc="-6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65" dirty="0">
                <a:solidFill>
                  <a:srgbClr val="093B70"/>
                </a:solidFill>
                <a:latin typeface="Trebuchet MS"/>
                <a:cs typeface="Trebuchet MS"/>
              </a:rPr>
              <a:t>activities</a:t>
            </a:r>
            <a:r>
              <a:rPr sz="2400" spc="-8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10" dirty="0">
                <a:solidFill>
                  <a:srgbClr val="093B70"/>
                </a:solidFill>
                <a:latin typeface="Trebuchet MS"/>
                <a:cs typeface="Trebuchet MS"/>
              </a:rPr>
              <a:t>into</a:t>
            </a:r>
            <a:r>
              <a:rPr sz="2400" spc="-6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60" dirty="0">
                <a:solidFill>
                  <a:srgbClr val="093B70"/>
                </a:solidFill>
                <a:latin typeface="Trebuchet MS"/>
                <a:cs typeface="Trebuchet MS"/>
              </a:rPr>
              <a:t>separate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093B70"/>
                </a:solidFill>
                <a:latin typeface="Trebuchet MS"/>
                <a:cs typeface="Trebuchet MS"/>
              </a:rPr>
              <a:t>job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80" dirty="0">
                <a:solidFill>
                  <a:srgbClr val="093B70"/>
                </a:solidFill>
                <a:latin typeface="Trebuchet MS"/>
                <a:cs typeface="Trebuchet MS"/>
              </a:rPr>
              <a:t>tasks.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2400">
              <a:latin typeface="Trebuchet MS"/>
              <a:cs typeface="Trebuchet MS"/>
            </a:endParaRPr>
          </a:p>
          <a:p>
            <a:pPr marL="598170" indent="-191770">
              <a:lnSpc>
                <a:spcPct val="100000"/>
              </a:lnSpc>
              <a:buChar char="•"/>
              <a:tabLst>
                <a:tab pos="598170" algn="l"/>
              </a:tabLst>
            </a:pPr>
            <a:r>
              <a:rPr sz="2400" spc="-245" dirty="0">
                <a:solidFill>
                  <a:srgbClr val="093B70"/>
                </a:solidFill>
                <a:latin typeface="Trebuchet MS"/>
                <a:cs typeface="Trebuchet MS"/>
              </a:rPr>
              <a:t>Job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95" dirty="0">
                <a:solidFill>
                  <a:srgbClr val="093B70"/>
                </a:solidFill>
                <a:latin typeface="Trebuchet MS"/>
                <a:cs typeface="Trebuchet MS"/>
              </a:rPr>
              <a:t>is</a:t>
            </a:r>
            <a:r>
              <a:rPr sz="2400" spc="-6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5" dirty="0">
                <a:solidFill>
                  <a:srgbClr val="093B70"/>
                </a:solidFill>
                <a:latin typeface="Trebuchet MS"/>
                <a:cs typeface="Trebuchet MS"/>
              </a:rPr>
              <a:t>broken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 down </a:t>
            </a:r>
            <a:r>
              <a:rPr sz="2400" spc="-110" dirty="0">
                <a:solidFill>
                  <a:srgbClr val="093B70"/>
                </a:solidFill>
                <a:latin typeface="Trebuchet MS"/>
                <a:cs typeface="Trebuchet MS"/>
              </a:rPr>
              <a:t>into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45" dirty="0">
                <a:solidFill>
                  <a:srgbClr val="093B70"/>
                </a:solidFill>
                <a:latin typeface="Trebuchet MS"/>
                <a:cs typeface="Trebuchet MS"/>
              </a:rPr>
              <a:t>a</a:t>
            </a:r>
            <a:r>
              <a:rPr sz="2400" spc="-6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20" dirty="0">
                <a:solidFill>
                  <a:srgbClr val="093B70"/>
                </a:solidFill>
                <a:latin typeface="Trebuchet MS"/>
                <a:cs typeface="Trebuchet MS"/>
              </a:rPr>
              <a:t>number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35" dirty="0">
                <a:solidFill>
                  <a:srgbClr val="093B70"/>
                </a:solidFill>
                <a:latin typeface="Trebuchet MS"/>
                <a:cs typeface="Trebuchet MS"/>
              </a:rPr>
              <a:t>of</a:t>
            </a:r>
            <a:r>
              <a:rPr sz="2400" spc="-7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steps</a:t>
            </a:r>
            <a:endParaRPr sz="2400">
              <a:latin typeface="Trebuchet MS"/>
              <a:cs typeface="Trebuchet MS"/>
            </a:endParaRPr>
          </a:p>
          <a:p>
            <a:pPr marL="598805" indent="-192405">
              <a:lnSpc>
                <a:spcPct val="100000"/>
              </a:lnSpc>
              <a:spcBef>
                <a:spcPts val="1200"/>
              </a:spcBef>
              <a:buChar char="•"/>
              <a:tabLst>
                <a:tab pos="598805" algn="l"/>
              </a:tabLst>
            </a:pPr>
            <a:r>
              <a:rPr sz="2400" spc="-155" dirty="0">
                <a:solidFill>
                  <a:srgbClr val="093B70"/>
                </a:solidFill>
                <a:latin typeface="Trebuchet MS"/>
                <a:cs typeface="Trebuchet MS"/>
              </a:rPr>
              <a:t>Each</a:t>
            </a:r>
            <a:r>
              <a:rPr sz="2400" spc="-4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35" dirty="0">
                <a:solidFill>
                  <a:srgbClr val="093B70"/>
                </a:solidFill>
                <a:latin typeface="Trebuchet MS"/>
                <a:cs typeface="Trebuchet MS"/>
              </a:rPr>
              <a:t>step</a:t>
            </a:r>
            <a:r>
              <a:rPr sz="2400" spc="-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5" dirty="0">
                <a:solidFill>
                  <a:srgbClr val="093B70"/>
                </a:solidFill>
                <a:latin typeface="Trebuchet MS"/>
                <a:cs typeface="Trebuchet MS"/>
              </a:rPr>
              <a:t>is</a:t>
            </a:r>
            <a:r>
              <a:rPr sz="2400" spc="-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45" dirty="0">
                <a:solidFill>
                  <a:srgbClr val="093B70"/>
                </a:solidFill>
                <a:latin typeface="Trebuchet MS"/>
                <a:cs typeface="Trebuchet MS"/>
              </a:rPr>
              <a:t>completed</a:t>
            </a:r>
            <a:r>
              <a:rPr sz="2400" spc="-5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65" dirty="0">
                <a:solidFill>
                  <a:srgbClr val="093B70"/>
                </a:solidFill>
                <a:latin typeface="Trebuchet MS"/>
                <a:cs typeface="Trebuchet MS"/>
              </a:rPr>
              <a:t>by</a:t>
            </a:r>
            <a:r>
              <a:rPr sz="2400" spc="-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45" dirty="0">
                <a:solidFill>
                  <a:srgbClr val="093B70"/>
                </a:solidFill>
                <a:latin typeface="Trebuchet MS"/>
                <a:cs typeface="Trebuchet MS"/>
              </a:rPr>
              <a:t>a</a:t>
            </a:r>
            <a:r>
              <a:rPr sz="2400" spc="-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093B70"/>
                </a:solidFill>
                <a:latin typeface="Trebuchet MS"/>
                <a:cs typeface="Trebuchet MS"/>
              </a:rPr>
              <a:t>separate</a:t>
            </a:r>
            <a:r>
              <a:rPr sz="2400" spc="-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093B70"/>
                </a:solidFill>
                <a:latin typeface="Trebuchet MS"/>
                <a:cs typeface="Trebuchet MS"/>
              </a:rPr>
              <a:t>individual</a:t>
            </a:r>
            <a:endParaRPr sz="2400">
              <a:latin typeface="Trebuchet MS"/>
              <a:cs typeface="Trebuchet MS"/>
            </a:endParaRPr>
          </a:p>
          <a:p>
            <a:pPr marL="598170" indent="-191770">
              <a:lnSpc>
                <a:spcPct val="100000"/>
              </a:lnSpc>
              <a:spcBef>
                <a:spcPts val="1205"/>
              </a:spcBef>
              <a:buChar char="•"/>
              <a:tabLst>
                <a:tab pos="598170" algn="l"/>
              </a:tabLst>
            </a:pPr>
            <a:r>
              <a:rPr sz="2400" spc="-90" dirty="0">
                <a:solidFill>
                  <a:srgbClr val="093B70"/>
                </a:solidFill>
                <a:latin typeface="Trebuchet MS"/>
                <a:cs typeface="Trebuchet MS"/>
              </a:rPr>
              <a:t>Makes</a:t>
            </a:r>
            <a:r>
              <a:rPr sz="2400" spc="-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90" dirty="0">
                <a:solidFill>
                  <a:srgbClr val="093B70"/>
                </a:solidFill>
                <a:latin typeface="Trebuchet MS"/>
                <a:cs typeface="Trebuchet MS"/>
              </a:rPr>
              <a:t>efficient</a:t>
            </a:r>
            <a:r>
              <a:rPr sz="2400" spc="-5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20" dirty="0">
                <a:solidFill>
                  <a:srgbClr val="093B70"/>
                </a:solidFill>
                <a:latin typeface="Trebuchet MS"/>
                <a:cs typeface="Trebuchet MS"/>
              </a:rPr>
              <a:t>use</a:t>
            </a:r>
            <a:r>
              <a:rPr sz="2400" spc="-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45" dirty="0">
                <a:solidFill>
                  <a:srgbClr val="093B70"/>
                </a:solidFill>
                <a:latin typeface="Trebuchet MS"/>
                <a:cs typeface="Trebuchet MS"/>
              </a:rPr>
              <a:t>of</a:t>
            </a:r>
            <a:r>
              <a:rPr sz="2400" spc="-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093B70"/>
                </a:solidFill>
                <a:latin typeface="Trebuchet MS"/>
                <a:cs typeface="Trebuchet MS"/>
              </a:rPr>
              <a:t>the</a:t>
            </a:r>
            <a:r>
              <a:rPr sz="2400" spc="-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35" dirty="0">
                <a:solidFill>
                  <a:srgbClr val="093B70"/>
                </a:solidFill>
                <a:latin typeface="Trebuchet MS"/>
                <a:cs typeface="Trebuchet MS"/>
              </a:rPr>
              <a:t>diversity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35" dirty="0">
                <a:solidFill>
                  <a:srgbClr val="093B70"/>
                </a:solidFill>
                <a:latin typeface="Trebuchet MS"/>
                <a:cs typeface="Trebuchet MS"/>
              </a:rPr>
              <a:t>of</a:t>
            </a:r>
            <a:r>
              <a:rPr sz="2400" spc="-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30" dirty="0">
                <a:solidFill>
                  <a:srgbClr val="093B70"/>
                </a:solidFill>
                <a:latin typeface="Trebuchet MS"/>
                <a:cs typeface="Trebuchet MS"/>
              </a:rPr>
              <a:t>skills</a:t>
            </a:r>
            <a:r>
              <a:rPr sz="2400" spc="-5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75" dirty="0">
                <a:solidFill>
                  <a:srgbClr val="093B70"/>
                </a:solidFill>
                <a:latin typeface="Trebuchet MS"/>
                <a:cs typeface="Trebuchet MS"/>
              </a:rPr>
              <a:t>that</a:t>
            </a:r>
            <a:r>
              <a:rPr sz="2400" spc="-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65" dirty="0">
                <a:solidFill>
                  <a:srgbClr val="093B70"/>
                </a:solidFill>
                <a:latin typeface="Trebuchet MS"/>
                <a:cs typeface="Trebuchet MS"/>
              </a:rPr>
              <a:t>workers</a:t>
            </a:r>
            <a:r>
              <a:rPr sz="2400" spc="-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have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09150" y="6391655"/>
            <a:ext cx="1830197" cy="36086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150" dirty="0"/>
              <a:t>WORK</a:t>
            </a:r>
            <a:r>
              <a:rPr sz="3200" spc="370" dirty="0"/>
              <a:t> </a:t>
            </a:r>
            <a:r>
              <a:rPr sz="3200" spc="150" dirty="0"/>
              <a:t>SPECIALIZATION</a:t>
            </a:r>
            <a:endParaRPr sz="3200"/>
          </a:p>
        </p:txBody>
      </p:sp>
      <p:grpSp>
        <p:nvGrpSpPr>
          <p:cNvPr id="4" name="object 4"/>
          <p:cNvGrpSpPr/>
          <p:nvPr/>
        </p:nvGrpSpPr>
        <p:grpSpPr>
          <a:xfrm>
            <a:off x="251459" y="1290827"/>
            <a:ext cx="7214870" cy="4319270"/>
            <a:chOff x="251459" y="1290827"/>
            <a:chExt cx="7214870" cy="431927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1459" y="1290827"/>
              <a:ext cx="2482596" cy="78028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80075" y="3608832"/>
              <a:ext cx="2286000" cy="200101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100327" y="2452116"/>
              <a:ext cx="1633855" cy="649605"/>
            </a:xfrm>
            <a:custGeom>
              <a:avLst/>
              <a:gdLst/>
              <a:ahLst/>
              <a:cxnLst/>
              <a:rect l="l" t="t" r="r" b="b"/>
              <a:pathLst>
                <a:path w="1633855" h="649605">
                  <a:moveTo>
                    <a:pt x="1633727" y="0"/>
                  </a:moveTo>
                  <a:lnTo>
                    <a:pt x="0" y="0"/>
                  </a:lnTo>
                  <a:lnTo>
                    <a:pt x="0" y="649224"/>
                  </a:lnTo>
                  <a:lnTo>
                    <a:pt x="1633727" y="649224"/>
                  </a:lnTo>
                  <a:lnTo>
                    <a:pt x="16337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98804" y="2450591"/>
              <a:ext cx="1637030" cy="652780"/>
            </a:xfrm>
            <a:custGeom>
              <a:avLst/>
              <a:gdLst/>
              <a:ahLst/>
              <a:cxnLst/>
              <a:rect l="l" t="t" r="r" b="b"/>
              <a:pathLst>
                <a:path w="1637030" h="652780">
                  <a:moveTo>
                    <a:pt x="12700" y="652272"/>
                  </a:moveTo>
                  <a:lnTo>
                    <a:pt x="0" y="639572"/>
                  </a:lnTo>
                  <a:lnTo>
                    <a:pt x="0" y="652272"/>
                  </a:lnTo>
                  <a:lnTo>
                    <a:pt x="12700" y="652272"/>
                  </a:lnTo>
                  <a:close/>
                </a:path>
                <a:path w="1637030" h="652780">
                  <a:moveTo>
                    <a:pt x="1270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700" y="0"/>
                  </a:lnTo>
                  <a:close/>
                </a:path>
                <a:path w="1637030" h="652780">
                  <a:moveTo>
                    <a:pt x="1636776" y="639572"/>
                  </a:moveTo>
                  <a:lnTo>
                    <a:pt x="1624076" y="652272"/>
                  </a:lnTo>
                  <a:lnTo>
                    <a:pt x="1636776" y="652272"/>
                  </a:lnTo>
                  <a:lnTo>
                    <a:pt x="1636776" y="639572"/>
                  </a:lnTo>
                  <a:close/>
                </a:path>
                <a:path w="1637030" h="652780">
                  <a:moveTo>
                    <a:pt x="1636776" y="0"/>
                  </a:moveTo>
                  <a:lnTo>
                    <a:pt x="1624076" y="0"/>
                  </a:lnTo>
                  <a:lnTo>
                    <a:pt x="1636776" y="12700"/>
                  </a:lnTo>
                  <a:lnTo>
                    <a:pt x="1636776" y="0"/>
                  </a:lnTo>
                  <a:close/>
                </a:path>
              </a:pathLst>
            </a:custGeom>
            <a:solidFill>
              <a:srgbClr val="2583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105153" y="2456942"/>
            <a:ext cx="1624330" cy="640080"/>
          </a:xfrm>
          <a:prstGeom prst="rect">
            <a:avLst/>
          </a:prstGeom>
          <a:ln w="12700">
            <a:solidFill>
              <a:srgbClr val="2583C5"/>
            </a:solidFill>
          </a:ln>
        </p:spPr>
        <p:txBody>
          <a:bodyPr vert="horz" wrap="square" lIns="0" tIns="158115" rIns="0" bIns="0" rtlCol="0">
            <a:spAutoFit/>
          </a:bodyPr>
          <a:lstStyle/>
          <a:p>
            <a:pPr marL="249554">
              <a:lnSpc>
                <a:spcPct val="100000"/>
              </a:lnSpc>
              <a:spcBef>
                <a:spcPts val="1245"/>
              </a:spcBef>
            </a:pPr>
            <a:r>
              <a:rPr sz="2000" spc="-170" dirty="0">
                <a:solidFill>
                  <a:srgbClr val="093B70"/>
                </a:solidFill>
                <a:latin typeface="Trebuchet MS"/>
                <a:cs typeface="Trebuchet MS"/>
              </a:rPr>
              <a:t>Take</a:t>
            </a:r>
            <a:r>
              <a:rPr sz="2000" spc="-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093B70"/>
                </a:solidFill>
                <a:latin typeface="Trebuchet MS"/>
                <a:cs typeface="Trebuchet MS"/>
              </a:rPr>
              <a:t>order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700271" y="2456688"/>
            <a:ext cx="1489075" cy="650875"/>
            <a:chOff x="3700271" y="2456688"/>
            <a:chExt cx="1489075" cy="650875"/>
          </a:xfrm>
        </p:grpSpPr>
        <p:sp>
          <p:nvSpPr>
            <p:cNvPr id="11" name="object 11"/>
            <p:cNvSpPr/>
            <p:nvPr/>
          </p:nvSpPr>
          <p:spPr>
            <a:xfrm>
              <a:off x="3701795" y="2458212"/>
              <a:ext cx="1485900" cy="647700"/>
            </a:xfrm>
            <a:custGeom>
              <a:avLst/>
              <a:gdLst/>
              <a:ahLst/>
              <a:cxnLst/>
              <a:rect l="l" t="t" r="r" b="b"/>
              <a:pathLst>
                <a:path w="1485900" h="647700">
                  <a:moveTo>
                    <a:pt x="1485900" y="0"/>
                  </a:moveTo>
                  <a:lnTo>
                    <a:pt x="0" y="0"/>
                  </a:lnTo>
                  <a:lnTo>
                    <a:pt x="0" y="647700"/>
                  </a:lnTo>
                  <a:lnTo>
                    <a:pt x="1485900" y="647700"/>
                  </a:lnTo>
                  <a:lnTo>
                    <a:pt x="14859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700271" y="2456687"/>
              <a:ext cx="1489075" cy="650875"/>
            </a:xfrm>
            <a:custGeom>
              <a:avLst/>
              <a:gdLst/>
              <a:ahLst/>
              <a:cxnLst/>
              <a:rect l="l" t="t" r="r" b="b"/>
              <a:pathLst>
                <a:path w="1489075" h="650875">
                  <a:moveTo>
                    <a:pt x="12700" y="650748"/>
                  </a:moveTo>
                  <a:lnTo>
                    <a:pt x="0" y="638048"/>
                  </a:lnTo>
                  <a:lnTo>
                    <a:pt x="0" y="650748"/>
                  </a:lnTo>
                  <a:lnTo>
                    <a:pt x="12700" y="650748"/>
                  </a:lnTo>
                  <a:close/>
                </a:path>
                <a:path w="1489075" h="650875">
                  <a:moveTo>
                    <a:pt x="1270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700" y="0"/>
                  </a:lnTo>
                  <a:close/>
                </a:path>
                <a:path w="1489075" h="650875">
                  <a:moveTo>
                    <a:pt x="1488948" y="638048"/>
                  </a:moveTo>
                  <a:lnTo>
                    <a:pt x="1476248" y="650748"/>
                  </a:lnTo>
                  <a:lnTo>
                    <a:pt x="1488948" y="650748"/>
                  </a:lnTo>
                  <a:lnTo>
                    <a:pt x="1488948" y="638048"/>
                  </a:lnTo>
                  <a:close/>
                </a:path>
                <a:path w="1489075" h="650875">
                  <a:moveTo>
                    <a:pt x="1488948" y="0"/>
                  </a:moveTo>
                  <a:lnTo>
                    <a:pt x="1476248" y="0"/>
                  </a:lnTo>
                  <a:lnTo>
                    <a:pt x="1488948" y="12700"/>
                  </a:lnTo>
                  <a:lnTo>
                    <a:pt x="1488948" y="0"/>
                  </a:lnTo>
                  <a:close/>
                </a:path>
              </a:pathLst>
            </a:custGeom>
            <a:solidFill>
              <a:srgbClr val="2583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706621" y="2463038"/>
            <a:ext cx="1476375" cy="638175"/>
          </a:xfrm>
          <a:prstGeom prst="rect">
            <a:avLst/>
          </a:prstGeom>
          <a:ln w="12700">
            <a:solidFill>
              <a:srgbClr val="2583C5"/>
            </a:solidFill>
          </a:ln>
        </p:spPr>
        <p:txBody>
          <a:bodyPr vert="horz" wrap="square" lIns="0" tIns="156845" rIns="0" bIns="0" rtlCol="0">
            <a:spAutoFit/>
          </a:bodyPr>
          <a:lstStyle/>
          <a:p>
            <a:pPr marL="446405">
              <a:lnSpc>
                <a:spcPct val="100000"/>
              </a:lnSpc>
              <a:spcBef>
                <a:spcPts val="1235"/>
              </a:spcBef>
            </a:pPr>
            <a:r>
              <a:rPr sz="2000" spc="-20" dirty="0">
                <a:solidFill>
                  <a:srgbClr val="093B70"/>
                </a:solidFill>
                <a:latin typeface="Trebuchet MS"/>
                <a:cs typeface="Trebuchet MS"/>
              </a:rPr>
              <a:t>Cook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312408" y="2450592"/>
            <a:ext cx="1637030" cy="652780"/>
            <a:chOff x="6312408" y="2450592"/>
            <a:chExt cx="1637030" cy="652780"/>
          </a:xfrm>
        </p:grpSpPr>
        <p:sp>
          <p:nvSpPr>
            <p:cNvPr id="15" name="object 15"/>
            <p:cNvSpPr/>
            <p:nvPr/>
          </p:nvSpPr>
          <p:spPr>
            <a:xfrm>
              <a:off x="6313932" y="2452116"/>
              <a:ext cx="1633855" cy="649605"/>
            </a:xfrm>
            <a:custGeom>
              <a:avLst/>
              <a:gdLst/>
              <a:ahLst/>
              <a:cxnLst/>
              <a:rect l="l" t="t" r="r" b="b"/>
              <a:pathLst>
                <a:path w="1633854" h="649605">
                  <a:moveTo>
                    <a:pt x="1633727" y="0"/>
                  </a:moveTo>
                  <a:lnTo>
                    <a:pt x="0" y="0"/>
                  </a:lnTo>
                  <a:lnTo>
                    <a:pt x="0" y="649224"/>
                  </a:lnTo>
                  <a:lnTo>
                    <a:pt x="1633727" y="649224"/>
                  </a:lnTo>
                  <a:lnTo>
                    <a:pt x="16337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312408" y="2450591"/>
              <a:ext cx="1637030" cy="652780"/>
            </a:xfrm>
            <a:custGeom>
              <a:avLst/>
              <a:gdLst/>
              <a:ahLst/>
              <a:cxnLst/>
              <a:rect l="l" t="t" r="r" b="b"/>
              <a:pathLst>
                <a:path w="1637029" h="652780">
                  <a:moveTo>
                    <a:pt x="12700" y="652272"/>
                  </a:moveTo>
                  <a:lnTo>
                    <a:pt x="0" y="639572"/>
                  </a:lnTo>
                  <a:lnTo>
                    <a:pt x="0" y="652272"/>
                  </a:lnTo>
                  <a:lnTo>
                    <a:pt x="12700" y="652272"/>
                  </a:lnTo>
                  <a:close/>
                </a:path>
                <a:path w="1637029" h="652780">
                  <a:moveTo>
                    <a:pt x="1270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700" y="0"/>
                  </a:lnTo>
                  <a:close/>
                </a:path>
                <a:path w="1637029" h="652780">
                  <a:moveTo>
                    <a:pt x="1636776" y="639572"/>
                  </a:moveTo>
                  <a:lnTo>
                    <a:pt x="1624076" y="652272"/>
                  </a:lnTo>
                  <a:lnTo>
                    <a:pt x="1636776" y="652272"/>
                  </a:lnTo>
                  <a:lnTo>
                    <a:pt x="1636776" y="639572"/>
                  </a:lnTo>
                  <a:close/>
                </a:path>
                <a:path w="1637029" h="652780">
                  <a:moveTo>
                    <a:pt x="1636776" y="0"/>
                  </a:moveTo>
                  <a:lnTo>
                    <a:pt x="1624076" y="0"/>
                  </a:lnTo>
                  <a:lnTo>
                    <a:pt x="1636776" y="12700"/>
                  </a:lnTo>
                  <a:lnTo>
                    <a:pt x="1636776" y="0"/>
                  </a:lnTo>
                  <a:close/>
                </a:path>
              </a:pathLst>
            </a:custGeom>
            <a:solidFill>
              <a:srgbClr val="2583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318758" y="2456942"/>
            <a:ext cx="1624330" cy="640080"/>
          </a:xfrm>
          <a:prstGeom prst="rect">
            <a:avLst/>
          </a:prstGeom>
          <a:ln w="12700">
            <a:solidFill>
              <a:srgbClr val="2583C5"/>
            </a:solidFill>
          </a:ln>
        </p:spPr>
        <p:txBody>
          <a:bodyPr vert="horz" wrap="square" lIns="0" tIns="158115" rIns="0" bIns="0" rtlCol="0">
            <a:spAutoFit/>
          </a:bodyPr>
          <a:lstStyle/>
          <a:p>
            <a:pPr marL="311785">
              <a:lnSpc>
                <a:spcPct val="100000"/>
              </a:lnSpc>
              <a:spcBef>
                <a:spcPts val="1245"/>
              </a:spcBef>
            </a:pPr>
            <a:r>
              <a:rPr sz="2000" spc="-25" dirty="0">
                <a:solidFill>
                  <a:srgbClr val="093B70"/>
                </a:solidFill>
                <a:latin typeface="Trebuchet MS"/>
                <a:cs typeface="Trebuchet MS"/>
              </a:rPr>
              <a:t>Get</a:t>
            </a:r>
            <a:r>
              <a:rPr sz="2000" spc="-1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rgbClr val="093B70"/>
                </a:solidFill>
                <a:latin typeface="Trebuchet MS"/>
                <a:cs typeface="Trebuchet MS"/>
              </a:rPr>
              <a:t>drink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9124188" y="2450592"/>
            <a:ext cx="1958339" cy="652780"/>
            <a:chOff x="9124188" y="2450592"/>
            <a:chExt cx="1958339" cy="652780"/>
          </a:xfrm>
        </p:grpSpPr>
        <p:sp>
          <p:nvSpPr>
            <p:cNvPr id="19" name="object 19"/>
            <p:cNvSpPr/>
            <p:nvPr/>
          </p:nvSpPr>
          <p:spPr>
            <a:xfrm>
              <a:off x="9125712" y="2452116"/>
              <a:ext cx="1955800" cy="649605"/>
            </a:xfrm>
            <a:custGeom>
              <a:avLst/>
              <a:gdLst/>
              <a:ahLst/>
              <a:cxnLst/>
              <a:rect l="l" t="t" r="r" b="b"/>
              <a:pathLst>
                <a:path w="1955800" h="649605">
                  <a:moveTo>
                    <a:pt x="1955292" y="0"/>
                  </a:moveTo>
                  <a:lnTo>
                    <a:pt x="0" y="0"/>
                  </a:lnTo>
                  <a:lnTo>
                    <a:pt x="0" y="649224"/>
                  </a:lnTo>
                  <a:lnTo>
                    <a:pt x="1955292" y="649224"/>
                  </a:lnTo>
                  <a:lnTo>
                    <a:pt x="19552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124188" y="2450591"/>
              <a:ext cx="1958339" cy="652780"/>
            </a:xfrm>
            <a:custGeom>
              <a:avLst/>
              <a:gdLst/>
              <a:ahLst/>
              <a:cxnLst/>
              <a:rect l="l" t="t" r="r" b="b"/>
              <a:pathLst>
                <a:path w="1958340" h="652780">
                  <a:moveTo>
                    <a:pt x="12700" y="652272"/>
                  </a:moveTo>
                  <a:lnTo>
                    <a:pt x="0" y="639572"/>
                  </a:lnTo>
                  <a:lnTo>
                    <a:pt x="0" y="652272"/>
                  </a:lnTo>
                  <a:lnTo>
                    <a:pt x="12700" y="652272"/>
                  </a:lnTo>
                  <a:close/>
                </a:path>
                <a:path w="1958340" h="652780">
                  <a:moveTo>
                    <a:pt x="1270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700" y="0"/>
                  </a:lnTo>
                  <a:close/>
                </a:path>
                <a:path w="1958340" h="652780">
                  <a:moveTo>
                    <a:pt x="1958340" y="639572"/>
                  </a:moveTo>
                  <a:lnTo>
                    <a:pt x="1945640" y="652272"/>
                  </a:lnTo>
                  <a:lnTo>
                    <a:pt x="1958340" y="652272"/>
                  </a:lnTo>
                  <a:lnTo>
                    <a:pt x="1958340" y="639572"/>
                  </a:lnTo>
                  <a:close/>
                </a:path>
                <a:path w="1958340" h="652780">
                  <a:moveTo>
                    <a:pt x="1958340" y="0"/>
                  </a:moveTo>
                  <a:lnTo>
                    <a:pt x="1945640" y="0"/>
                  </a:lnTo>
                  <a:lnTo>
                    <a:pt x="1958340" y="12700"/>
                  </a:lnTo>
                  <a:lnTo>
                    <a:pt x="1958340" y="0"/>
                  </a:lnTo>
                  <a:close/>
                </a:path>
              </a:pathLst>
            </a:custGeom>
            <a:solidFill>
              <a:srgbClr val="2583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9130538" y="2456942"/>
            <a:ext cx="1945639" cy="640080"/>
          </a:xfrm>
          <a:prstGeom prst="rect">
            <a:avLst/>
          </a:prstGeom>
          <a:ln w="12700">
            <a:solidFill>
              <a:srgbClr val="2583C5"/>
            </a:solidFill>
          </a:ln>
        </p:spPr>
        <p:txBody>
          <a:bodyPr vert="horz" wrap="square" lIns="0" tIns="158115" rIns="0" bIns="0" rtlCol="0">
            <a:spAutoFit/>
          </a:bodyPr>
          <a:lstStyle/>
          <a:p>
            <a:pPr marL="569595">
              <a:lnSpc>
                <a:spcPct val="100000"/>
              </a:lnSpc>
              <a:spcBef>
                <a:spcPts val="1245"/>
              </a:spcBef>
            </a:pPr>
            <a:r>
              <a:rPr sz="2000" spc="-10" dirty="0">
                <a:solidFill>
                  <a:srgbClr val="093B70"/>
                </a:solidFill>
                <a:latin typeface="Trebuchet MS"/>
                <a:cs typeface="Trebuchet MS"/>
              </a:rPr>
              <a:t>Package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9134856" y="4335779"/>
            <a:ext cx="1958339" cy="652780"/>
            <a:chOff x="9134856" y="4335779"/>
            <a:chExt cx="1958339" cy="652780"/>
          </a:xfrm>
        </p:grpSpPr>
        <p:sp>
          <p:nvSpPr>
            <p:cNvPr id="23" name="object 23"/>
            <p:cNvSpPr/>
            <p:nvPr/>
          </p:nvSpPr>
          <p:spPr>
            <a:xfrm>
              <a:off x="9136380" y="4337303"/>
              <a:ext cx="1955800" cy="649605"/>
            </a:xfrm>
            <a:custGeom>
              <a:avLst/>
              <a:gdLst/>
              <a:ahLst/>
              <a:cxnLst/>
              <a:rect l="l" t="t" r="r" b="b"/>
              <a:pathLst>
                <a:path w="1955800" h="649604">
                  <a:moveTo>
                    <a:pt x="1955292" y="0"/>
                  </a:moveTo>
                  <a:lnTo>
                    <a:pt x="0" y="0"/>
                  </a:lnTo>
                  <a:lnTo>
                    <a:pt x="0" y="649224"/>
                  </a:lnTo>
                  <a:lnTo>
                    <a:pt x="1955292" y="649224"/>
                  </a:lnTo>
                  <a:lnTo>
                    <a:pt x="19552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134856" y="4335779"/>
              <a:ext cx="1958339" cy="652780"/>
            </a:xfrm>
            <a:custGeom>
              <a:avLst/>
              <a:gdLst/>
              <a:ahLst/>
              <a:cxnLst/>
              <a:rect l="l" t="t" r="r" b="b"/>
              <a:pathLst>
                <a:path w="1958340" h="652779">
                  <a:moveTo>
                    <a:pt x="12700" y="652272"/>
                  </a:moveTo>
                  <a:lnTo>
                    <a:pt x="0" y="639572"/>
                  </a:lnTo>
                  <a:lnTo>
                    <a:pt x="0" y="652272"/>
                  </a:lnTo>
                  <a:lnTo>
                    <a:pt x="12700" y="652272"/>
                  </a:lnTo>
                  <a:close/>
                </a:path>
                <a:path w="1958340" h="652779">
                  <a:moveTo>
                    <a:pt x="1270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700" y="0"/>
                  </a:lnTo>
                  <a:close/>
                </a:path>
                <a:path w="1958340" h="652779">
                  <a:moveTo>
                    <a:pt x="1958340" y="639572"/>
                  </a:moveTo>
                  <a:lnTo>
                    <a:pt x="1945640" y="652272"/>
                  </a:lnTo>
                  <a:lnTo>
                    <a:pt x="1958340" y="652272"/>
                  </a:lnTo>
                  <a:lnTo>
                    <a:pt x="1958340" y="639572"/>
                  </a:lnTo>
                  <a:close/>
                </a:path>
                <a:path w="1958340" h="652779">
                  <a:moveTo>
                    <a:pt x="1958340" y="0"/>
                  </a:moveTo>
                  <a:lnTo>
                    <a:pt x="1945640" y="0"/>
                  </a:lnTo>
                  <a:lnTo>
                    <a:pt x="1958340" y="12700"/>
                  </a:lnTo>
                  <a:lnTo>
                    <a:pt x="1958340" y="0"/>
                  </a:lnTo>
                  <a:close/>
                </a:path>
              </a:pathLst>
            </a:custGeom>
            <a:solidFill>
              <a:srgbClr val="2583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9141206" y="4342129"/>
            <a:ext cx="1945639" cy="640080"/>
          </a:xfrm>
          <a:prstGeom prst="rect">
            <a:avLst/>
          </a:prstGeom>
          <a:ln w="12700">
            <a:solidFill>
              <a:srgbClr val="2583C5"/>
            </a:solidFill>
          </a:ln>
        </p:spPr>
        <p:txBody>
          <a:bodyPr vert="horz" wrap="square" lIns="0" tIns="158115" rIns="0" bIns="0" rtlCol="0">
            <a:spAutoFit/>
          </a:bodyPr>
          <a:lstStyle/>
          <a:p>
            <a:pPr marL="240029">
              <a:lnSpc>
                <a:spcPct val="100000"/>
              </a:lnSpc>
              <a:spcBef>
                <a:spcPts val="1245"/>
              </a:spcBef>
            </a:pPr>
            <a:r>
              <a:rPr sz="2000" spc="-120" dirty="0">
                <a:solidFill>
                  <a:srgbClr val="093B70"/>
                </a:solidFill>
                <a:latin typeface="Trebuchet MS"/>
                <a:cs typeface="Trebuchet MS"/>
              </a:rPr>
              <a:t>Deliver/</a:t>
            </a:r>
            <a:r>
              <a:rPr sz="2000" spc="-1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rgbClr val="093B70"/>
                </a:solidFill>
                <a:latin typeface="Trebuchet MS"/>
                <a:cs typeface="Trebuchet MS"/>
              </a:rPr>
              <a:t>Serve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734691" y="2691917"/>
            <a:ext cx="7463790" cy="2056764"/>
          </a:xfrm>
          <a:custGeom>
            <a:avLst/>
            <a:gdLst/>
            <a:ahLst/>
            <a:cxnLst/>
            <a:rect l="l" t="t" r="r" b="b"/>
            <a:pathLst>
              <a:path w="7463790" h="2056764">
                <a:moveTo>
                  <a:pt x="967359" y="90398"/>
                </a:moveTo>
                <a:lnTo>
                  <a:pt x="938974" y="73634"/>
                </a:lnTo>
                <a:lnTo>
                  <a:pt x="825246" y="6451"/>
                </a:lnTo>
                <a:lnTo>
                  <a:pt x="818121" y="3987"/>
                </a:lnTo>
                <a:lnTo>
                  <a:pt x="810844" y="4445"/>
                </a:lnTo>
                <a:lnTo>
                  <a:pt x="804252" y="7581"/>
                </a:lnTo>
                <a:lnTo>
                  <a:pt x="799211" y="13182"/>
                </a:lnTo>
                <a:lnTo>
                  <a:pt x="796671" y="20383"/>
                </a:lnTo>
                <a:lnTo>
                  <a:pt x="797090" y="27698"/>
                </a:lnTo>
                <a:lnTo>
                  <a:pt x="800252" y="34302"/>
                </a:lnTo>
                <a:lnTo>
                  <a:pt x="805942" y="39344"/>
                </a:lnTo>
                <a:lnTo>
                  <a:pt x="891743" y="89954"/>
                </a:lnTo>
                <a:lnTo>
                  <a:pt x="127" y="85572"/>
                </a:lnTo>
                <a:lnTo>
                  <a:pt x="0" y="104622"/>
                </a:lnTo>
                <a:lnTo>
                  <a:pt x="859015" y="108851"/>
                </a:lnTo>
                <a:lnTo>
                  <a:pt x="805434" y="139801"/>
                </a:lnTo>
                <a:lnTo>
                  <a:pt x="799731" y="144792"/>
                </a:lnTo>
                <a:lnTo>
                  <a:pt x="796505" y="151345"/>
                </a:lnTo>
                <a:lnTo>
                  <a:pt x="795997" y="158648"/>
                </a:lnTo>
                <a:lnTo>
                  <a:pt x="798449" y="165836"/>
                </a:lnTo>
                <a:lnTo>
                  <a:pt x="803427" y="171475"/>
                </a:lnTo>
                <a:lnTo>
                  <a:pt x="809980" y="174663"/>
                </a:lnTo>
                <a:lnTo>
                  <a:pt x="817283" y="175196"/>
                </a:lnTo>
                <a:lnTo>
                  <a:pt x="824484" y="172821"/>
                </a:lnTo>
                <a:lnTo>
                  <a:pt x="934770" y="109194"/>
                </a:lnTo>
                <a:lnTo>
                  <a:pt x="967359" y="90398"/>
                </a:lnTo>
                <a:close/>
              </a:path>
              <a:path w="7463790" h="2056764">
                <a:moveTo>
                  <a:pt x="3574034" y="85572"/>
                </a:moveTo>
                <a:lnTo>
                  <a:pt x="3545751" y="69062"/>
                </a:lnTo>
                <a:lnTo>
                  <a:pt x="3431540" y="2387"/>
                </a:lnTo>
                <a:lnTo>
                  <a:pt x="3424339" y="0"/>
                </a:lnTo>
                <a:lnTo>
                  <a:pt x="3417024" y="482"/>
                </a:lnTo>
                <a:lnTo>
                  <a:pt x="3410420" y="3644"/>
                </a:lnTo>
                <a:lnTo>
                  <a:pt x="3405378" y="9245"/>
                </a:lnTo>
                <a:lnTo>
                  <a:pt x="3402977" y="16446"/>
                </a:lnTo>
                <a:lnTo>
                  <a:pt x="3403473" y="23761"/>
                </a:lnTo>
                <a:lnTo>
                  <a:pt x="3406622" y="30365"/>
                </a:lnTo>
                <a:lnTo>
                  <a:pt x="3412236" y="35407"/>
                </a:lnTo>
                <a:lnTo>
                  <a:pt x="3498227" y="85572"/>
                </a:lnTo>
                <a:lnTo>
                  <a:pt x="2476627" y="85572"/>
                </a:lnTo>
                <a:lnTo>
                  <a:pt x="2476627" y="104622"/>
                </a:lnTo>
                <a:lnTo>
                  <a:pt x="3465563" y="104622"/>
                </a:lnTo>
                <a:lnTo>
                  <a:pt x="3412236" y="135737"/>
                </a:lnTo>
                <a:lnTo>
                  <a:pt x="3406622" y="140792"/>
                </a:lnTo>
                <a:lnTo>
                  <a:pt x="3403473" y="147396"/>
                </a:lnTo>
                <a:lnTo>
                  <a:pt x="3402977" y="154711"/>
                </a:lnTo>
                <a:lnTo>
                  <a:pt x="3405378" y="161899"/>
                </a:lnTo>
                <a:lnTo>
                  <a:pt x="3410420" y="167513"/>
                </a:lnTo>
                <a:lnTo>
                  <a:pt x="3417024" y="170675"/>
                </a:lnTo>
                <a:lnTo>
                  <a:pt x="3424339" y="171157"/>
                </a:lnTo>
                <a:lnTo>
                  <a:pt x="3431540" y="168757"/>
                </a:lnTo>
                <a:lnTo>
                  <a:pt x="3541395" y="104622"/>
                </a:lnTo>
                <a:lnTo>
                  <a:pt x="3574034" y="85572"/>
                </a:lnTo>
                <a:close/>
              </a:path>
              <a:path w="7463790" h="2056764">
                <a:moveTo>
                  <a:pt x="6392672" y="85572"/>
                </a:moveTo>
                <a:lnTo>
                  <a:pt x="6364389" y="69062"/>
                </a:lnTo>
                <a:lnTo>
                  <a:pt x="6250178" y="2387"/>
                </a:lnTo>
                <a:lnTo>
                  <a:pt x="6242977" y="0"/>
                </a:lnTo>
                <a:lnTo>
                  <a:pt x="6235662" y="482"/>
                </a:lnTo>
                <a:lnTo>
                  <a:pt x="6229058" y="3644"/>
                </a:lnTo>
                <a:lnTo>
                  <a:pt x="6224016" y="9245"/>
                </a:lnTo>
                <a:lnTo>
                  <a:pt x="6221615" y="16446"/>
                </a:lnTo>
                <a:lnTo>
                  <a:pt x="6222111" y="23761"/>
                </a:lnTo>
                <a:lnTo>
                  <a:pt x="6225260" y="30365"/>
                </a:lnTo>
                <a:lnTo>
                  <a:pt x="6230874" y="35407"/>
                </a:lnTo>
                <a:lnTo>
                  <a:pt x="6316866" y="85572"/>
                </a:lnTo>
                <a:lnTo>
                  <a:pt x="5213731" y="85572"/>
                </a:lnTo>
                <a:lnTo>
                  <a:pt x="5213731" y="104622"/>
                </a:lnTo>
                <a:lnTo>
                  <a:pt x="6284201" y="104622"/>
                </a:lnTo>
                <a:lnTo>
                  <a:pt x="6230874" y="135737"/>
                </a:lnTo>
                <a:lnTo>
                  <a:pt x="6225260" y="140792"/>
                </a:lnTo>
                <a:lnTo>
                  <a:pt x="6222111" y="147396"/>
                </a:lnTo>
                <a:lnTo>
                  <a:pt x="6221615" y="154711"/>
                </a:lnTo>
                <a:lnTo>
                  <a:pt x="6224016" y="161899"/>
                </a:lnTo>
                <a:lnTo>
                  <a:pt x="6229058" y="167513"/>
                </a:lnTo>
                <a:lnTo>
                  <a:pt x="6235662" y="170675"/>
                </a:lnTo>
                <a:lnTo>
                  <a:pt x="6242977" y="171157"/>
                </a:lnTo>
                <a:lnTo>
                  <a:pt x="6250178" y="168757"/>
                </a:lnTo>
                <a:lnTo>
                  <a:pt x="6360033" y="104622"/>
                </a:lnTo>
                <a:lnTo>
                  <a:pt x="6392672" y="85572"/>
                </a:lnTo>
                <a:close/>
              </a:path>
              <a:path w="7463790" h="2056764">
                <a:moveTo>
                  <a:pt x="6402832" y="1970760"/>
                </a:moveTo>
                <a:lnTo>
                  <a:pt x="5289397" y="1970760"/>
                </a:lnTo>
                <a:lnTo>
                  <a:pt x="5317706" y="1954250"/>
                </a:lnTo>
                <a:lnTo>
                  <a:pt x="5375402" y="1920595"/>
                </a:lnTo>
                <a:lnTo>
                  <a:pt x="5381002" y="1915553"/>
                </a:lnTo>
                <a:lnTo>
                  <a:pt x="5384165" y="1908949"/>
                </a:lnTo>
                <a:lnTo>
                  <a:pt x="5384647" y="1901634"/>
                </a:lnTo>
                <a:lnTo>
                  <a:pt x="5382260" y="1894433"/>
                </a:lnTo>
                <a:lnTo>
                  <a:pt x="5377205" y="1888832"/>
                </a:lnTo>
                <a:lnTo>
                  <a:pt x="5370601" y="1885670"/>
                </a:lnTo>
                <a:lnTo>
                  <a:pt x="5363286" y="1885188"/>
                </a:lnTo>
                <a:lnTo>
                  <a:pt x="5356098" y="1887575"/>
                </a:lnTo>
                <a:lnTo>
                  <a:pt x="5213604" y="1970760"/>
                </a:lnTo>
                <a:lnTo>
                  <a:pt x="5356098" y="2053945"/>
                </a:lnTo>
                <a:lnTo>
                  <a:pt x="5363286" y="2056345"/>
                </a:lnTo>
                <a:lnTo>
                  <a:pt x="5370601" y="2055850"/>
                </a:lnTo>
                <a:lnTo>
                  <a:pt x="5377205" y="2052701"/>
                </a:lnTo>
                <a:lnTo>
                  <a:pt x="5382260" y="2047087"/>
                </a:lnTo>
                <a:lnTo>
                  <a:pt x="5384647" y="2039899"/>
                </a:lnTo>
                <a:lnTo>
                  <a:pt x="5384165" y="2032584"/>
                </a:lnTo>
                <a:lnTo>
                  <a:pt x="5381002" y="2025980"/>
                </a:lnTo>
                <a:lnTo>
                  <a:pt x="5375402" y="2020925"/>
                </a:lnTo>
                <a:lnTo>
                  <a:pt x="5322062" y="1989810"/>
                </a:lnTo>
                <a:lnTo>
                  <a:pt x="6402832" y="1989810"/>
                </a:lnTo>
                <a:lnTo>
                  <a:pt x="6402832" y="1970760"/>
                </a:lnTo>
                <a:close/>
              </a:path>
              <a:path w="7463790" h="2056764">
                <a:moveTo>
                  <a:pt x="7463231" y="1495831"/>
                </a:moveTo>
                <a:lnTo>
                  <a:pt x="7462685" y="1488528"/>
                </a:lnTo>
                <a:lnTo>
                  <a:pt x="7459446" y="1481975"/>
                </a:lnTo>
                <a:lnTo>
                  <a:pt x="7453757" y="1476984"/>
                </a:lnTo>
                <a:lnTo>
                  <a:pt x="7446632" y="1474622"/>
                </a:lnTo>
                <a:lnTo>
                  <a:pt x="7439368" y="1475168"/>
                </a:lnTo>
                <a:lnTo>
                  <a:pt x="7432815" y="1478407"/>
                </a:lnTo>
                <a:lnTo>
                  <a:pt x="7427849" y="1484096"/>
                </a:lnTo>
                <a:lnTo>
                  <a:pt x="7378319" y="1570532"/>
                </a:lnTo>
                <a:lnTo>
                  <a:pt x="7394956" y="1598650"/>
                </a:lnTo>
                <a:lnTo>
                  <a:pt x="7378281" y="1570583"/>
                </a:lnTo>
                <a:lnTo>
                  <a:pt x="7368667" y="410184"/>
                </a:lnTo>
                <a:lnTo>
                  <a:pt x="7349617" y="410311"/>
                </a:lnTo>
                <a:lnTo>
                  <a:pt x="7358939" y="1537995"/>
                </a:lnTo>
                <a:lnTo>
                  <a:pt x="7327392" y="1484858"/>
                </a:lnTo>
                <a:lnTo>
                  <a:pt x="7322337" y="1479283"/>
                </a:lnTo>
                <a:lnTo>
                  <a:pt x="7315733" y="1476184"/>
                </a:lnTo>
                <a:lnTo>
                  <a:pt x="7308418" y="1475778"/>
                </a:lnTo>
                <a:lnTo>
                  <a:pt x="7301230" y="1478254"/>
                </a:lnTo>
                <a:lnTo>
                  <a:pt x="7295642" y="1483309"/>
                </a:lnTo>
                <a:lnTo>
                  <a:pt x="7292543" y="1489913"/>
                </a:lnTo>
                <a:lnTo>
                  <a:pt x="7292137" y="1497228"/>
                </a:lnTo>
                <a:lnTo>
                  <a:pt x="7294626" y="1504416"/>
                </a:lnTo>
                <a:lnTo>
                  <a:pt x="7378954" y="1646148"/>
                </a:lnTo>
                <a:lnTo>
                  <a:pt x="7400468" y="1608556"/>
                </a:lnTo>
                <a:lnTo>
                  <a:pt x="7460869" y="1503019"/>
                </a:lnTo>
                <a:lnTo>
                  <a:pt x="7463231" y="1495831"/>
                </a:lnTo>
                <a:close/>
              </a:path>
            </a:pathLst>
          </a:custGeom>
          <a:solidFill>
            <a:srgbClr val="3493B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9982454" y="6463101"/>
            <a:ext cx="1261745" cy="1917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8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11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9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7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9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9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05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135" baseline="4629" dirty="0">
                <a:solidFill>
                  <a:srgbClr val="585858"/>
                </a:solidFill>
                <a:latin typeface="Trebuchet MS"/>
                <a:cs typeface="Trebuchet MS"/>
              </a:rPr>
              <a:t>8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599166" y="6416476"/>
            <a:ext cx="254000" cy="29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5"/>
              </a:lnSpc>
            </a:pP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06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150" dirty="0"/>
              <a:t>WORK</a:t>
            </a:r>
            <a:r>
              <a:rPr sz="3200" spc="370" dirty="0"/>
              <a:t> </a:t>
            </a:r>
            <a:r>
              <a:rPr sz="3200" spc="150" dirty="0"/>
              <a:t>SPECIALIZATION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62555" y="1248155"/>
            <a:ext cx="7581900" cy="485241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982454" y="6463101"/>
            <a:ext cx="1261745" cy="1917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8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11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9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7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9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9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05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135" baseline="4629" dirty="0">
                <a:solidFill>
                  <a:srgbClr val="585858"/>
                </a:solidFill>
                <a:latin typeface="Trebuchet MS"/>
                <a:cs typeface="Trebuchet MS"/>
              </a:rPr>
              <a:t>9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599166" y="6416476"/>
            <a:ext cx="254000" cy="29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5"/>
              </a:lnSpc>
            </a:pP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07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09150" y="6391655"/>
            <a:ext cx="1830197" cy="36086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160" dirty="0"/>
              <a:t>CHAIN</a:t>
            </a:r>
            <a:r>
              <a:rPr sz="3200" spc="370" dirty="0"/>
              <a:t> </a:t>
            </a:r>
            <a:r>
              <a:rPr sz="3200" spc="100" dirty="0"/>
              <a:t>OF</a:t>
            </a:r>
            <a:r>
              <a:rPr sz="3200" spc="380" dirty="0"/>
              <a:t> </a:t>
            </a:r>
            <a:r>
              <a:rPr sz="3200" spc="160" dirty="0"/>
              <a:t>COMMAND</a:t>
            </a:r>
            <a:endParaRPr sz="3200"/>
          </a:p>
        </p:txBody>
      </p:sp>
      <p:sp>
        <p:nvSpPr>
          <p:cNvPr id="5" name="object 5"/>
          <p:cNvSpPr txBox="1"/>
          <p:nvPr/>
        </p:nvSpPr>
        <p:spPr>
          <a:xfrm>
            <a:off x="9944354" y="6463101"/>
            <a:ext cx="1299845" cy="1917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10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35"/>
              </a:lnSpc>
            </a:pPr>
            <a:r>
              <a:rPr spc="-25" dirty="0"/>
              <a:t>14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23340" y="1311605"/>
            <a:ext cx="10347960" cy="38849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b="1" spc="50" dirty="0">
                <a:solidFill>
                  <a:srgbClr val="093B70"/>
                </a:solidFill>
                <a:latin typeface="Trebuchet MS"/>
                <a:cs typeface="Trebuchet MS"/>
              </a:rPr>
              <a:t>Chain</a:t>
            </a:r>
            <a:r>
              <a:rPr sz="2400" b="1" spc="-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of</a:t>
            </a:r>
            <a:r>
              <a:rPr sz="2400" b="1" spc="-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b="1" spc="60" dirty="0">
                <a:solidFill>
                  <a:srgbClr val="093B70"/>
                </a:solidFill>
                <a:latin typeface="Trebuchet MS"/>
                <a:cs typeface="Trebuchet MS"/>
              </a:rPr>
              <a:t>command</a:t>
            </a:r>
            <a:r>
              <a:rPr sz="2400" b="1" spc="-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-</a:t>
            </a:r>
            <a:r>
              <a:rPr sz="2400" spc="-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The</a:t>
            </a:r>
            <a:r>
              <a:rPr sz="2400" spc="-4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85" dirty="0">
                <a:solidFill>
                  <a:srgbClr val="093B70"/>
                </a:solidFill>
                <a:latin typeface="Trebuchet MS"/>
                <a:cs typeface="Trebuchet MS"/>
              </a:rPr>
              <a:t>continuous</a:t>
            </a:r>
            <a:r>
              <a:rPr sz="2400" spc="-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20" dirty="0">
                <a:solidFill>
                  <a:srgbClr val="093B70"/>
                </a:solidFill>
                <a:latin typeface="Trebuchet MS"/>
                <a:cs typeface="Trebuchet MS"/>
              </a:rPr>
              <a:t>line</a:t>
            </a:r>
            <a:r>
              <a:rPr sz="2400" spc="-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of</a:t>
            </a:r>
            <a:r>
              <a:rPr sz="2400" spc="-4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5" dirty="0">
                <a:solidFill>
                  <a:srgbClr val="093B70"/>
                </a:solidFill>
                <a:latin typeface="Trebuchet MS"/>
                <a:cs typeface="Trebuchet MS"/>
              </a:rPr>
              <a:t>authority</a:t>
            </a:r>
            <a:r>
              <a:rPr sz="2400" spc="-4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45" dirty="0">
                <a:solidFill>
                  <a:srgbClr val="093B70"/>
                </a:solidFill>
                <a:latin typeface="Trebuchet MS"/>
                <a:cs typeface="Trebuchet MS"/>
              </a:rPr>
              <a:t>that</a:t>
            </a:r>
            <a:r>
              <a:rPr sz="2400" spc="-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85" dirty="0">
                <a:solidFill>
                  <a:srgbClr val="093B70"/>
                </a:solidFill>
                <a:latin typeface="Trebuchet MS"/>
                <a:cs typeface="Trebuchet MS"/>
              </a:rPr>
              <a:t>extends</a:t>
            </a:r>
            <a:r>
              <a:rPr sz="2400" spc="-4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from</a:t>
            </a:r>
            <a:r>
              <a:rPr sz="2400" spc="-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40" dirty="0">
                <a:solidFill>
                  <a:srgbClr val="093B70"/>
                </a:solidFill>
                <a:latin typeface="Trebuchet MS"/>
                <a:cs typeface="Trebuchet MS"/>
              </a:rPr>
              <a:t>upper </a:t>
            </a:r>
            <a:r>
              <a:rPr sz="2400" spc="-70" dirty="0">
                <a:solidFill>
                  <a:srgbClr val="093B70"/>
                </a:solidFill>
                <a:latin typeface="Trebuchet MS"/>
                <a:cs typeface="Trebuchet MS"/>
              </a:rPr>
              <a:t>levels</a:t>
            </a:r>
            <a:r>
              <a:rPr sz="2400" spc="4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of</a:t>
            </a:r>
            <a:r>
              <a:rPr sz="2400" spc="4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an</a:t>
            </a:r>
            <a:r>
              <a:rPr sz="2400" spc="4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75" dirty="0">
                <a:solidFill>
                  <a:srgbClr val="093B70"/>
                </a:solidFill>
                <a:latin typeface="Trebuchet MS"/>
                <a:cs typeface="Trebuchet MS"/>
              </a:rPr>
              <a:t>organization</a:t>
            </a:r>
            <a:r>
              <a:rPr sz="2400" spc="5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to</a:t>
            </a:r>
            <a:r>
              <a:rPr sz="2400" spc="4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the</a:t>
            </a:r>
            <a:r>
              <a:rPr sz="2400" spc="5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lowest</a:t>
            </a:r>
            <a:r>
              <a:rPr sz="2400" spc="5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75" dirty="0">
                <a:solidFill>
                  <a:srgbClr val="093B70"/>
                </a:solidFill>
                <a:latin typeface="Trebuchet MS"/>
                <a:cs typeface="Trebuchet MS"/>
              </a:rPr>
              <a:t>levels</a:t>
            </a:r>
            <a:r>
              <a:rPr sz="2400" spc="4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of</a:t>
            </a:r>
            <a:r>
              <a:rPr sz="2400" spc="5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the</a:t>
            </a:r>
            <a:r>
              <a:rPr sz="2400" spc="5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75" dirty="0">
                <a:solidFill>
                  <a:srgbClr val="093B70"/>
                </a:solidFill>
                <a:latin typeface="Trebuchet MS"/>
                <a:cs typeface="Trebuchet MS"/>
              </a:rPr>
              <a:t>organization</a:t>
            </a:r>
            <a:r>
              <a:rPr sz="2400" spc="5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0" dirty="0">
                <a:solidFill>
                  <a:srgbClr val="093B70"/>
                </a:solidFill>
                <a:latin typeface="Trebuchet MS"/>
                <a:cs typeface="Trebuchet MS"/>
              </a:rPr>
              <a:t>clarifies</a:t>
            </a:r>
            <a:r>
              <a:rPr sz="2400" spc="5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who </a:t>
            </a:r>
            <a:r>
              <a:rPr sz="2400" spc="-70" dirty="0">
                <a:solidFill>
                  <a:srgbClr val="093B70"/>
                </a:solidFill>
                <a:latin typeface="Trebuchet MS"/>
                <a:cs typeface="Trebuchet MS"/>
              </a:rPr>
              <a:t>reports</a:t>
            </a:r>
            <a:r>
              <a:rPr sz="2400" spc="-10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to</a:t>
            </a:r>
            <a:r>
              <a:rPr sz="2400" spc="-12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whom.</a:t>
            </a:r>
            <a:endParaRPr sz="2400">
              <a:latin typeface="Trebuchet MS"/>
              <a:cs typeface="Trebuchet MS"/>
            </a:endParaRPr>
          </a:p>
          <a:p>
            <a:pPr marL="779780" marR="5080" indent="-342900">
              <a:lnSpc>
                <a:spcPct val="100000"/>
              </a:lnSpc>
              <a:spcBef>
                <a:spcPts val="2065"/>
              </a:spcBef>
              <a:buFont typeface="Arial MT"/>
              <a:buChar char="•"/>
              <a:tabLst>
                <a:tab pos="779780" algn="l"/>
              </a:tabLst>
            </a:pP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Authority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:</a:t>
            </a:r>
            <a:r>
              <a:rPr sz="2400" spc="-18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45" dirty="0">
                <a:solidFill>
                  <a:srgbClr val="093B70"/>
                </a:solidFill>
                <a:latin typeface="Trebuchet MS"/>
                <a:cs typeface="Trebuchet MS"/>
              </a:rPr>
              <a:t>the</a:t>
            </a:r>
            <a:r>
              <a:rPr sz="2400" spc="-9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65" dirty="0">
                <a:solidFill>
                  <a:srgbClr val="093B70"/>
                </a:solidFill>
                <a:latin typeface="Trebuchet MS"/>
                <a:cs typeface="Trebuchet MS"/>
              </a:rPr>
              <a:t>rights</a:t>
            </a:r>
            <a:r>
              <a:rPr sz="2400" spc="-4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0" dirty="0">
                <a:solidFill>
                  <a:srgbClr val="093B70"/>
                </a:solidFill>
                <a:latin typeface="Trebuchet MS"/>
                <a:cs typeface="Trebuchet MS"/>
              </a:rPr>
              <a:t>inherent</a:t>
            </a:r>
            <a:r>
              <a:rPr sz="2400" spc="-4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in</a:t>
            </a:r>
            <a:r>
              <a:rPr sz="2400" spc="-4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a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093B70"/>
                </a:solidFill>
                <a:latin typeface="Trebuchet MS"/>
                <a:cs typeface="Trebuchet MS"/>
              </a:rPr>
              <a:t>managerial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65" dirty="0">
                <a:solidFill>
                  <a:srgbClr val="093B70"/>
                </a:solidFill>
                <a:latin typeface="Trebuchet MS"/>
                <a:cs typeface="Trebuchet MS"/>
              </a:rPr>
              <a:t>position</a:t>
            </a:r>
            <a:r>
              <a:rPr sz="2400" spc="-4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to</a:t>
            </a:r>
            <a:r>
              <a:rPr sz="2400" spc="-5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14" dirty="0">
                <a:solidFill>
                  <a:srgbClr val="093B70"/>
                </a:solidFill>
                <a:latin typeface="Trebuchet MS"/>
                <a:cs typeface="Trebuchet MS"/>
              </a:rPr>
              <a:t>tell</a:t>
            </a:r>
            <a:r>
              <a:rPr sz="2400" spc="-4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0" dirty="0">
                <a:solidFill>
                  <a:srgbClr val="093B70"/>
                </a:solidFill>
                <a:latin typeface="Trebuchet MS"/>
                <a:cs typeface="Trebuchet MS"/>
              </a:rPr>
              <a:t>people</a:t>
            </a:r>
            <a:r>
              <a:rPr sz="2400" spc="-55" dirty="0">
                <a:solidFill>
                  <a:srgbClr val="093B70"/>
                </a:solidFill>
                <a:latin typeface="Trebuchet MS"/>
                <a:cs typeface="Trebuchet MS"/>
              </a:rPr>
              <a:t> what 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to</a:t>
            </a:r>
            <a:r>
              <a:rPr sz="2400" spc="-16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do</a:t>
            </a:r>
            <a:r>
              <a:rPr sz="2400" spc="-16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60" dirty="0">
                <a:solidFill>
                  <a:srgbClr val="093B70"/>
                </a:solidFill>
                <a:latin typeface="Trebuchet MS"/>
                <a:cs typeface="Trebuchet MS"/>
              </a:rPr>
              <a:t>and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to</a:t>
            </a:r>
            <a:r>
              <a:rPr sz="2400" spc="-11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40" dirty="0">
                <a:solidFill>
                  <a:srgbClr val="093B70"/>
                </a:solidFill>
                <a:latin typeface="Trebuchet MS"/>
                <a:cs typeface="Trebuchet MS"/>
              </a:rPr>
              <a:t>expect</a:t>
            </a:r>
            <a:r>
              <a:rPr sz="2400" spc="-7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50" dirty="0">
                <a:solidFill>
                  <a:srgbClr val="093B70"/>
                </a:solidFill>
                <a:latin typeface="Trebuchet MS"/>
                <a:cs typeface="Trebuchet MS"/>
              </a:rPr>
              <a:t>them</a:t>
            </a:r>
            <a:r>
              <a:rPr sz="2400" spc="-6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to</a:t>
            </a:r>
            <a:r>
              <a:rPr sz="2400" spc="-11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do</a:t>
            </a:r>
            <a:r>
              <a:rPr sz="2400" spc="-10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it.</a:t>
            </a:r>
            <a:endParaRPr sz="2400">
              <a:latin typeface="Trebuchet MS"/>
              <a:cs typeface="Trebuchet MS"/>
            </a:endParaRPr>
          </a:p>
          <a:p>
            <a:pPr marL="779780" marR="6985" indent="-34290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779780" algn="l"/>
              </a:tabLst>
            </a:pP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Line</a:t>
            </a:r>
            <a:r>
              <a:rPr sz="2400" b="1" spc="-10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b="1" spc="-35" dirty="0">
                <a:solidFill>
                  <a:srgbClr val="093B70"/>
                </a:solidFill>
                <a:latin typeface="Trebuchet MS"/>
                <a:cs typeface="Trebuchet MS"/>
              </a:rPr>
              <a:t>authority</a:t>
            </a:r>
            <a:r>
              <a:rPr sz="2400" spc="-35" dirty="0">
                <a:solidFill>
                  <a:srgbClr val="093B70"/>
                </a:solidFill>
                <a:latin typeface="Trebuchet MS"/>
                <a:cs typeface="Trebuchet MS"/>
              </a:rPr>
              <a:t>:</a:t>
            </a:r>
            <a:r>
              <a:rPr sz="2400" spc="-15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093B70"/>
                </a:solidFill>
                <a:latin typeface="Trebuchet MS"/>
                <a:cs typeface="Trebuchet MS"/>
              </a:rPr>
              <a:t>authority</a:t>
            </a:r>
            <a:r>
              <a:rPr sz="2400" spc="-1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14" dirty="0">
                <a:solidFill>
                  <a:srgbClr val="093B70"/>
                </a:solidFill>
                <a:latin typeface="Trebuchet MS"/>
                <a:cs typeface="Trebuchet MS"/>
              </a:rPr>
              <a:t>that</a:t>
            </a:r>
            <a:r>
              <a:rPr sz="2400" spc="-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25" dirty="0">
                <a:solidFill>
                  <a:srgbClr val="093B70"/>
                </a:solidFill>
                <a:latin typeface="Trebuchet MS"/>
                <a:cs typeface="Trebuchet MS"/>
              </a:rPr>
              <a:t>entitles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a</a:t>
            </a:r>
            <a:r>
              <a:rPr sz="2400" spc="-1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35" dirty="0">
                <a:solidFill>
                  <a:srgbClr val="093B70"/>
                </a:solidFill>
                <a:latin typeface="Trebuchet MS"/>
                <a:cs typeface="Trebuchet MS"/>
              </a:rPr>
              <a:t>manager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to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0" dirty="0">
                <a:solidFill>
                  <a:srgbClr val="093B70"/>
                </a:solidFill>
                <a:latin typeface="Trebuchet MS"/>
                <a:cs typeface="Trebuchet MS"/>
              </a:rPr>
              <a:t>direct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45" dirty="0">
                <a:solidFill>
                  <a:srgbClr val="093B70"/>
                </a:solidFill>
                <a:latin typeface="Trebuchet MS"/>
                <a:cs typeface="Trebuchet MS"/>
              </a:rPr>
              <a:t>the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work</a:t>
            </a:r>
            <a:r>
              <a:rPr sz="2400" spc="-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of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093B70"/>
                </a:solidFill>
                <a:latin typeface="Trebuchet MS"/>
                <a:cs typeface="Trebuchet MS"/>
              </a:rPr>
              <a:t>an </a:t>
            </a:r>
            <a:r>
              <a:rPr sz="2400" spc="-65" dirty="0">
                <a:solidFill>
                  <a:srgbClr val="093B70"/>
                </a:solidFill>
                <a:latin typeface="Trebuchet MS"/>
                <a:cs typeface="Trebuchet MS"/>
              </a:rPr>
              <a:t>employee.</a:t>
            </a:r>
            <a:endParaRPr sz="2400">
              <a:latin typeface="Trebuchet MS"/>
              <a:cs typeface="Trebuchet MS"/>
            </a:endParaRPr>
          </a:p>
          <a:p>
            <a:pPr marL="779780" marR="6350" indent="-34290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779780" algn="l"/>
              </a:tabLst>
            </a:pP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Staff</a:t>
            </a:r>
            <a:r>
              <a:rPr sz="2400" b="1" spc="-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b="1" spc="-25" dirty="0">
                <a:solidFill>
                  <a:srgbClr val="093B70"/>
                </a:solidFill>
                <a:latin typeface="Trebuchet MS"/>
                <a:cs typeface="Trebuchet MS"/>
              </a:rPr>
              <a:t>authority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:</a:t>
            </a:r>
            <a:r>
              <a:rPr sz="2400" spc="-15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55" dirty="0">
                <a:solidFill>
                  <a:srgbClr val="093B70"/>
                </a:solidFill>
                <a:latin typeface="Trebuchet MS"/>
                <a:cs typeface="Trebuchet MS"/>
              </a:rPr>
              <a:t>positions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45" dirty="0">
                <a:solidFill>
                  <a:srgbClr val="093B70"/>
                </a:solidFill>
                <a:latin typeface="Trebuchet MS"/>
                <a:cs typeface="Trebuchet MS"/>
              </a:rPr>
              <a:t>with</a:t>
            </a:r>
            <a:r>
              <a:rPr sz="2400" spc="-1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some </a:t>
            </a:r>
            <a:r>
              <a:rPr sz="2400" spc="-80" dirty="0">
                <a:solidFill>
                  <a:srgbClr val="093B70"/>
                </a:solidFill>
                <a:latin typeface="Trebuchet MS"/>
                <a:cs typeface="Trebuchet MS"/>
              </a:rPr>
              <a:t>authority</a:t>
            </a:r>
            <a:r>
              <a:rPr sz="2400" spc="-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093B70"/>
                </a:solidFill>
                <a:latin typeface="Trebuchet MS"/>
                <a:cs typeface="Trebuchet MS"/>
              </a:rPr>
              <a:t>that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20" dirty="0">
                <a:solidFill>
                  <a:srgbClr val="093B70"/>
                </a:solidFill>
                <a:latin typeface="Trebuchet MS"/>
                <a:cs typeface="Trebuchet MS"/>
              </a:rPr>
              <a:t>have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65" dirty="0">
                <a:solidFill>
                  <a:srgbClr val="093B70"/>
                </a:solidFill>
                <a:latin typeface="Trebuchet MS"/>
                <a:cs typeface="Trebuchet MS"/>
              </a:rPr>
              <a:t>been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5" dirty="0">
                <a:solidFill>
                  <a:srgbClr val="093B70"/>
                </a:solidFill>
                <a:latin typeface="Trebuchet MS"/>
                <a:cs typeface="Trebuchet MS"/>
              </a:rPr>
              <a:t>created</a:t>
            </a:r>
            <a:r>
              <a:rPr sz="2400" spc="-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to </a:t>
            </a:r>
            <a:r>
              <a:rPr sz="2400" spc="-120" dirty="0">
                <a:solidFill>
                  <a:srgbClr val="093B70"/>
                </a:solidFill>
                <a:latin typeface="Trebuchet MS"/>
                <a:cs typeface="Trebuchet MS"/>
              </a:rPr>
              <a:t>support,</a:t>
            </a:r>
            <a:r>
              <a:rPr sz="2400" spc="-28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65" dirty="0">
                <a:solidFill>
                  <a:srgbClr val="093B70"/>
                </a:solidFill>
                <a:latin typeface="Trebuchet MS"/>
                <a:cs typeface="Trebuchet MS"/>
              </a:rPr>
              <a:t>assist,</a:t>
            </a:r>
            <a:r>
              <a:rPr sz="2400" spc="-28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60" dirty="0">
                <a:solidFill>
                  <a:srgbClr val="093B70"/>
                </a:solidFill>
                <a:latin typeface="Trebuchet MS"/>
                <a:cs typeface="Trebuchet MS"/>
              </a:rPr>
              <a:t>and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093B70"/>
                </a:solidFill>
                <a:latin typeface="Trebuchet MS"/>
                <a:cs typeface="Trebuchet MS"/>
              </a:rPr>
              <a:t>advise</a:t>
            </a:r>
            <a:r>
              <a:rPr sz="2400" spc="-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093B70"/>
                </a:solidFill>
                <a:latin typeface="Trebuchet MS"/>
                <a:cs typeface="Trebuchet MS"/>
              </a:rPr>
              <a:t>those</a:t>
            </a:r>
            <a:r>
              <a:rPr sz="2400" spc="-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30" dirty="0">
                <a:solidFill>
                  <a:srgbClr val="093B70"/>
                </a:solidFill>
                <a:latin typeface="Trebuchet MS"/>
                <a:cs typeface="Trebuchet MS"/>
              </a:rPr>
              <a:t>holding</a:t>
            </a:r>
            <a:r>
              <a:rPr sz="2400" spc="-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70" dirty="0">
                <a:solidFill>
                  <a:srgbClr val="093B70"/>
                </a:solidFill>
                <a:latin typeface="Trebuchet MS"/>
                <a:cs typeface="Trebuchet MS"/>
              </a:rPr>
              <a:t>line</a:t>
            </a:r>
            <a:r>
              <a:rPr sz="2400" spc="-4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45" dirty="0">
                <a:solidFill>
                  <a:srgbClr val="093B70"/>
                </a:solidFill>
                <a:latin typeface="Trebuchet MS"/>
                <a:cs typeface="Trebuchet MS"/>
              </a:rPr>
              <a:t>authority.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160" dirty="0"/>
              <a:t>CHAIN</a:t>
            </a:r>
            <a:r>
              <a:rPr sz="3200" spc="375" dirty="0"/>
              <a:t> </a:t>
            </a:r>
            <a:r>
              <a:rPr sz="3200" spc="100" dirty="0"/>
              <a:t>OF</a:t>
            </a:r>
            <a:r>
              <a:rPr sz="3200" spc="380" dirty="0"/>
              <a:t> </a:t>
            </a:r>
            <a:r>
              <a:rPr sz="3200" spc="160" dirty="0"/>
              <a:t>COMMAND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2772" y="1170432"/>
            <a:ext cx="10672572" cy="451713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944354" y="6463101"/>
            <a:ext cx="1299845" cy="1917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10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35"/>
              </a:lnSpc>
            </a:pPr>
            <a:r>
              <a:rPr spc="-25" dirty="0"/>
              <a:t>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160" dirty="0"/>
              <a:t>CHAIN</a:t>
            </a:r>
            <a:r>
              <a:rPr sz="3200" spc="375" dirty="0"/>
              <a:t> </a:t>
            </a:r>
            <a:r>
              <a:rPr sz="3200" spc="100" dirty="0"/>
              <a:t>OF</a:t>
            </a:r>
            <a:r>
              <a:rPr sz="3200" spc="380" dirty="0"/>
              <a:t> </a:t>
            </a:r>
            <a:r>
              <a:rPr sz="3200" spc="160" dirty="0"/>
              <a:t>COMMAND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51048" y="1152144"/>
            <a:ext cx="6437376" cy="455371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944354" y="6463101"/>
            <a:ext cx="1299845" cy="1917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10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35"/>
              </a:lnSpc>
            </a:pPr>
            <a:r>
              <a:rPr spc="-25" dirty="0"/>
              <a:t>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09150" y="6391655"/>
            <a:ext cx="1830197" cy="36086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sz="3200" spc="160" dirty="0"/>
              <a:t>CHAIN</a:t>
            </a:r>
            <a:r>
              <a:rPr sz="3200" spc="375" dirty="0"/>
              <a:t> </a:t>
            </a:r>
            <a:r>
              <a:rPr sz="3200" spc="100" dirty="0"/>
              <a:t>OF</a:t>
            </a:r>
            <a:r>
              <a:rPr sz="3200" spc="380" dirty="0"/>
              <a:t> </a:t>
            </a:r>
            <a:r>
              <a:rPr sz="3200" spc="160" dirty="0"/>
              <a:t>COMMAND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810564" y="1957578"/>
            <a:ext cx="5655945" cy="2891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060" marR="5080" indent="-340995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Responsibility</a:t>
            </a:r>
            <a:r>
              <a:rPr sz="2400" b="1" spc="290" dirty="0">
                <a:solidFill>
                  <a:srgbClr val="093B70"/>
                </a:solidFill>
                <a:latin typeface="Trebuchet MS"/>
                <a:cs typeface="Trebuchet MS"/>
              </a:rPr>
              <a:t>  </a:t>
            </a:r>
            <a:r>
              <a:rPr sz="2400" spc="310" dirty="0">
                <a:solidFill>
                  <a:srgbClr val="093B70"/>
                </a:solidFill>
                <a:latin typeface="Trebuchet MS"/>
                <a:cs typeface="Trebuchet MS"/>
              </a:rPr>
              <a:t>–</a:t>
            </a:r>
            <a:r>
              <a:rPr sz="2400" spc="290" dirty="0">
                <a:solidFill>
                  <a:srgbClr val="093B70"/>
                </a:solidFill>
                <a:latin typeface="Trebuchet MS"/>
                <a:cs typeface="Trebuchet MS"/>
              </a:rPr>
              <a:t> 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the</a:t>
            </a:r>
            <a:r>
              <a:rPr sz="2400" spc="285" dirty="0">
                <a:solidFill>
                  <a:srgbClr val="093B70"/>
                </a:solidFill>
                <a:latin typeface="Trebuchet MS"/>
                <a:cs typeface="Trebuchet MS"/>
              </a:rPr>
              <a:t> 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obligation</a:t>
            </a:r>
            <a:r>
              <a:rPr sz="2400" spc="290" dirty="0">
                <a:solidFill>
                  <a:srgbClr val="093B70"/>
                </a:solidFill>
                <a:latin typeface="Trebuchet MS"/>
                <a:cs typeface="Trebuchet MS"/>
              </a:rPr>
              <a:t>  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or 	</a:t>
            </a:r>
            <a:r>
              <a:rPr sz="2400" spc="-80" dirty="0">
                <a:solidFill>
                  <a:srgbClr val="093B70"/>
                </a:solidFill>
                <a:latin typeface="Trebuchet MS"/>
                <a:cs typeface="Trebuchet MS"/>
              </a:rPr>
              <a:t>expectation</a:t>
            </a:r>
            <a:r>
              <a:rPr sz="2400" spc="15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to</a:t>
            </a:r>
            <a:r>
              <a:rPr sz="2400" spc="15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95" dirty="0">
                <a:solidFill>
                  <a:srgbClr val="093B70"/>
                </a:solidFill>
                <a:latin typeface="Trebuchet MS"/>
                <a:cs typeface="Trebuchet MS"/>
              </a:rPr>
              <a:t>perform.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It</a:t>
            </a:r>
            <a:r>
              <a:rPr sz="2400" spc="15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goes</a:t>
            </a:r>
            <a:r>
              <a:rPr sz="2400" spc="14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50" dirty="0">
                <a:solidFill>
                  <a:srgbClr val="093B70"/>
                </a:solidFill>
                <a:latin typeface="Trebuchet MS"/>
                <a:cs typeface="Trebuchet MS"/>
              </a:rPr>
              <a:t>hand-</a:t>
            </a:r>
            <a:r>
              <a:rPr sz="2400" spc="-85" dirty="0">
                <a:solidFill>
                  <a:srgbClr val="093B70"/>
                </a:solidFill>
                <a:latin typeface="Trebuchet MS"/>
                <a:cs typeface="Trebuchet MS"/>
              </a:rPr>
              <a:t>in- 	</a:t>
            </a:r>
            <a:r>
              <a:rPr sz="2400" spc="-165" dirty="0">
                <a:solidFill>
                  <a:srgbClr val="093B70"/>
                </a:solidFill>
                <a:latin typeface="Trebuchet MS"/>
                <a:cs typeface="Trebuchet MS"/>
              </a:rPr>
              <a:t>hand</a:t>
            </a:r>
            <a:r>
              <a:rPr sz="2400" spc="-4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25" dirty="0">
                <a:solidFill>
                  <a:srgbClr val="093B70"/>
                </a:solidFill>
                <a:latin typeface="Trebuchet MS"/>
                <a:cs typeface="Trebuchet MS"/>
              </a:rPr>
              <a:t>with</a:t>
            </a:r>
            <a:r>
              <a:rPr sz="2400" spc="-5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65" dirty="0">
                <a:solidFill>
                  <a:srgbClr val="093B70"/>
                </a:solidFill>
                <a:latin typeface="Trebuchet MS"/>
                <a:cs typeface="Trebuchet MS"/>
              </a:rPr>
              <a:t>authority.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495"/>
              </a:spcBef>
              <a:buClr>
                <a:srgbClr val="093B70"/>
              </a:buClr>
              <a:buFont typeface="Arial MT"/>
              <a:buChar char="•"/>
            </a:pPr>
            <a:endParaRPr sz="2400">
              <a:latin typeface="Trebuchet MS"/>
              <a:cs typeface="Trebuchet MS"/>
            </a:endParaRPr>
          </a:p>
          <a:p>
            <a:pPr marL="353060" marR="6985" indent="-340995" algn="just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Unity</a:t>
            </a:r>
            <a:r>
              <a:rPr sz="2400" b="1" spc="28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of</a:t>
            </a:r>
            <a:r>
              <a:rPr sz="2400" b="1" spc="27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b="1" spc="55" dirty="0">
                <a:solidFill>
                  <a:srgbClr val="093B70"/>
                </a:solidFill>
                <a:latin typeface="Trebuchet MS"/>
                <a:cs typeface="Trebuchet MS"/>
              </a:rPr>
              <a:t>command</a:t>
            </a:r>
            <a:r>
              <a:rPr sz="2400" b="1" spc="27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310" dirty="0">
                <a:solidFill>
                  <a:srgbClr val="093B70"/>
                </a:solidFill>
                <a:latin typeface="Trebuchet MS"/>
                <a:cs typeface="Trebuchet MS"/>
              </a:rPr>
              <a:t>–</a:t>
            </a:r>
            <a:r>
              <a:rPr sz="2400" spc="28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the</a:t>
            </a:r>
            <a:r>
              <a:rPr sz="2400" spc="29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60" dirty="0">
                <a:solidFill>
                  <a:srgbClr val="093B70"/>
                </a:solidFill>
                <a:latin typeface="Trebuchet MS"/>
                <a:cs typeface="Trebuchet MS"/>
              </a:rPr>
              <a:t>management 	</a:t>
            </a:r>
            <a:r>
              <a:rPr sz="2400" spc="-135" dirty="0">
                <a:solidFill>
                  <a:srgbClr val="093B70"/>
                </a:solidFill>
                <a:latin typeface="Trebuchet MS"/>
                <a:cs typeface="Trebuchet MS"/>
              </a:rPr>
              <a:t>principle</a:t>
            </a:r>
            <a:r>
              <a:rPr sz="2400" spc="-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60" dirty="0">
                <a:solidFill>
                  <a:srgbClr val="093B70"/>
                </a:solidFill>
                <a:latin typeface="Trebuchet MS"/>
                <a:cs typeface="Trebuchet MS"/>
              </a:rPr>
              <a:t>that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each</a:t>
            </a:r>
            <a:r>
              <a:rPr sz="2400" b="1" spc="-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person</a:t>
            </a:r>
            <a:r>
              <a:rPr sz="2400" b="1" spc="-2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75" dirty="0">
                <a:solidFill>
                  <a:srgbClr val="093B70"/>
                </a:solidFill>
                <a:latin typeface="Trebuchet MS"/>
                <a:cs typeface="Trebuchet MS"/>
              </a:rPr>
              <a:t>should</a:t>
            </a:r>
            <a:r>
              <a:rPr sz="2400" spc="-4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40" dirty="0">
                <a:solidFill>
                  <a:srgbClr val="093B70"/>
                </a:solidFill>
                <a:latin typeface="Trebuchet MS"/>
                <a:cs typeface="Trebuchet MS"/>
              </a:rPr>
              <a:t>report 	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to</a:t>
            </a:r>
            <a:r>
              <a:rPr sz="2400" spc="-14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10" dirty="0">
                <a:solidFill>
                  <a:srgbClr val="093B70"/>
                </a:solidFill>
                <a:latin typeface="Trebuchet MS"/>
                <a:cs typeface="Trebuchet MS"/>
              </a:rPr>
              <a:t>only</a:t>
            </a:r>
            <a:r>
              <a:rPr sz="2400" spc="-7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one</a:t>
            </a:r>
            <a:r>
              <a:rPr sz="2400" b="1" spc="-11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b="1" spc="-10" dirty="0">
                <a:solidFill>
                  <a:srgbClr val="093B70"/>
                </a:solidFill>
                <a:latin typeface="Trebuchet MS"/>
                <a:cs typeface="Trebuchet MS"/>
              </a:rPr>
              <a:t>manager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25028" y="1845564"/>
            <a:ext cx="2819400" cy="316687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944354" y="6463101"/>
            <a:ext cx="1299845" cy="1917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10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35"/>
              </a:lnSpc>
            </a:pPr>
            <a:r>
              <a:rPr spc="-25" dirty="0"/>
              <a:t>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09150" y="6391655"/>
            <a:ext cx="1830197" cy="36086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150" dirty="0"/>
              <a:t>SPAN</a:t>
            </a:r>
            <a:r>
              <a:rPr sz="3200" spc="380" dirty="0"/>
              <a:t> </a:t>
            </a:r>
            <a:r>
              <a:rPr sz="3200" spc="100" dirty="0"/>
              <a:t>OF</a:t>
            </a:r>
            <a:r>
              <a:rPr sz="3200" spc="375" dirty="0"/>
              <a:t> </a:t>
            </a:r>
            <a:r>
              <a:rPr sz="3200" spc="155" dirty="0"/>
              <a:t>CONTROL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1148892" y="1301241"/>
            <a:ext cx="1002220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883919" algn="l"/>
                <a:tab pos="1327785" algn="l"/>
                <a:tab pos="2524125" algn="l"/>
                <a:tab pos="2846070" algn="l"/>
                <a:tab pos="3415665" algn="l"/>
                <a:tab pos="4540885" algn="l"/>
                <a:tab pos="4955540" algn="l"/>
                <a:tab pos="6424930" algn="l"/>
                <a:tab pos="7133590" algn="l"/>
                <a:tab pos="7718425" algn="l"/>
                <a:tab pos="8186420" algn="l"/>
                <a:tab pos="9570720" algn="l"/>
              </a:tabLst>
            </a:pPr>
            <a:r>
              <a:rPr sz="2400" b="1" spc="-20" dirty="0">
                <a:solidFill>
                  <a:srgbClr val="093B70"/>
                </a:solidFill>
                <a:latin typeface="Trebuchet MS"/>
                <a:cs typeface="Trebuchet MS"/>
              </a:rPr>
              <a:t>Span</a:t>
            </a: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b="1" spc="-25" dirty="0">
                <a:solidFill>
                  <a:srgbClr val="093B70"/>
                </a:solidFill>
                <a:latin typeface="Trebuchet MS"/>
                <a:cs typeface="Trebuchet MS"/>
              </a:rPr>
              <a:t>of</a:t>
            </a: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b="1" spc="-10" dirty="0">
                <a:solidFill>
                  <a:srgbClr val="093B70"/>
                </a:solidFill>
                <a:latin typeface="Trebuchet MS"/>
                <a:cs typeface="Trebuchet MS"/>
              </a:rPr>
              <a:t>control</a:t>
            </a: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260" dirty="0">
                <a:solidFill>
                  <a:srgbClr val="093B70"/>
                </a:solidFill>
                <a:latin typeface="Trebuchet MS"/>
                <a:cs typeface="Trebuchet MS"/>
              </a:rPr>
              <a:t>–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the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number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of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employees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who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can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be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75" dirty="0">
                <a:solidFill>
                  <a:srgbClr val="093B70"/>
                </a:solidFill>
                <a:latin typeface="Trebuchet MS"/>
                <a:cs typeface="Trebuchet MS"/>
              </a:rPr>
              <a:t>effectively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175" dirty="0">
                <a:solidFill>
                  <a:srgbClr val="093B70"/>
                </a:solidFill>
                <a:latin typeface="Trebuchet MS"/>
                <a:cs typeface="Trebuchet MS"/>
              </a:rPr>
              <a:t>and </a:t>
            </a:r>
            <a:r>
              <a:rPr sz="2400" spc="-190" dirty="0">
                <a:solidFill>
                  <a:srgbClr val="093B70"/>
                </a:solidFill>
                <a:latin typeface="Trebuchet MS"/>
                <a:cs typeface="Trebuchet MS"/>
              </a:rPr>
              <a:t>efficiently</a:t>
            </a:r>
            <a:r>
              <a:rPr sz="2400" spc="-4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10" dirty="0">
                <a:solidFill>
                  <a:srgbClr val="093B70"/>
                </a:solidFill>
                <a:latin typeface="Trebuchet MS"/>
                <a:cs typeface="Trebuchet MS"/>
              </a:rPr>
              <a:t>supervised</a:t>
            </a:r>
            <a:r>
              <a:rPr sz="2400" spc="-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60" dirty="0">
                <a:solidFill>
                  <a:srgbClr val="093B70"/>
                </a:solidFill>
                <a:latin typeface="Trebuchet MS"/>
                <a:cs typeface="Trebuchet MS"/>
              </a:rPr>
              <a:t>by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40" dirty="0">
                <a:solidFill>
                  <a:srgbClr val="093B70"/>
                </a:solidFill>
                <a:latin typeface="Trebuchet MS"/>
                <a:cs typeface="Trebuchet MS"/>
              </a:rPr>
              <a:t>a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85" dirty="0">
                <a:solidFill>
                  <a:srgbClr val="093B70"/>
                </a:solidFill>
                <a:latin typeface="Trebuchet MS"/>
                <a:cs typeface="Trebuchet MS"/>
              </a:rPr>
              <a:t>manager.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55440" y="2988945"/>
            <a:ext cx="701484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180" dirty="0">
                <a:solidFill>
                  <a:srgbClr val="093B70"/>
                </a:solidFill>
                <a:latin typeface="Trebuchet MS"/>
                <a:cs typeface="Trebuchet MS"/>
              </a:rPr>
              <a:t>A</a:t>
            </a:r>
            <a:r>
              <a:rPr sz="2400" spc="37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firm</a:t>
            </a:r>
            <a:r>
              <a:rPr sz="2400" spc="37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with</a:t>
            </a:r>
            <a:r>
              <a:rPr sz="2400" spc="37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around</a:t>
            </a:r>
            <a:r>
              <a:rPr sz="2400" spc="37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4,000</a:t>
            </a:r>
            <a:r>
              <a:rPr sz="2400" spc="37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0" dirty="0">
                <a:solidFill>
                  <a:srgbClr val="093B70"/>
                </a:solidFill>
                <a:latin typeface="Trebuchet MS"/>
                <a:cs typeface="Trebuchet MS"/>
              </a:rPr>
              <a:t>employee:</a:t>
            </a:r>
            <a:r>
              <a:rPr sz="2400" spc="21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with</a:t>
            </a:r>
            <a:r>
              <a:rPr sz="2400" spc="37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span</a:t>
            </a:r>
            <a:r>
              <a:rPr sz="2400" spc="37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093B70"/>
                </a:solidFill>
                <a:latin typeface="Trebuchet MS"/>
                <a:cs typeface="Trebuchet MS"/>
              </a:rPr>
              <a:t>of 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control</a:t>
            </a:r>
            <a:r>
              <a:rPr sz="2400" spc="-9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of 8</a:t>
            </a:r>
            <a:r>
              <a:rPr sz="2400" spc="2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and</a:t>
            </a:r>
            <a:r>
              <a:rPr sz="2400" spc="1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40" dirty="0">
                <a:solidFill>
                  <a:srgbClr val="093B70"/>
                </a:solidFill>
                <a:latin typeface="Trebuchet MS"/>
                <a:cs typeface="Trebuchet MS"/>
              </a:rPr>
              <a:t>4,</a:t>
            </a:r>
            <a:r>
              <a:rPr sz="2400" spc="-4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how</a:t>
            </a:r>
            <a:r>
              <a:rPr sz="2400" spc="2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many</a:t>
            </a:r>
            <a:r>
              <a:rPr sz="2400" spc="1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95" dirty="0">
                <a:solidFill>
                  <a:srgbClr val="093B70"/>
                </a:solidFill>
                <a:latin typeface="Trebuchet MS"/>
                <a:cs typeface="Trebuchet MS"/>
              </a:rPr>
              <a:t>managers</a:t>
            </a:r>
            <a:r>
              <a:rPr sz="2400" spc="2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and</a:t>
            </a:r>
            <a:r>
              <a:rPr sz="2400" spc="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95" dirty="0">
                <a:solidFill>
                  <a:srgbClr val="093B70"/>
                </a:solidFill>
                <a:latin typeface="Trebuchet MS"/>
                <a:cs typeface="Trebuchet MS"/>
              </a:rPr>
              <a:t>levels</a:t>
            </a:r>
            <a:r>
              <a:rPr sz="2400" spc="1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45" dirty="0">
                <a:solidFill>
                  <a:srgbClr val="093B70"/>
                </a:solidFill>
                <a:latin typeface="Trebuchet MS"/>
                <a:cs typeface="Trebuchet MS"/>
              </a:rPr>
              <a:t>of </a:t>
            </a:r>
            <a:r>
              <a:rPr sz="2400" spc="-175" dirty="0">
                <a:solidFill>
                  <a:srgbClr val="093B70"/>
                </a:solidFill>
                <a:latin typeface="Trebuchet MS"/>
                <a:cs typeface="Trebuchet MS"/>
              </a:rPr>
              <a:t>management</a:t>
            </a:r>
            <a:r>
              <a:rPr sz="2400" spc="-1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60" dirty="0">
                <a:solidFill>
                  <a:srgbClr val="093B70"/>
                </a:solidFill>
                <a:latin typeface="Trebuchet MS"/>
                <a:cs typeface="Trebuchet MS"/>
              </a:rPr>
              <a:t>are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there?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2751" y="3148583"/>
            <a:ext cx="2945892" cy="92506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944354" y="6463101"/>
            <a:ext cx="1299845" cy="1917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14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610468" y="6416476"/>
            <a:ext cx="254000" cy="29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5"/>
              </a:lnSpc>
            </a:pP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18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09150" y="6391655"/>
            <a:ext cx="1830197" cy="36086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90" dirty="0"/>
              <a:t>SPAN</a:t>
            </a:r>
            <a:r>
              <a:rPr sz="3200" spc="385" dirty="0"/>
              <a:t> </a:t>
            </a:r>
            <a:r>
              <a:rPr sz="3200" spc="100" dirty="0"/>
              <a:t>OF</a:t>
            </a:r>
            <a:r>
              <a:rPr sz="3200" spc="375" dirty="0"/>
              <a:t> </a:t>
            </a:r>
            <a:r>
              <a:rPr sz="3200" spc="160" dirty="0"/>
              <a:t>CONTROL</a:t>
            </a:r>
            <a:endParaRPr sz="3200"/>
          </a:p>
        </p:txBody>
      </p:sp>
      <p:grpSp>
        <p:nvGrpSpPr>
          <p:cNvPr id="4" name="object 4"/>
          <p:cNvGrpSpPr/>
          <p:nvPr/>
        </p:nvGrpSpPr>
        <p:grpSpPr>
          <a:xfrm>
            <a:off x="3835908" y="1085088"/>
            <a:ext cx="6762115" cy="4509770"/>
            <a:chOff x="3835908" y="1085088"/>
            <a:chExt cx="6762115" cy="450977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77384" y="1085088"/>
              <a:ext cx="2945891" cy="92659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837432" y="3006852"/>
              <a:ext cx="2946400" cy="2580640"/>
            </a:xfrm>
            <a:custGeom>
              <a:avLst/>
              <a:gdLst/>
              <a:ahLst/>
              <a:cxnLst/>
              <a:rect l="l" t="t" r="r" b="b"/>
              <a:pathLst>
                <a:path w="2946400" h="2580640">
                  <a:moveTo>
                    <a:pt x="1472945" y="0"/>
                  </a:moveTo>
                  <a:lnTo>
                    <a:pt x="0" y="2580132"/>
                  </a:lnTo>
                  <a:lnTo>
                    <a:pt x="2945891" y="2580132"/>
                  </a:lnTo>
                  <a:lnTo>
                    <a:pt x="1472945" y="0"/>
                  </a:lnTo>
                  <a:close/>
                </a:path>
              </a:pathLst>
            </a:custGeom>
            <a:solidFill>
              <a:srgbClr val="EAF5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35908" y="3005327"/>
              <a:ext cx="2948940" cy="2589530"/>
            </a:xfrm>
            <a:custGeom>
              <a:avLst/>
              <a:gdLst/>
              <a:ahLst/>
              <a:cxnLst/>
              <a:rect l="l" t="t" r="r" b="b"/>
              <a:pathLst>
                <a:path w="2948940" h="2589529">
                  <a:moveTo>
                    <a:pt x="1467133" y="12853"/>
                  </a:moveTo>
                  <a:lnTo>
                    <a:pt x="3658" y="2576770"/>
                  </a:lnTo>
                  <a:lnTo>
                    <a:pt x="11049" y="2589479"/>
                  </a:lnTo>
                  <a:lnTo>
                    <a:pt x="1474469" y="25706"/>
                  </a:lnTo>
                  <a:lnTo>
                    <a:pt x="1467133" y="12853"/>
                  </a:lnTo>
                  <a:close/>
                </a:path>
                <a:path w="2948940" h="2589529">
                  <a:moveTo>
                    <a:pt x="1481806" y="12853"/>
                  </a:moveTo>
                  <a:lnTo>
                    <a:pt x="1474470" y="25706"/>
                  </a:lnTo>
                  <a:lnTo>
                    <a:pt x="2937891" y="2589479"/>
                  </a:lnTo>
                  <a:lnTo>
                    <a:pt x="2945281" y="2576770"/>
                  </a:lnTo>
                  <a:lnTo>
                    <a:pt x="1481806" y="12853"/>
                  </a:lnTo>
                  <a:close/>
                </a:path>
                <a:path w="2948940" h="2589529">
                  <a:moveTo>
                    <a:pt x="3658" y="2576770"/>
                  </a:moveTo>
                  <a:lnTo>
                    <a:pt x="0" y="2583180"/>
                  </a:lnTo>
                  <a:lnTo>
                    <a:pt x="7385" y="2583180"/>
                  </a:lnTo>
                  <a:lnTo>
                    <a:pt x="3658" y="2576770"/>
                  </a:lnTo>
                  <a:close/>
                </a:path>
                <a:path w="2948940" h="2589529">
                  <a:moveTo>
                    <a:pt x="2927046" y="2570480"/>
                  </a:moveTo>
                  <a:lnTo>
                    <a:pt x="21893" y="2570480"/>
                  </a:lnTo>
                  <a:lnTo>
                    <a:pt x="14644" y="2583180"/>
                  </a:lnTo>
                  <a:lnTo>
                    <a:pt x="2934295" y="2583180"/>
                  </a:lnTo>
                  <a:lnTo>
                    <a:pt x="2927046" y="2570480"/>
                  </a:lnTo>
                  <a:close/>
                </a:path>
                <a:path w="2948940" h="2589529">
                  <a:moveTo>
                    <a:pt x="2945281" y="2576770"/>
                  </a:moveTo>
                  <a:lnTo>
                    <a:pt x="2941554" y="2583180"/>
                  </a:lnTo>
                  <a:lnTo>
                    <a:pt x="2948940" y="2583180"/>
                  </a:lnTo>
                  <a:lnTo>
                    <a:pt x="2945281" y="2576770"/>
                  </a:lnTo>
                  <a:close/>
                </a:path>
                <a:path w="2948940" h="2589529">
                  <a:moveTo>
                    <a:pt x="7249" y="2570480"/>
                  </a:moveTo>
                  <a:lnTo>
                    <a:pt x="0" y="2570480"/>
                  </a:lnTo>
                  <a:lnTo>
                    <a:pt x="3658" y="2576770"/>
                  </a:lnTo>
                  <a:lnTo>
                    <a:pt x="7249" y="2570480"/>
                  </a:lnTo>
                  <a:close/>
                </a:path>
                <a:path w="2948940" h="2589529">
                  <a:moveTo>
                    <a:pt x="2948940" y="2570480"/>
                  </a:moveTo>
                  <a:lnTo>
                    <a:pt x="2941690" y="2570480"/>
                  </a:lnTo>
                  <a:lnTo>
                    <a:pt x="2945281" y="2576770"/>
                  </a:lnTo>
                  <a:lnTo>
                    <a:pt x="2948940" y="2570480"/>
                  </a:lnTo>
                  <a:close/>
                </a:path>
                <a:path w="2948940" h="2589529">
                  <a:moveTo>
                    <a:pt x="1474469" y="0"/>
                  </a:moveTo>
                  <a:lnTo>
                    <a:pt x="1467133" y="12853"/>
                  </a:lnTo>
                  <a:lnTo>
                    <a:pt x="1474470" y="25706"/>
                  </a:lnTo>
                  <a:lnTo>
                    <a:pt x="1481806" y="12853"/>
                  </a:lnTo>
                  <a:lnTo>
                    <a:pt x="1474469" y="0"/>
                  </a:lnTo>
                  <a:close/>
                </a:path>
                <a:path w="2948940" h="2589529">
                  <a:moveTo>
                    <a:pt x="1470845" y="6350"/>
                  </a:moveTo>
                  <a:lnTo>
                    <a:pt x="1463420" y="6350"/>
                  </a:lnTo>
                  <a:lnTo>
                    <a:pt x="1467133" y="12853"/>
                  </a:lnTo>
                  <a:lnTo>
                    <a:pt x="1470845" y="6350"/>
                  </a:lnTo>
                  <a:close/>
                </a:path>
                <a:path w="2948940" h="2589529">
                  <a:moveTo>
                    <a:pt x="1485518" y="6350"/>
                  </a:moveTo>
                  <a:lnTo>
                    <a:pt x="1478094" y="6350"/>
                  </a:lnTo>
                  <a:lnTo>
                    <a:pt x="1481806" y="12853"/>
                  </a:lnTo>
                  <a:lnTo>
                    <a:pt x="1485518" y="6350"/>
                  </a:lnTo>
                  <a:close/>
                </a:path>
              </a:pathLst>
            </a:custGeom>
            <a:solidFill>
              <a:srgbClr val="226B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648955" y="3006852"/>
              <a:ext cx="2947670" cy="2580640"/>
            </a:xfrm>
            <a:custGeom>
              <a:avLst/>
              <a:gdLst/>
              <a:ahLst/>
              <a:cxnLst/>
              <a:rect l="l" t="t" r="r" b="b"/>
              <a:pathLst>
                <a:path w="2947670" h="2580640">
                  <a:moveTo>
                    <a:pt x="1473708" y="0"/>
                  </a:moveTo>
                  <a:lnTo>
                    <a:pt x="0" y="2580132"/>
                  </a:lnTo>
                  <a:lnTo>
                    <a:pt x="2947416" y="2580132"/>
                  </a:lnTo>
                  <a:lnTo>
                    <a:pt x="1473708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647432" y="3005327"/>
              <a:ext cx="2950845" cy="2589530"/>
            </a:xfrm>
            <a:custGeom>
              <a:avLst/>
              <a:gdLst/>
              <a:ahLst/>
              <a:cxnLst/>
              <a:rect l="l" t="t" r="r" b="b"/>
              <a:pathLst>
                <a:path w="2950845" h="2589529">
                  <a:moveTo>
                    <a:pt x="1467894" y="12848"/>
                  </a:moveTo>
                  <a:lnTo>
                    <a:pt x="3659" y="2576772"/>
                  </a:lnTo>
                  <a:lnTo>
                    <a:pt x="11049" y="2589479"/>
                  </a:lnTo>
                  <a:lnTo>
                    <a:pt x="1475232" y="25696"/>
                  </a:lnTo>
                  <a:lnTo>
                    <a:pt x="1467894" y="12848"/>
                  </a:lnTo>
                  <a:close/>
                </a:path>
                <a:path w="2950845" h="2589529">
                  <a:moveTo>
                    <a:pt x="1482569" y="12848"/>
                  </a:moveTo>
                  <a:lnTo>
                    <a:pt x="1475232" y="25696"/>
                  </a:lnTo>
                  <a:lnTo>
                    <a:pt x="2939415" y="2589479"/>
                  </a:lnTo>
                  <a:lnTo>
                    <a:pt x="2946804" y="2576772"/>
                  </a:lnTo>
                  <a:lnTo>
                    <a:pt x="1482569" y="12848"/>
                  </a:lnTo>
                  <a:close/>
                </a:path>
                <a:path w="2950845" h="2589529">
                  <a:moveTo>
                    <a:pt x="3659" y="2576772"/>
                  </a:moveTo>
                  <a:lnTo>
                    <a:pt x="0" y="2583180"/>
                  </a:lnTo>
                  <a:lnTo>
                    <a:pt x="7385" y="2583180"/>
                  </a:lnTo>
                  <a:lnTo>
                    <a:pt x="3659" y="2576772"/>
                  </a:lnTo>
                  <a:close/>
                </a:path>
                <a:path w="2950845" h="2589529">
                  <a:moveTo>
                    <a:pt x="2928564" y="2570480"/>
                  </a:moveTo>
                  <a:lnTo>
                    <a:pt x="21899" y="2570480"/>
                  </a:lnTo>
                  <a:lnTo>
                    <a:pt x="14646" y="2583180"/>
                  </a:lnTo>
                  <a:lnTo>
                    <a:pt x="2935817" y="2583180"/>
                  </a:lnTo>
                  <a:lnTo>
                    <a:pt x="2928564" y="2570480"/>
                  </a:lnTo>
                  <a:close/>
                </a:path>
                <a:path w="2950845" h="2589529">
                  <a:moveTo>
                    <a:pt x="2946804" y="2576772"/>
                  </a:moveTo>
                  <a:lnTo>
                    <a:pt x="2943078" y="2583180"/>
                  </a:lnTo>
                  <a:lnTo>
                    <a:pt x="2950464" y="2583180"/>
                  </a:lnTo>
                  <a:lnTo>
                    <a:pt x="2946804" y="2576772"/>
                  </a:lnTo>
                  <a:close/>
                </a:path>
                <a:path w="2950845" h="2589529">
                  <a:moveTo>
                    <a:pt x="7252" y="2570480"/>
                  </a:moveTo>
                  <a:lnTo>
                    <a:pt x="0" y="2570480"/>
                  </a:lnTo>
                  <a:lnTo>
                    <a:pt x="3659" y="2576772"/>
                  </a:lnTo>
                  <a:lnTo>
                    <a:pt x="7252" y="2570480"/>
                  </a:lnTo>
                  <a:close/>
                </a:path>
                <a:path w="2950845" h="2589529">
                  <a:moveTo>
                    <a:pt x="2950464" y="2570480"/>
                  </a:moveTo>
                  <a:lnTo>
                    <a:pt x="2943211" y="2570480"/>
                  </a:lnTo>
                  <a:lnTo>
                    <a:pt x="2946804" y="2576772"/>
                  </a:lnTo>
                  <a:lnTo>
                    <a:pt x="2950464" y="2570480"/>
                  </a:lnTo>
                  <a:close/>
                </a:path>
                <a:path w="2950845" h="2589529">
                  <a:moveTo>
                    <a:pt x="1475232" y="0"/>
                  </a:moveTo>
                  <a:lnTo>
                    <a:pt x="1467894" y="12848"/>
                  </a:lnTo>
                  <a:lnTo>
                    <a:pt x="1475232" y="25696"/>
                  </a:lnTo>
                  <a:lnTo>
                    <a:pt x="1482569" y="12848"/>
                  </a:lnTo>
                  <a:lnTo>
                    <a:pt x="1475232" y="0"/>
                  </a:lnTo>
                  <a:close/>
                </a:path>
                <a:path w="2950845" h="2589529">
                  <a:moveTo>
                    <a:pt x="1471605" y="6350"/>
                  </a:moveTo>
                  <a:lnTo>
                    <a:pt x="1464183" y="6350"/>
                  </a:lnTo>
                  <a:lnTo>
                    <a:pt x="1467894" y="12848"/>
                  </a:lnTo>
                  <a:lnTo>
                    <a:pt x="1471605" y="6350"/>
                  </a:lnTo>
                  <a:close/>
                </a:path>
                <a:path w="2950845" h="2589529">
                  <a:moveTo>
                    <a:pt x="1486281" y="6350"/>
                  </a:moveTo>
                  <a:lnTo>
                    <a:pt x="1478858" y="6350"/>
                  </a:lnTo>
                  <a:lnTo>
                    <a:pt x="1482569" y="12848"/>
                  </a:lnTo>
                  <a:lnTo>
                    <a:pt x="1486281" y="6350"/>
                  </a:lnTo>
                  <a:close/>
                </a:path>
              </a:pathLst>
            </a:custGeom>
            <a:solidFill>
              <a:srgbClr val="226B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198620" y="3695699"/>
              <a:ext cx="6055360" cy="1266825"/>
            </a:xfrm>
            <a:custGeom>
              <a:avLst/>
              <a:gdLst/>
              <a:ahLst/>
              <a:cxnLst/>
              <a:rect l="l" t="t" r="r" b="b"/>
              <a:pathLst>
                <a:path w="6055359" h="1266825">
                  <a:moveTo>
                    <a:pt x="1482344" y="0"/>
                  </a:moveTo>
                  <a:lnTo>
                    <a:pt x="710184" y="0"/>
                  </a:lnTo>
                  <a:lnTo>
                    <a:pt x="710184" y="6350"/>
                  </a:lnTo>
                  <a:lnTo>
                    <a:pt x="1482344" y="6350"/>
                  </a:lnTo>
                  <a:lnTo>
                    <a:pt x="1482344" y="0"/>
                  </a:lnTo>
                  <a:close/>
                </a:path>
                <a:path w="6055359" h="1266825">
                  <a:moveTo>
                    <a:pt x="2225040" y="1260348"/>
                  </a:moveTo>
                  <a:lnTo>
                    <a:pt x="0" y="1260348"/>
                  </a:lnTo>
                  <a:lnTo>
                    <a:pt x="0" y="1266698"/>
                  </a:lnTo>
                  <a:lnTo>
                    <a:pt x="2225040" y="1266698"/>
                  </a:lnTo>
                  <a:lnTo>
                    <a:pt x="2225040" y="1260348"/>
                  </a:lnTo>
                  <a:close/>
                </a:path>
                <a:path w="6055359" h="1266825">
                  <a:moveTo>
                    <a:pt x="5317490" y="0"/>
                  </a:moveTo>
                  <a:lnTo>
                    <a:pt x="4541520" y="0"/>
                  </a:lnTo>
                  <a:lnTo>
                    <a:pt x="4541520" y="6350"/>
                  </a:lnTo>
                  <a:lnTo>
                    <a:pt x="5317490" y="6350"/>
                  </a:lnTo>
                  <a:lnTo>
                    <a:pt x="5317490" y="0"/>
                  </a:lnTo>
                  <a:close/>
                </a:path>
                <a:path w="6055359" h="1266825">
                  <a:moveTo>
                    <a:pt x="6055360" y="1260348"/>
                  </a:moveTo>
                  <a:lnTo>
                    <a:pt x="3810000" y="1260348"/>
                  </a:lnTo>
                  <a:lnTo>
                    <a:pt x="3810000" y="1266698"/>
                  </a:lnTo>
                  <a:lnTo>
                    <a:pt x="6055360" y="1266698"/>
                  </a:lnTo>
                  <a:lnTo>
                    <a:pt x="6055360" y="1260348"/>
                  </a:lnTo>
                  <a:close/>
                </a:path>
              </a:pathLst>
            </a:custGeom>
            <a:solidFill>
              <a:srgbClr val="3493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160777" y="2536951"/>
            <a:ext cx="890269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00184B"/>
                </a:solidFill>
                <a:latin typeface="Arial MT"/>
                <a:cs typeface="Arial MT"/>
              </a:rPr>
              <a:t>Highest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62048" y="5613603"/>
            <a:ext cx="8337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00184B"/>
                </a:solidFill>
                <a:latin typeface="Arial MT"/>
                <a:cs typeface="Arial MT"/>
              </a:rPr>
              <a:t>Lowest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75362" y="3132494"/>
            <a:ext cx="309880" cy="225869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315"/>
              </a:lnSpc>
            </a:pPr>
            <a:r>
              <a:rPr sz="2000" dirty="0">
                <a:solidFill>
                  <a:srgbClr val="00184B"/>
                </a:solidFill>
                <a:latin typeface="Arial MT"/>
                <a:cs typeface="Arial MT"/>
              </a:rPr>
              <a:t>Organizational</a:t>
            </a:r>
            <a:r>
              <a:rPr sz="2000" spc="-95" dirty="0">
                <a:solidFill>
                  <a:srgbClr val="00184B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184B"/>
                </a:solidFill>
                <a:latin typeface="Arial MT"/>
                <a:cs typeface="Arial MT"/>
              </a:rPr>
              <a:t>level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04321" y="4004424"/>
            <a:ext cx="281305" cy="54673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25" dirty="0">
                <a:solidFill>
                  <a:srgbClr val="00184B"/>
                </a:solidFill>
                <a:latin typeface="Arial MT"/>
                <a:cs typeface="Arial MT"/>
              </a:rPr>
              <a:t>….…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995982" y="4243184"/>
            <a:ext cx="281305" cy="38163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25" dirty="0">
                <a:solidFill>
                  <a:srgbClr val="00184B"/>
                </a:solidFill>
                <a:latin typeface="Arial MT"/>
                <a:cs typeface="Arial MT"/>
              </a:rPr>
              <a:t>…..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225288" y="330682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00184B"/>
                </a:solidFill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057013" y="5127497"/>
            <a:ext cx="5314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00184B"/>
                </a:solidFill>
                <a:latin typeface="Arial MT"/>
                <a:cs typeface="Arial MT"/>
              </a:rPr>
              <a:t>4096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917685" y="5127497"/>
            <a:ext cx="5314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00184B"/>
                </a:solidFill>
                <a:latin typeface="Arial MT"/>
                <a:cs typeface="Arial MT"/>
              </a:rPr>
              <a:t>4096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102597" y="330682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00184B"/>
                </a:solidFill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983863" y="2440381"/>
            <a:ext cx="231648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184B"/>
                </a:solidFill>
                <a:latin typeface="Arial"/>
                <a:cs typeface="Arial"/>
              </a:rPr>
              <a:t>Span</a:t>
            </a:r>
            <a:r>
              <a:rPr sz="2000" b="1" spc="-15" dirty="0">
                <a:solidFill>
                  <a:srgbClr val="00184B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184B"/>
                </a:solidFill>
                <a:latin typeface="Arial"/>
                <a:cs typeface="Arial"/>
              </a:rPr>
              <a:t>of</a:t>
            </a:r>
            <a:r>
              <a:rPr sz="2000" b="1" spc="-20" dirty="0">
                <a:solidFill>
                  <a:srgbClr val="00184B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184B"/>
                </a:solidFill>
                <a:latin typeface="Arial"/>
                <a:cs typeface="Arial"/>
              </a:rPr>
              <a:t>control</a:t>
            </a:r>
            <a:r>
              <a:rPr sz="2000" b="1" spc="-25" dirty="0">
                <a:solidFill>
                  <a:srgbClr val="00184B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184B"/>
                </a:solidFill>
                <a:latin typeface="Arial"/>
                <a:cs typeface="Arial"/>
              </a:rPr>
              <a:t>=</a:t>
            </a:r>
            <a:r>
              <a:rPr sz="2000" b="1" spc="-25" dirty="0">
                <a:solidFill>
                  <a:srgbClr val="00184B"/>
                </a:solidFill>
                <a:latin typeface="Arial"/>
                <a:cs typeface="Arial"/>
              </a:rPr>
              <a:t> </a:t>
            </a:r>
            <a:r>
              <a:rPr sz="2000" b="1" spc="-50" dirty="0">
                <a:solidFill>
                  <a:srgbClr val="00184B"/>
                </a:solidFill>
                <a:latin typeface="Arial"/>
                <a:cs typeface="Arial"/>
              </a:rPr>
              <a:t>4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722869" y="2440381"/>
            <a:ext cx="231648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184B"/>
                </a:solidFill>
                <a:latin typeface="Arial"/>
                <a:cs typeface="Arial"/>
              </a:rPr>
              <a:t>Span</a:t>
            </a:r>
            <a:r>
              <a:rPr sz="2000" b="1" spc="-15" dirty="0">
                <a:solidFill>
                  <a:srgbClr val="00184B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184B"/>
                </a:solidFill>
                <a:latin typeface="Arial"/>
                <a:cs typeface="Arial"/>
              </a:rPr>
              <a:t>of</a:t>
            </a:r>
            <a:r>
              <a:rPr sz="2000" b="1" spc="-20" dirty="0">
                <a:solidFill>
                  <a:srgbClr val="00184B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184B"/>
                </a:solidFill>
                <a:latin typeface="Arial"/>
                <a:cs typeface="Arial"/>
              </a:rPr>
              <a:t>control</a:t>
            </a:r>
            <a:r>
              <a:rPr sz="2000" b="1" spc="-25" dirty="0">
                <a:solidFill>
                  <a:srgbClr val="00184B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184B"/>
                </a:solidFill>
                <a:latin typeface="Arial"/>
                <a:cs typeface="Arial"/>
              </a:rPr>
              <a:t>=</a:t>
            </a:r>
            <a:r>
              <a:rPr sz="2000" b="1" spc="-25" dirty="0">
                <a:solidFill>
                  <a:srgbClr val="00184B"/>
                </a:solidFill>
                <a:latin typeface="Arial"/>
                <a:cs typeface="Arial"/>
              </a:rPr>
              <a:t> </a:t>
            </a:r>
            <a:r>
              <a:rPr sz="2000" b="1" spc="-50" dirty="0">
                <a:solidFill>
                  <a:srgbClr val="00184B"/>
                </a:solidFill>
                <a:latin typeface="Arial"/>
                <a:cs typeface="Arial"/>
              </a:rPr>
              <a:t>8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455164" y="3092195"/>
            <a:ext cx="280670" cy="2376170"/>
            <a:chOff x="2455164" y="3092195"/>
            <a:chExt cx="280670" cy="2376170"/>
          </a:xfrm>
        </p:grpSpPr>
        <p:sp>
          <p:nvSpPr>
            <p:cNvPr id="23" name="object 23"/>
            <p:cNvSpPr/>
            <p:nvPr/>
          </p:nvSpPr>
          <p:spPr>
            <a:xfrm>
              <a:off x="2455164" y="3092195"/>
              <a:ext cx="280670" cy="2376170"/>
            </a:xfrm>
            <a:custGeom>
              <a:avLst/>
              <a:gdLst/>
              <a:ahLst/>
              <a:cxnLst/>
              <a:rect l="l" t="t" r="r" b="b"/>
              <a:pathLst>
                <a:path w="280669" h="2376170">
                  <a:moveTo>
                    <a:pt x="210312" y="0"/>
                  </a:moveTo>
                  <a:lnTo>
                    <a:pt x="70104" y="0"/>
                  </a:lnTo>
                  <a:lnTo>
                    <a:pt x="70104" y="2235707"/>
                  </a:lnTo>
                  <a:lnTo>
                    <a:pt x="0" y="2235707"/>
                  </a:lnTo>
                  <a:lnTo>
                    <a:pt x="140208" y="2375916"/>
                  </a:lnTo>
                  <a:lnTo>
                    <a:pt x="280416" y="2235707"/>
                  </a:lnTo>
                  <a:lnTo>
                    <a:pt x="210312" y="2235707"/>
                  </a:lnTo>
                  <a:lnTo>
                    <a:pt x="210312" y="0"/>
                  </a:lnTo>
                  <a:close/>
                </a:path>
              </a:pathLst>
            </a:custGeom>
            <a:solidFill>
              <a:srgbClr val="3493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455164" y="3092195"/>
              <a:ext cx="280670" cy="2376170"/>
            </a:xfrm>
            <a:custGeom>
              <a:avLst/>
              <a:gdLst/>
              <a:ahLst/>
              <a:cxnLst/>
              <a:rect l="l" t="t" r="r" b="b"/>
              <a:pathLst>
                <a:path w="280669" h="2376170">
                  <a:moveTo>
                    <a:pt x="140208" y="2357881"/>
                  </a:moveTo>
                  <a:lnTo>
                    <a:pt x="131191" y="2366899"/>
                  </a:lnTo>
                  <a:lnTo>
                    <a:pt x="140208" y="2375916"/>
                  </a:lnTo>
                  <a:lnTo>
                    <a:pt x="149225" y="2366899"/>
                  </a:lnTo>
                  <a:lnTo>
                    <a:pt x="140208" y="2357881"/>
                  </a:lnTo>
                  <a:close/>
                </a:path>
                <a:path w="280669" h="2376170">
                  <a:moveTo>
                    <a:pt x="9017" y="2226691"/>
                  </a:moveTo>
                  <a:lnTo>
                    <a:pt x="3726" y="2239434"/>
                  </a:lnTo>
                  <a:lnTo>
                    <a:pt x="131191" y="2366899"/>
                  </a:lnTo>
                  <a:lnTo>
                    <a:pt x="140207" y="2357881"/>
                  </a:lnTo>
                  <a:lnTo>
                    <a:pt x="9017" y="2226691"/>
                  </a:lnTo>
                  <a:close/>
                </a:path>
                <a:path w="280669" h="2376170">
                  <a:moveTo>
                    <a:pt x="271399" y="2226691"/>
                  </a:moveTo>
                  <a:lnTo>
                    <a:pt x="140208" y="2357881"/>
                  </a:lnTo>
                  <a:lnTo>
                    <a:pt x="149225" y="2366899"/>
                  </a:lnTo>
                  <a:lnTo>
                    <a:pt x="276689" y="2239434"/>
                  </a:lnTo>
                  <a:lnTo>
                    <a:pt x="271399" y="2226691"/>
                  </a:lnTo>
                  <a:close/>
                </a:path>
                <a:path w="280669" h="2376170">
                  <a:moveTo>
                    <a:pt x="3726" y="2239434"/>
                  </a:moveTo>
                  <a:lnTo>
                    <a:pt x="0" y="2248407"/>
                  </a:lnTo>
                  <a:lnTo>
                    <a:pt x="12700" y="2248407"/>
                  </a:lnTo>
                  <a:lnTo>
                    <a:pt x="3726" y="2239434"/>
                  </a:lnTo>
                  <a:close/>
                </a:path>
                <a:path w="280669" h="2376170">
                  <a:moveTo>
                    <a:pt x="82804" y="0"/>
                  </a:moveTo>
                  <a:lnTo>
                    <a:pt x="70104" y="12700"/>
                  </a:lnTo>
                  <a:lnTo>
                    <a:pt x="70104" y="2235707"/>
                  </a:lnTo>
                  <a:lnTo>
                    <a:pt x="18034" y="2235707"/>
                  </a:lnTo>
                  <a:lnTo>
                    <a:pt x="30734" y="2248407"/>
                  </a:lnTo>
                  <a:lnTo>
                    <a:pt x="82804" y="2248407"/>
                  </a:lnTo>
                  <a:lnTo>
                    <a:pt x="82804" y="0"/>
                  </a:lnTo>
                  <a:close/>
                </a:path>
                <a:path w="280669" h="2376170">
                  <a:moveTo>
                    <a:pt x="197612" y="0"/>
                  </a:moveTo>
                  <a:lnTo>
                    <a:pt x="197612" y="2248407"/>
                  </a:lnTo>
                  <a:lnTo>
                    <a:pt x="249682" y="2248407"/>
                  </a:lnTo>
                  <a:lnTo>
                    <a:pt x="262382" y="2235707"/>
                  </a:lnTo>
                  <a:lnTo>
                    <a:pt x="210312" y="2235707"/>
                  </a:lnTo>
                  <a:lnTo>
                    <a:pt x="210312" y="12700"/>
                  </a:lnTo>
                  <a:lnTo>
                    <a:pt x="197612" y="0"/>
                  </a:lnTo>
                  <a:close/>
                </a:path>
                <a:path w="280669" h="2376170">
                  <a:moveTo>
                    <a:pt x="276689" y="2239434"/>
                  </a:moveTo>
                  <a:lnTo>
                    <a:pt x="267716" y="2248407"/>
                  </a:lnTo>
                  <a:lnTo>
                    <a:pt x="280416" y="2248407"/>
                  </a:lnTo>
                  <a:lnTo>
                    <a:pt x="276689" y="2239434"/>
                  </a:lnTo>
                  <a:close/>
                </a:path>
                <a:path w="280669" h="2376170">
                  <a:moveTo>
                    <a:pt x="5273" y="2235707"/>
                  </a:moveTo>
                  <a:lnTo>
                    <a:pt x="0" y="2235707"/>
                  </a:lnTo>
                  <a:lnTo>
                    <a:pt x="3726" y="2239434"/>
                  </a:lnTo>
                  <a:lnTo>
                    <a:pt x="5273" y="2235707"/>
                  </a:lnTo>
                  <a:close/>
                </a:path>
                <a:path w="280669" h="2376170">
                  <a:moveTo>
                    <a:pt x="280416" y="2235707"/>
                  </a:moveTo>
                  <a:lnTo>
                    <a:pt x="275142" y="2235707"/>
                  </a:lnTo>
                  <a:lnTo>
                    <a:pt x="276689" y="2239434"/>
                  </a:lnTo>
                  <a:lnTo>
                    <a:pt x="280416" y="2235707"/>
                  </a:lnTo>
                  <a:close/>
                </a:path>
                <a:path w="280669" h="2376170">
                  <a:moveTo>
                    <a:pt x="82804" y="0"/>
                  </a:moveTo>
                  <a:lnTo>
                    <a:pt x="70104" y="0"/>
                  </a:lnTo>
                  <a:lnTo>
                    <a:pt x="70104" y="12700"/>
                  </a:lnTo>
                  <a:lnTo>
                    <a:pt x="82804" y="0"/>
                  </a:lnTo>
                  <a:close/>
                </a:path>
                <a:path w="280669" h="2376170">
                  <a:moveTo>
                    <a:pt x="197612" y="0"/>
                  </a:moveTo>
                  <a:lnTo>
                    <a:pt x="82804" y="0"/>
                  </a:lnTo>
                  <a:lnTo>
                    <a:pt x="82804" y="12700"/>
                  </a:lnTo>
                  <a:lnTo>
                    <a:pt x="197612" y="12700"/>
                  </a:lnTo>
                  <a:lnTo>
                    <a:pt x="197612" y="0"/>
                  </a:lnTo>
                  <a:close/>
                </a:path>
                <a:path w="280669" h="2376170">
                  <a:moveTo>
                    <a:pt x="210312" y="0"/>
                  </a:moveTo>
                  <a:lnTo>
                    <a:pt x="197612" y="0"/>
                  </a:lnTo>
                  <a:lnTo>
                    <a:pt x="210312" y="12700"/>
                  </a:lnTo>
                  <a:lnTo>
                    <a:pt x="210312" y="0"/>
                  </a:lnTo>
                  <a:close/>
                </a:path>
              </a:pathLst>
            </a:custGeom>
            <a:solidFill>
              <a:srgbClr val="226B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9944354" y="6463101"/>
            <a:ext cx="1299845" cy="1917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14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610468" y="6416476"/>
            <a:ext cx="254000" cy="29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5"/>
              </a:lnSpc>
            </a:pP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18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90" dirty="0"/>
              <a:t>SPAN</a:t>
            </a:r>
            <a:r>
              <a:rPr sz="3200" spc="385" dirty="0"/>
              <a:t> </a:t>
            </a:r>
            <a:r>
              <a:rPr sz="3200" spc="100" dirty="0"/>
              <a:t>OF</a:t>
            </a:r>
            <a:r>
              <a:rPr sz="3200" spc="375" dirty="0"/>
              <a:t> </a:t>
            </a:r>
            <a:r>
              <a:rPr sz="3200" spc="160" dirty="0"/>
              <a:t>CONTROL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7696" y="1153667"/>
            <a:ext cx="9392412" cy="459333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944354" y="6463101"/>
            <a:ext cx="1299845" cy="1917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16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35"/>
              </a:lnSpc>
            </a:pPr>
            <a:r>
              <a:rPr spc="-25" dirty="0"/>
              <a:t>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09150" y="6391655"/>
            <a:ext cx="1830197" cy="36086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160" dirty="0"/>
              <a:t>CENTRALIZATION</a:t>
            </a:r>
            <a:r>
              <a:rPr sz="3200" spc="254" dirty="0"/>
              <a:t> </a:t>
            </a:r>
            <a:r>
              <a:rPr sz="3200" spc="135" dirty="0"/>
              <a:t>AND</a:t>
            </a:r>
            <a:r>
              <a:rPr sz="3200" spc="415" dirty="0"/>
              <a:t> </a:t>
            </a:r>
            <a:r>
              <a:rPr sz="3200" spc="155" dirty="0"/>
              <a:t>DECENTRALIZATION</a:t>
            </a:r>
            <a:endParaRPr sz="3200"/>
          </a:p>
        </p:txBody>
      </p:sp>
      <p:sp>
        <p:nvSpPr>
          <p:cNvPr id="5" name="object 5"/>
          <p:cNvSpPr txBox="1"/>
          <p:nvPr/>
        </p:nvSpPr>
        <p:spPr>
          <a:xfrm>
            <a:off x="9944354" y="6463101"/>
            <a:ext cx="1299845" cy="1917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16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35"/>
              </a:lnSpc>
            </a:pPr>
            <a:r>
              <a:rPr spc="-25" dirty="0"/>
              <a:t>20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82167" y="1737182"/>
            <a:ext cx="10022840" cy="2526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Centralization</a:t>
            </a:r>
            <a:r>
              <a:rPr sz="2400" b="1" spc="-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310" dirty="0">
                <a:solidFill>
                  <a:srgbClr val="093B70"/>
                </a:solidFill>
                <a:latin typeface="Trebuchet MS"/>
                <a:cs typeface="Trebuchet MS"/>
              </a:rPr>
              <a:t>–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45" dirty="0">
                <a:solidFill>
                  <a:srgbClr val="093B70"/>
                </a:solidFill>
                <a:latin typeface="Trebuchet MS"/>
                <a:cs typeface="Trebuchet MS"/>
              </a:rPr>
              <a:t>the</a:t>
            </a:r>
            <a:r>
              <a:rPr sz="2400" spc="-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093B70"/>
                </a:solidFill>
                <a:latin typeface="Trebuchet MS"/>
                <a:cs typeface="Trebuchet MS"/>
              </a:rPr>
              <a:t>degree</a:t>
            </a:r>
            <a:r>
              <a:rPr sz="2400" spc="-1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to</a:t>
            </a:r>
            <a:r>
              <a:rPr sz="2400" spc="-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25" dirty="0">
                <a:solidFill>
                  <a:srgbClr val="093B70"/>
                </a:solidFill>
                <a:latin typeface="Trebuchet MS"/>
                <a:cs typeface="Trebuchet MS"/>
              </a:rPr>
              <a:t>which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25" dirty="0">
                <a:solidFill>
                  <a:srgbClr val="093B70"/>
                </a:solidFill>
                <a:latin typeface="Trebuchet MS"/>
                <a:cs typeface="Trebuchet MS"/>
              </a:rPr>
              <a:t>decision-</a:t>
            </a:r>
            <a:r>
              <a:rPr sz="2400" spc="-160" dirty="0">
                <a:solidFill>
                  <a:srgbClr val="093B70"/>
                </a:solidFill>
                <a:latin typeface="Trebuchet MS"/>
                <a:cs typeface="Trebuchet MS"/>
              </a:rPr>
              <a:t>making</a:t>
            </a:r>
            <a:r>
              <a:rPr sz="2400" spc="-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093B70"/>
                </a:solidFill>
                <a:latin typeface="Trebuchet MS"/>
                <a:cs typeface="Trebuchet MS"/>
              </a:rPr>
              <a:t>is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25" dirty="0">
                <a:solidFill>
                  <a:srgbClr val="093B70"/>
                </a:solidFill>
                <a:latin typeface="Trebuchet MS"/>
                <a:cs typeface="Trebuchet MS"/>
              </a:rPr>
              <a:t>concentrated</a:t>
            </a:r>
            <a:r>
              <a:rPr sz="2400" spc="-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15" dirty="0">
                <a:solidFill>
                  <a:srgbClr val="093B70"/>
                </a:solidFill>
                <a:latin typeface="Trebuchet MS"/>
                <a:cs typeface="Trebuchet MS"/>
              </a:rPr>
              <a:t>at</a:t>
            </a:r>
            <a:r>
              <a:rPr sz="2400" spc="-1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the</a:t>
            </a:r>
            <a:endParaRPr sz="2400">
              <a:latin typeface="Trebuchet MS"/>
              <a:cs typeface="Trebuchet MS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sz="2400" spc="-114" dirty="0">
                <a:solidFill>
                  <a:srgbClr val="093B70"/>
                </a:solidFill>
                <a:latin typeface="Trebuchet MS"/>
                <a:cs typeface="Trebuchet MS"/>
              </a:rPr>
              <a:t>upper</a:t>
            </a:r>
            <a:r>
              <a:rPr sz="2400" spc="-5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75" dirty="0">
                <a:solidFill>
                  <a:srgbClr val="093B70"/>
                </a:solidFill>
                <a:latin typeface="Trebuchet MS"/>
                <a:cs typeface="Trebuchet MS"/>
              </a:rPr>
              <a:t>levels</a:t>
            </a:r>
            <a:r>
              <a:rPr sz="2400" spc="-5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35" dirty="0">
                <a:solidFill>
                  <a:srgbClr val="093B70"/>
                </a:solidFill>
                <a:latin typeface="Trebuchet MS"/>
                <a:cs typeface="Trebuchet MS"/>
              </a:rPr>
              <a:t>of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50" dirty="0">
                <a:solidFill>
                  <a:srgbClr val="093B70"/>
                </a:solidFill>
                <a:latin typeface="Trebuchet MS"/>
                <a:cs typeface="Trebuchet MS"/>
              </a:rPr>
              <a:t>the</a:t>
            </a:r>
            <a:r>
              <a:rPr sz="2400" spc="-4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65" dirty="0">
                <a:solidFill>
                  <a:srgbClr val="093B70"/>
                </a:solidFill>
                <a:latin typeface="Trebuchet MS"/>
                <a:cs typeface="Trebuchet MS"/>
              </a:rPr>
              <a:t>organization.</a:t>
            </a:r>
            <a:endParaRPr sz="2400">
              <a:latin typeface="Trebuchet MS"/>
              <a:cs typeface="Trebuchet MS"/>
            </a:endParaRPr>
          </a:p>
          <a:p>
            <a:pPr marL="299085" marR="7620" indent="-28702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99085" algn="l"/>
                <a:tab pos="2856865" algn="l"/>
                <a:tab pos="3179445" algn="l"/>
                <a:tab pos="3752850" algn="l"/>
                <a:tab pos="4761865" algn="l"/>
                <a:tab pos="5205730" algn="l"/>
                <a:tab pos="6099810" algn="l"/>
                <a:tab pos="7604759" algn="l"/>
                <a:tab pos="9075420" algn="l"/>
              </a:tabLst>
            </a:pPr>
            <a:r>
              <a:rPr sz="2400" b="1" spc="-10" dirty="0">
                <a:solidFill>
                  <a:srgbClr val="093B70"/>
                </a:solidFill>
                <a:latin typeface="Trebuchet MS"/>
                <a:cs typeface="Trebuchet MS"/>
              </a:rPr>
              <a:t>Decentralization</a:t>
            </a: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260" dirty="0">
                <a:solidFill>
                  <a:srgbClr val="093B70"/>
                </a:solidFill>
                <a:latin typeface="Trebuchet MS"/>
                <a:cs typeface="Trebuchet MS"/>
              </a:rPr>
              <a:t>–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the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degree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to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which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140" dirty="0">
                <a:solidFill>
                  <a:srgbClr val="093B70"/>
                </a:solidFill>
                <a:latin typeface="Trebuchet MS"/>
                <a:cs typeface="Trebuchet MS"/>
              </a:rPr>
              <a:t>lower-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level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employees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120" dirty="0">
                <a:solidFill>
                  <a:srgbClr val="093B70"/>
                </a:solidFill>
                <a:latin typeface="Trebuchet MS"/>
                <a:cs typeface="Trebuchet MS"/>
              </a:rPr>
              <a:t>provide </a:t>
            </a:r>
            <a:r>
              <a:rPr sz="2400" spc="-155" dirty="0">
                <a:solidFill>
                  <a:srgbClr val="093B70"/>
                </a:solidFill>
                <a:latin typeface="Trebuchet MS"/>
                <a:cs typeface="Trebuchet MS"/>
              </a:rPr>
              <a:t>input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or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90" dirty="0">
                <a:solidFill>
                  <a:srgbClr val="093B70"/>
                </a:solidFill>
                <a:latin typeface="Trebuchet MS"/>
                <a:cs typeface="Trebuchet MS"/>
              </a:rPr>
              <a:t>actually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85" dirty="0">
                <a:solidFill>
                  <a:srgbClr val="093B70"/>
                </a:solidFill>
                <a:latin typeface="Trebuchet MS"/>
                <a:cs typeface="Trebuchet MS"/>
              </a:rPr>
              <a:t>make</a:t>
            </a:r>
            <a:r>
              <a:rPr sz="2400" spc="-1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30" dirty="0">
                <a:solidFill>
                  <a:srgbClr val="093B70"/>
                </a:solidFill>
                <a:latin typeface="Trebuchet MS"/>
                <a:cs typeface="Trebuchet MS"/>
              </a:rPr>
              <a:t>decisions.</a:t>
            </a:r>
            <a:endParaRPr sz="2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99085" algn="l"/>
              </a:tabLst>
            </a:pP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Employee</a:t>
            </a:r>
            <a:r>
              <a:rPr sz="2400" b="1" spc="114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empowerment</a:t>
            </a:r>
            <a:r>
              <a:rPr sz="2400" b="1" spc="1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310" dirty="0">
                <a:solidFill>
                  <a:srgbClr val="093B70"/>
                </a:solidFill>
                <a:latin typeface="Trebuchet MS"/>
                <a:cs typeface="Trebuchet MS"/>
              </a:rPr>
              <a:t>–</a:t>
            </a:r>
            <a:r>
              <a:rPr sz="2400" spc="1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5" dirty="0">
                <a:solidFill>
                  <a:srgbClr val="093B70"/>
                </a:solidFill>
                <a:latin typeface="Trebuchet MS"/>
                <a:cs typeface="Trebuchet MS"/>
              </a:rPr>
              <a:t>giving</a:t>
            </a:r>
            <a:r>
              <a:rPr sz="2400" spc="1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5" dirty="0">
                <a:solidFill>
                  <a:srgbClr val="093B70"/>
                </a:solidFill>
                <a:latin typeface="Trebuchet MS"/>
                <a:cs typeface="Trebuchet MS"/>
              </a:rPr>
              <a:t>employees</a:t>
            </a:r>
            <a:r>
              <a:rPr sz="2400" spc="1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more</a:t>
            </a:r>
            <a:r>
              <a:rPr sz="2400" spc="14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093B70"/>
                </a:solidFill>
                <a:latin typeface="Trebuchet MS"/>
                <a:cs typeface="Trebuchet MS"/>
              </a:rPr>
              <a:t>authority</a:t>
            </a:r>
            <a:r>
              <a:rPr sz="2400" spc="1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093B70"/>
                </a:solidFill>
                <a:latin typeface="Trebuchet MS"/>
                <a:cs typeface="Trebuchet MS"/>
              </a:rPr>
              <a:t>(power)</a:t>
            </a:r>
            <a:r>
              <a:rPr sz="2400" spc="1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to</a:t>
            </a:r>
            <a:endParaRPr sz="2400">
              <a:latin typeface="Trebuchet MS"/>
              <a:cs typeface="Trebuchet MS"/>
            </a:endParaRPr>
          </a:p>
          <a:p>
            <a:pPr marL="299085">
              <a:lnSpc>
                <a:spcPct val="100000"/>
              </a:lnSpc>
            </a:pPr>
            <a:r>
              <a:rPr sz="2400" spc="-180" dirty="0">
                <a:solidFill>
                  <a:srgbClr val="093B70"/>
                </a:solidFill>
                <a:latin typeface="Trebuchet MS"/>
                <a:cs typeface="Trebuchet MS"/>
              </a:rPr>
              <a:t>make</a:t>
            </a:r>
            <a:r>
              <a:rPr sz="2400" spc="-40" dirty="0">
                <a:solidFill>
                  <a:srgbClr val="093B70"/>
                </a:solidFill>
                <a:latin typeface="Trebuchet MS"/>
                <a:cs typeface="Trebuchet MS"/>
              </a:rPr>
              <a:t> decisions.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160" dirty="0"/>
              <a:t>CENTRALIZATION</a:t>
            </a:r>
            <a:r>
              <a:rPr sz="3200" spc="254" dirty="0"/>
              <a:t> </a:t>
            </a:r>
            <a:r>
              <a:rPr sz="3200" spc="135" dirty="0"/>
              <a:t>AND</a:t>
            </a:r>
            <a:r>
              <a:rPr sz="3200" spc="415" dirty="0"/>
              <a:t> </a:t>
            </a:r>
            <a:r>
              <a:rPr sz="3200" spc="155" dirty="0"/>
              <a:t>DECENTRALIZATION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68879" y="1456944"/>
            <a:ext cx="7254240" cy="412394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944354" y="6463101"/>
            <a:ext cx="1299845" cy="1917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18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35"/>
              </a:lnSpc>
            </a:pPr>
            <a:r>
              <a:rPr spc="-25" dirty="0"/>
              <a:t>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09150" y="6391655"/>
            <a:ext cx="1830197" cy="36086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150" dirty="0"/>
              <a:t>FORMALIZATION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1164742" y="1376298"/>
            <a:ext cx="525018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Formalization</a:t>
            </a:r>
            <a:r>
              <a:rPr sz="2400" b="1" spc="35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-</a:t>
            </a:r>
            <a:r>
              <a:rPr sz="2400" spc="34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The</a:t>
            </a:r>
            <a:r>
              <a:rPr sz="2400" spc="34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30" dirty="0">
                <a:solidFill>
                  <a:srgbClr val="093B70"/>
                </a:solidFill>
                <a:latin typeface="Trebuchet MS"/>
                <a:cs typeface="Trebuchet MS"/>
              </a:rPr>
              <a:t>degree</a:t>
            </a:r>
            <a:r>
              <a:rPr sz="2400" spc="35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to</a:t>
            </a:r>
            <a:r>
              <a:rPr sz="2400" spc="34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95" dirty="0">
                <a:solidFill>
                  <a:srgbClr val="093B70"/>
                </a:solidFill>
                <a:latin typeface="Trebuchet MS"/>
                <a:cs typeface="Trebuchet MS"/>
              </a:rPr>
              <a:t>which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jobs</a:t>
            </a:r>
            <a:r>
              <a:rPr sz="2400" spc="500" dirty="0">
                <a:solidFill>
                  <a:srgbClr val="093B70"/>
                </a:solidFill>
                <a:latin typeface="Trebuchet MS"/>
                <a:cs typeface="Trebuchet MS"/>
              </a:rPr>
              <a:t> 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within</a:t>
            </a:r>
            <a:r>
              <a:rPr sz="2400" spc="505" dirty="0">
                <a:solidFill>
                  <a:srgbClr val="093B70"/>
                </a:solidFill>
                <a:latin typeface="Trebuchet MS"/>
                <a:cs typeface="Trebuchet MS"/>
              </a:rPr>
              <a:t> 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the</a:t>
            </a:r>
            <a:r>
              <a:rPr sz="2400" spc="500" dirty="0">
                <a:solidFill>
                  <a:srgbClr val="093B70"/>
                </a:solidFill>
                <a:latin typeface="Trebuchet MS"/>
                <a:cs typeface="Trebuchet MS"/>
              </a:rPr>
              <a:t> 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organization</a:t>
            </a:r>
            <a:r>
              <a:rPr sz="2400" spc="509" dirty="0">
                <a:solidFill>
                  <a:srgbClr val="093B70"/>
                </a:solidFill>
                <a:latin typeface="Trebuchet MS"/>
                <a:cs typeface="Trebuchet MS"/>
              </a:rPr>
              <a:t>  </a:t>
            </a:r>
            <a:r>
              <a:rPr sz="2400" spc="-125" dirty="0">
                <a:solidFill>
                  <a:srgbClr val="093B70"/>
                </a:solidFill>
                <a:latin typeface="Trebuchet MS"/>
                <a:cs typeface="Trebuchet MS"/>
              </a:rPr>
              <a:t>are </a:t>
            </a:r>
            <a:r>
              <a:rPr sz="2400" spc="-100" dirty="0">
                <a:solidFill>
                  <a:srgbClr val="093B70"/>
                </a:solidFill>
                <a:latin typeface="Trebuchet MS"/>
                <a:cs typeface="Trebuchet MS"/>
              </a:rPr>
              <a:t>standardized</a:t>
            </a:r>
            <a:r>
              <a:rPr sz="2400" spc="509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and</a:t>
            </a:r>
            <a:r>
              <a:rPr sz="2400" spc="49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the</a:t>
            </a:r>
            <a:r>
              <a:rPr sz="2400" spc="49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40" dirty="0">
                <a:solidFill>
                  <a:srgbClr val="093B70"/>
                </a:solidFill>
                <a:latin typeface="Trebuchet MS"/>
                <a:cs typeface="Trebuchet MS"/>
              </a:rPr>
              <a:t>extent</a:t>
            </a:r>
            <a:r>
              <a:rPr sz="2400" spc="50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to</a:t>
            </a:r>
            <a:r>
              <a:rPr sz="2400" spc="484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0" dirty="0">
                <a:solidFill>
                  <a:srgbClr val="093B70"/>
                </a:solidFill>
                <a:latin typeface="Trebuchet MS"/>
                <a:cs typeface="Trebuchet MS"/>
              </a:rPr>
              <a:t>which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3711" y="2473833"/>
            <a:ext cx="5270500" cy="1233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655" marR="5080">
              <a:lnSpc>
                <a:spcPct val="100000"/>
              </a:lnSpc>
              <a:spcBef>
                <a:spcPts val="100"/>
              </a:spcBef>
            </a:pPr>
            <a:r>
              <a:rPr sz="2400" spc="-125" dirty="0">
                <a:solidFill>
                  <a:srgbClr val="093B70"/>
                </a:solidFill>
                <a:latin typeface="Trebuchet MS"/>
                <a:cs typeface="Trebuchet MS"/>
              </a:rPr>
              <a:t>employee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10" dirty="0">
                <a:solidFill>
                  <a:srgbClr val="093B70"/>
                </a:solidFill>
                <a:latin typeface="Trebuchet MS"/>
                <a:cs typeface="Trebuchet MS"/>
              </a:rPr>
              <a:t>behavior</a:t>
            </a:r>
            <a:r>
              <a:rPr sz="2400" spc="-7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is</a:t>
            </a:r>
            <a:r>
              <a:rPr sz="2400" spc="-6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20" dirty="0">
                <a:solidFill>
                  <a:srgbClr val="093B70"/>
                </a:solidFill>
                <a:latin typeface="Trebuchet MS"/>
                <a:cs typeface="Trebuchet MS"/>
              </a:rPr>
              <a:t>guided</a:t>
            </a:r>
            <a:r>
              <a:rPr sz="2400" spc="-5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by</a:t>
            </a:r>
            <a:r>
              <a:rPr sz="2400" spc="-6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55" dirty="0">
                <a:solidFill>
                  <a:srgbClr val="093B70"/>
                </a:solidFill>
                <a:latin typeface="Trebuchet MS"/>
                <a:cs typeface="Trebuchet MS"/>
              </a:rPr>
              <a:t>rules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5" dirty="0">
                <a:solidFill>
                  <a:srgbClr val="093B70"/>
                </a:solidFill>
                <a:latin typeface="Trebuchet MS"/>
                <a:cs typeface="Trebuchet MS"/>
              </a:rPr>
              <a:t>and </a:t>
            </a:r>
            <a:r>
              <a:rPr sz="2400" spc="-40" dirty="0">
                <a:solidFill>
                  <a:srgbClr val="093B70"/>
                </a:solidFill>
                <a:latin typeface="Trebuchet MS"/>
                <a:cs typeface="Trebuchet MS"/>
              </a:rPr>
              <a:t>procedures.</a:t>
            </a:r>
            <a:endParaRPr sz="24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354965" algn="l"/>
                <a:tab pos="1426845" algn="l"/>
                <a:tab pos="3014980" algn="l"/>
                <a:tab pos="3821429" algn="l"/>
                <a:tab pos="4706620" algn="l"/>
              </a:tabLst>
            </a:pP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Highly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formalized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jobs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offer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165" dirty="0">
                <a:solidFill>
                  <a:srgbClr val="093B70"/>
                </a:solidFill>
                <a:latin typeface="Trebuchet MS"/>
                <a:cs typeface="Trebuchet MS"/>
              </a:rPr>
              <a:t>little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43711" y="3528822"/>
            <a:ext cx="5270500" cy="106235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1300"/>
              </a:spcBef>
            </a:pPr>
            <a:r>
              <a:rPr sz="2400" spc="-120" dirty="0">
                <a:solidFill>
                  <a:srgbClr val="093B70"/>
                </a:solidFill>
                <a:latin typeface="Trebuchet MS"/>
                <a:cs typeface="Trebuchet MS"/>
              </a:rPr>
              <a:t>discretion</a:t>
            </a:r>
            <a:r>
              <a:rPr sz="2400" spc="-7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70" dirty="0">
                <a:solidFill>
                  <a:srgbClr val="093B70"/>
                </a:solidFill>
                <a:latin typeface="Trebuchet MS"/>
                <a:cs typeface="Trebuchet MS"/>
              </a:rPr>
              <a:t>over</a:t>
            </a:r>
            <a:r>
              <a:rPr sz="2400" spc="-11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50" dirty="0">
                <a:solidFill>
                  <a:srgbClr val="093B70"/>
                </a:solidFill>
                <a:latin typeface="Trebuchet MS"/>
                <a:cs typeface="Trebuchet MS"/>
              </a:rPr>
              <a:t>what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0" dirty="0">
                <a:solidFill>
                  <a:srgbClr val="093B70"/>
                </a:solidFill>
                <a:latin typeface="Trebuchet MS"/>
                <a:cs typeface="Trebuchet MS"/>
              </a:rPr>
              <a:t>is</a:t>
            </a:r>
            <a:r>
              <a:rPr sz="2400" spc="-7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to</a:t>
            </a:r>
            <a:r>
              <a:rPr sz="2400" spc="-8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60" dirty="0">
                <a:solidFill>
                  <a:srgbClr val="093B70"/>
                </a:solidFill>
                <a:latin typeface="Trebuchet MS"/>
                <a:cs typeface="Trebuchet MS"/>
              </a:rPr>
              <a:t>be</a:t>
            </a:r>
            <a:r>
              <a:rPr sz="2400" spc="-6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done.</a:t>
            </a:r>
            <a:endParaRPr sz="24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  <a:tab pos="1318895" algn="l"/>
                <a:tab pos="3353435" algn="l"/>
                <a:tab pos="4563745" algn="l"/>
              </a:tabLst>
            </a:pP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Low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formalization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means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150" dirty="0">
                <a:solidFill>
                  <a:srgbClr val="093B70"/>
                </a:solidFill>
                <a:latin typeface="Trebuchet MS"/>
                <a:cs typeface="Trebuchet MS"/>
              </a:rPr>
              <a:t>fewer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86661" y="4565650"/>
            <a:ext cx="49263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100" dirty="0">
                <a:solidFill>
                  <a:srgbClr val="093B70"/>
                </a:solidFill>
                <a:latin typeface="Trebuchet MS"/>
                <a:cs typeface="Trebuchet MS"/>
              </a:rPr>
              <a:t>constraints</a:t>
            </a:r>
            <a:r>
              <a:rPr sz="2400" spc="-8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on</a:t>
            </a:r>
            <a:r>
              <a:rPr sz="2400" spc="-9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how</a:t>
            </a:r>
            <a:r>
              <a:rPr sz="2400" spc="-6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35" dirty="0">
                <a:solidFill>
                  <a:srgbClr val="093B70"/>
                </a:solidFill>
                <a:latin typeface="Trebuchet MS"/>
                <a:cs typeface="Trebuchet MS"/>
              </a:rPr>
              <a:t>employees</a:t>
            </a:r>
            <a:r>
              <a:rPr sz="2400" spc="-5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do</a:t>
            </a:r>
            <a:r>
              <a:rPr sz="2400" spc="-7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0" dirty="0">
                <a:solidFill>
                  <a:srgbClr val="093B70"/>
                </a:solidFill>
                <a:latin typeface="Trebuchet MS"/>
                <a:cs typeface="Trebuchet MS"/>
              </a:rPr>
              <a:t>their 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work.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40980" y="303275"/>
            <a:ext cx="3470148" cy="575462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944354" y="6463101"/>
            <a:ext cx="1299845" cy="1917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18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35"/>
              </a:lnSpc>
            </a:pPr>
            <a:r>
              <a:rPr spc="-25" dirty="0"/>
              <a:t>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09150" y="6391655"/>
            <a:ext cx="1830197" cy="36086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135" dirty="0"/>
              <a:t>DEPARTMENTALIZATION</a:t>
            </a:r>
            <a:endParaRPr sz="3200"/>
          </a:p>
        </p:txBody>
      </p:sp>
      <p:sp>
        <p:nvSpPr>
          <p:cNvPr id="10" name="object 10"/>
          <p:cNvSpPr txBox="1"/>
          <p:nvPr/>
        </p:nvSpPr>
        <p:spPr>
          <a:xfrm>
            <a:off x="9944354" y="6463101"/>
            <a:ext cx="1299845" cy="1917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20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599166" y="6416476"/>
            <a:ext cx="254000" cy="29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5"/>
              </a:lnSpc>
            </a:pP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08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5799" y="1366773"/>
            <a:ext cx="89388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Departmentalization</a:t>
            </a:r>
            <a:r>
              <a:rPr sz="2400" b="1" spc="1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20" dirty="0">
                <a:solidFill>
                  <a:srgbClr val="093B70"/>
                </a:solidFill>
                <a:latin typeface="Trebuchet MS"/>
                <a:cs typeface="Trebuchet MS"/>
              </a:rPr>
              <a:t>-</a:t>
            </a:r>
            <a:r>
              <a:rPr sz="2400" spc="-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The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40" dirty="0">
                <a:solidFill>
                  <a:srgbClr val="093B70"/>
                </a:solidFill>
                <a:latin typeface="Trebuchet MS"/>
                <a:cs typeface="Trebuchet MS"/>
              </a:rPr>
              <a:t>basis</a:t>
            </a:r>
            <a:r>
              <a:rPr sz="2400" spc="-1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45" dirty="0">
                <a:solidFill>
                  <a:srgbClr val="093B70"/>
                </a:solidFill>
                <a:latin typeface="Trebuchet MS"/>
                <a:cs typeface="Trebuchet MS"/>
              </a:rPr>
              <a:t>by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30" dirty="0">
                <a:solidFill>
                  <a:srgbClr val="093B70"/>
                </a:solidFill>
                <a:latin typeface="Trebuchet MS"/>
                <a:cs typeface="Trebuchet MS"/>
              </a:rPr>
              <a:t>which</a:t>
            </a:r>
            <a:r>
              <a:rPr sz="2400" spc="-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40" dirty="0">
                <a:solidFill>
                  <a:srgbClr val="093B70"/>
                </a:solidFill>
                <a:latin typeface="Trebuchet MS"/>
                <a:cs typeface="Trebuchet MS"/>
              </a:rPr>
              <a:t>jobs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50" dirty="0">
                <a:solidFill>
                  <a:srgbClr val="093B70"/>
                </a:solidFill>
                <a:latin typeface="Trebuchet MS"/>
                <a:cs typeface="Trebuchet MS"/>
              </a:rPr>
              <a:t>are</a:t>
            </a:r>
            <a:r>
              <a:rPr sz="2400" spc="-1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5" dirty="0">
                <a:solidFill>
                  <a:srgbClr val="093B70"/>
                </a:solidFill>
                <a:latin typeface="Trebuchet MS"/>
                <a:cs typeface="Trebuchet MS"/>
              </a:rPr>
              <a:t>grouped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together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04869" y="2743327"/>
            <a:ext cx="16656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2130" algn="l"/>
              </a:tabLst>
            </a:pP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by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125" dirty="0">
                <a:solidFill>
                  <a:srgbClr val="093B70"/>
                </a:solidFill>
                <a:latin typeface="Trebuchet MS"/>
                <a:cs typeface="Trebuchet MS"/>
              </a:rPr>
              <a:t>functions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24229" y="2072766"/>
            <a:ext cx="2670810" cy="194627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b="1" spc="-10" dirty="0">
                <a:solidFill>
                  <a:srgbClr val="093B70"/>
                </a:solidFill>
                <a:latin typeface="Trebuchet MS"/>
                <a:cs typeface="Trebuchet MS"/>
              </a:rPr>
              <a:t>Functional</a:t>
            </a:r>
            <a:endParaRPr sz="2400">
              <a:latin typeface="Trebuchet MS"/>
              <a:cs typeface="Trebuchet MS"/>
            </a:endParaRPr>
          </a:p>
          <a:p>
            <a:pPr marL="756285" marR="5080" indent="-287020">
              <a:lnSpc>
                <a:spcPct val="100000"/>
              </a:lnSpc>
              <a:spcBef>
                <a:spcPts val="1200"/>
              </a:spcBef>
              <a:tabLst>
                <a:tab pos="2152015" algn="l"/>
              </a:tabLst>
            </a:pPr>
            <a:r>
              <a:rPr sz="2400" dirty="0">
                <a:solidFill>
                  <a:srgbClr val="093B70"/>
                </a:solidFill>
                <a:latin typeface="Arial MT"/>
                <a:cs typeface="Arial MT"/>
              </a:rPr>
              <a:t>–</a:t>
            </a:r>
            <a:r>
              <a:rPr sz="2400" spc="235" dirty="0">
                <a:solidFill>
                  <a:srgbClr val="093B7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Grouping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140" dirty="0">
                <a:solidFill>
                  <a:srgbClr val="093B70"/>
                </a:solidFill>
                <a:latin typeface="Trebuchet MS"/>
                <a:cs typeface="Trebuchet MS"/>
              </a:rPr>
              <a:t>jobs 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performed</a:t>
            </a:r>
            <a:endParaRPr sz="24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b="1" spc="-10" dirty="0">
                <a:solidFill>
                  <a:srgbClr val="093B70"/>
                </a:solidFill>
                <a:latin typeface="Trebuchet MS"/>
                <a:cs typeface="Trebuchet MS"/>
              </a:rPr>
              <a:t>Product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4229" y="3993717"/>
            <a:ext cx="4542790" cy="1945639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295"/>
              </a:spcBef>
            </a:pPr>
            <a:r>
              <a:rPr sz="2400" dirty="0">
                <a:solidFill>
                  <a:srgbClr val="093B70"/>
                </a:solidFill>
                <a:latin typeface="Arial MT"/>
                <a:cs typeface="Arial MT"/>
              </a:rPr>
              <a:t>–</a:t>
            </a:r>
            <a:r>
              <a:rPr sz="2400" spc="260" dirty="0">
                <a:solidFill>
                  <a:srgbClr val="093B70"/>
                </a:solidFill>
                <a:latin typeface="Arial MT"/>
                <a:cs typeface="Arial MT"/>
              </a:rPr>
              <a:t> </a:t>
            </a:r>
            <a:r>
              <a:rPr sz="2400" spc="-80" dirty="0">
                <a:solidFill>
                  <a:srgbClr val="093B70"/>
                </a:solidFill>
                <a:latin typeface="Trebuchet MS"/>
                <a:cs typeface="Trebuchet MS"/>
              </a:rPr>
              <a:t>Grouping</a:t>
            </a:r>
            <a:r>
              <a:rPr sz="2400" spc="-5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40" dirty="0">
                <a:solidFill>
                  <a:srgbClr val="093B70"/>
                </a:solidFill>
                <a:latin typeface="Trebuchet MS"/>
                <a:cs typeface="Trebuchet MS"/>
              </a:rPr>
              <a:t>jobs</a:t>
            </a:r>
            <a:r>
              <a:rPr sz="2400" spc="-5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60" dirty="0">
                <a:solidFill>
                  <a:srgbClr val="093B70"/>
                </a:solidFill>
                <a:latin typeface="Trebuchet MS"/>
                <a:cs typeface="Trebuchet MS"/>
              </a:rPr>
              <a:t>by</a:t>
            </a:r>
            <a:r>
              <a:rPr sz="2400" spc="-5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0" dirty="0">
                <a:solidFill>
                  <a:srgbClr val="093B70"/>
                </a:solidFill>
                <a:latin typeface="Trebuchet MS"/>
                <a:cs typeface="Trebuchet MS"/>
              </a:rPr>
              <a:t>product</a:t>
            </a:r>
            <a:r>
              <a:rPr sz="2400" spc="-5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line</a:t>
            </a:r>
            <a:endParaRPr sz="24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b="1" spc="-10" dirty="0">
                <a:solidFill>
                  <a:srgbClr val="093B70"/>
                </a:solidFill>
                <a:latin typeface="Trebuchet MS"/>
                <a:cs typeface="Trebuchet MS"/>
              </a:rPr>
              <a:t>Geographical</a:t>
            </a:r>
            <a:endParaRPr sz="2400">
              <a:latin typeface="Trebuchet MS"/>
              <a:cs typeface="Trebuchet MS"/>
            </a:endParaRPr>
          </a:p>
          <a:p>
            <a:pPr marL="756285" marR="5080" indent="-287020">
              <a:lnSpc>
                <a:spcPct val="100000"/>
              </a:lnSpc>
              <a:spcBef>
                <a:spcPts val="1205"/>
              </a:spcBef>
            </a:pPr>
            <a:r>
              <a:rPr sz="2400" dirty="0">
                <a:solidFill>
                  <a:srgbClr val="093B70"/>
                </a:solidFill>
                <a:latin typeface="Arial MT"/>
                <a:cs typeface="Arial MT"/>
              </a:rPr>
              <a:t>–</a:t>
            </a:r>
            <a:r>
              <a:rPr sz="2400" spc="55" dirty="0">
                <a:solidFill>
                  <a:srgbClr val="093B70"/>
                </a:solidFill>
                <a:latin typeface="Arial MT"/>
                <a:cs typeface="Arial MT"/>
              </a:rPr>
              <a:t> </a:t>
            </a:r>
            <a:r>
              <a:rPr sz="2400" spc="-45" dirty="0">
                <a:solidFill>
                  <a:srgbClr val="093B70"/>
                </a:solidFill>
                <a:latin typeface="Trebuchet MS"/>
                <a:cs typeface="Trebuchet MS"/>
              </a:rPr>
              <a:t>Grouping</a:t>
            </a:r>
            <a:r>
              <a:rPr sz="2400" spc="-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75" dirty="0">
                <a:solidFill>
                  <a:srgbClr val="093B70"/>
                </a:solidFill>
                <a:latin typeface="Trebuchet MS"/>
                <a:cs typeface="Trebuchet MS"/>
              </a:rPr>
              <a:t>jobs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on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45" dirty="0">
                <a:solidFill>
                  <a:srgbClr val="093B70"/>
                </a:solidFill>
                <a:latin typeface="Trebuchet MS"/>
                <a:cs typeface="Trebuchet MS"/>
              </a:rPr>
              <a:t>the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093B70"/>
                </a:solidFill>
                <a:latin typeface="Trebuchet MS"/>
                <a:cs typeface="Trebuchet MS"/>
              </a:rPr>
              <a:t>basis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80" dirty="0">
                <a:solidFill>
                  <a:srgbClr val="093B70"/>
                </a:solidFill>
                <a:latin typeface="Trebuchet MS"/>
                <a:cs typeface="Trebuchet MS"/>
              </a:rPr>
              <a:t>of territory</a:t>
            </a:r>
            <a:r>
              <a:rPr sz="2400" spc="-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or</a:t>
            </a:r>
            <a:r>
              <a:rPr sz="2400" spc="-4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30" dirty="0">
                <a:solidFill>
                  <a:srgbClr val="093B70"/>
                </a:solidFill>
                <a:latin typeface="Trebuchet MS"/>
                <a:cs typeface="Trebuchet MS"/>
              </a:rPr>
              <a:t>geography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39332" y="2059304"/>
            <a:ext cx="4542790" cy="194627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b="1" spc="-10" dirty="0">
                <a:solidFill>
                  <a:srgbClr val="093B70"/>
                </a:solidFill>
                <a:latin typeface="Trebuchet MS"/>
                <a:cs typeface="Trebuchet MS"/>
              </a:rPr>
              <a:t>Process</a:t>
            </a:r>
            <a:endParaRPr sz="2400">
              <a:latin typeface="Trebuchet MS"/>
              <a:cs typeface="Trebuchet MS"/>
            </a:endParaRPr>
          </a:p>
          <a:p>
            <a:pPr marL="756285" marR="5080" indent="-28702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solidFill>
                  <a:srgbClr val="093B70"/>
                </a:solidFill>
                <a:latin typeface="Arial MT"/>
                <a:cs typeface="Arial MT"/>
              </a:rPr>
              <a:t>–</a:t>
            </a:r>
            <a:r>
              <a:rPr sz="2400" spc="60" dirty="0">
                <a:solidFill>
                  <a:srgbClr val="093B70"/>
                </a:solidFill>
                <a:latin typeface="Arial MT"/>
                <a:cs typeface="Arial MT"/>
              </a:rPr>
              <a:t> </a:t>
            </a:r>
            <a:r>
              <a:rPr sz="2400" spc="-45" dirty="0">
                <a:solidFill>
                  <a:srgbClr val="093B70"/>
                </a:solidFill>
                <a:latin typeface="Trebuchet MS"/>
                <a:cs typeface="Trebuchet MS"/>
              </a:rPr>
              <a:t>Grouping</a:t>
            </a:r>
            <a:r>
              <a:rPr sz="2400" spc="-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75" dirty="0">
                <a:solidFill>
                  <a:srgbClr val="093B70"/>
                </a:solidFill>
                <a:latin typeface="Trebuchet MS"/>
                <a:cs typeface="Trebuchet MS"/>
              </a:rPr>
              <a:t>jobs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on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45" dirty="0">
                <a:solidFill>
                  <a:srgbClr val="093B70"/>
                </a:solidFill>
                <a:latin typeface="Trebuchet MS"/>
                <a:cs typeface="Trebuchet MS"/>
              </a:rPr>
              <a:t>the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093B70"/>
                </a:solidFill>
                <a:latin typeface="Trebuchet MS"/>
                <a:cs typeface="Trebuchet MS"/>
              </a:rPr>
              <a:t>basis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80" dirty="0">
                <a:solidFill>
                  <a:srgbClr val="093B70"/>
                </a:solidFill>
                <a:latin typeface="Trebuchet MS"/>
                <a:cs typeface="Trebuchet MS"/>
              </a:rPr>
              <a:t>of </a:t>
            </a:r>
            <a:r>
              <a:rPr sz="2400" spc="-100" dirty="0">
                <a:solidFill>
                  <a:srgbClr val="093B70"/>
                </a:solidFill>
                <a:latin typeface="Trebuchet MS"/>
                <a:cs typeface="Trebuchet MS"/>
              </a:rPr>
              <a:t>product</a:t>
            </a:r>
            <a:r>
              <a:rPr sz="2400" spc="-4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or</a:t>
            </a:r>
            <a:r>
              <a:rPr sz="2400" spc="-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0" dirty="0">
                <a:solidFill>
                  <a:srgbClr val="093B70"/>
                </a:solidFill>
                <a:latin typeface="Trebuchet MS"/>
                <a:cs typeface="Trebuchet MS"/>
              </a:rPr>
              <a:t>customer</a:t>
            </a:r>
            <a:r>
              <a:rPr sz="2400" spc="-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flow</a:t>
            </a:r>
            <a:endParaRPr sz="24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b="1" spc="65" dirty="0">
                <a:solidFill>
                  <a:srgbClr val="093B70"/>
                </a:solidFill>
                <a:latin typeface="Trebuchet MS"/>
                <a:cs typeface="Trebuchet MS"/>
              </a:rPr>
              <a:t>Customer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96531" y="4132326"/>
            <a:ext cx="408686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tabLst>
                <a:tab pos="1722755" algn="l"/>
                <a:tab pos="2489200" algn="l"/>
                <a:tab pos="3035300" algn="l"/>
                <a:tab pos="3830320" algn="l"/>
              </a:tabLst>
            </a:pPr>
            <a:r>
              <a:rPr sz="2400" dirty="0">
                <a:solidFill>
                  <a:srgbClr val="093B70"/>
                </a:solidFill>
                <a:latin typeface="Arial MT"/>
                <a:cs typeface="Arial MT"/>
              </a:rPr>
              <a:t>–</a:t>
            </a:r>
            <a:r>
              <a:rPr sz="2400" spc="240" dirty="0">
                <a:solidFill>
                  <a:srgbClr val="093B7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Grouping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jobs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by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type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155" dirty="0">
                <a:solidFill>
                  <a:srgbClr val="093B70"/>
                </a:solidFill>
                <a:latin typeface="Trebuchet MS"/>
                <a:cs typeface="Trebuchet MS"/>
              </a:rPr>
              <a:t>of </a:t>
            </a:r>
            <a:r>
              <a:rPr sz="2400" spc="-100" dirty="0">
                <a:solidFill>
                  <a:srgbClr val="093B70"/>
                </a:solidFill>
                <a:latin typeface="Trebuchet MS"/>
                <a:cs typeface="Trebuchet MS"/>
              </a:rPr>
              <a:t>customer</a:t>
            </a:r>
            <a:r>
              <a:rPr sz="2400" spc="-4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60" dirty="0">
                <a:solidFill>
                  <a:srgbClr val="093B70"/>
                </a:solidFill>
                <a:latin typeface="Trebuchet MS"/>
                <a:cs typeface="Trebuchet MS"/>
              </a:rPr>
              <a:t>and</a:t>
            </a:r>
            <a:r>
              <a:rPr sz="2400" spc="-4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needs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135" dirty="0"/>
              <a:t>DEPARTMENTALIZATION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4611" y="1717548"/>
            <a:ext cx="11542776" cy="264414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944354" y="6463101"/>
            <a:ext cx="1299845" cy="1917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21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599166" y="6416476"/>
            <a:ext cx="254000" cy="29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5"/>
              </a:lnSpc>
            </a:pP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09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135" dirty="0"/>
              <a:t>DEPARTMENTALIZATION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2711" y="1674876"/>
            <a:ext cx="11423904" cy="221437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944354" y="6463101"/>
            <a:ext cx="1299845" cy="1917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22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35"/>
              </a:lnSpc>
            </a:pPr>
            <a:r>
              <a:rPr spc="-25" dirty="0"/>
              <a:t>10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135" dirty="0"/>
              <a:t>DEPARTMENTALIZATION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2063" y="1353311"/>
            <a:ext cx="11167872" cy="384200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944354" y="6463101"/>
            <a:ext cx="1299845" cy="1917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22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35"/>
              </a:lnSpc>
            </a:pPr>
            <a:r>
              <a:rPr spc="-25" dirty="0"/>
              <a:t>11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135" dirty="0"/>
              <a:t>DEPARTMENTALIZATION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6655" y="1883664"/>
            <a:ext cx="11035284" cy="228904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944354" y="6463101"/>
            <a:ext cx="1299845" cy="1917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22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35"/>
              </a:lnSpc>
            </a:pPr>
            <a:r>
              <a:rPr spc="-25" dirty="0"/>
              <a:t>12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135" dirty="0"/>
              <a:t>DEPARTMENTALIZATION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3004" y="1949195"/>
            <a:ext cx="11365992" cy="217779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944354" y="6463101"/>
            <a:ext cx="1299845" cy="1917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22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35"/>
              </a:lnSpc>
            </a:pPr>
            <a:r>
              <a:rPr spc="-25" dirty="0"/>
              <a:t>13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09150" y="6391655"/>
            <a:ext cx="1830197" cy="36086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180" dirty="0"/>
              <a:t>MECHANISTIC</a:t>
            </a:r>
            <a:r>
              <a:rPr sz="3200" spc="229" dirty="0"/>
              <a:t> </a:t>
            </a:r>
            <a:r>
              <a:rPr sz="3200" spc="135" dirty="0"/>
              <a:t>AND</a:t>
            </a:r>
            <a:r>
              <a:rPr sz="3200" spc="385" dirty="0"/>
              <a:t> </a:t>
            </a:r>
            <a:r>
              <a:rPr sz="3200" spc="170" dirty="0"/>
              <a:t>ORGANIC</a:t>
            </a:r>
            <a:r>
              <a:rPr sz="3200" spc="365" dirty="0"/>
              <a:t> </a:t>
            </a:r>
            <a:r>
              <a:rPr sz="3200" spc="165" dirty="0"/>
              <a:t>STRUCTURES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441451" y="1269186"/>
            <a:ext cx="11252835" cy="106172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295"/>
              </a:spcBef>
              <a:buFont typeface="Arial MT"/>
              <a:buChar char="•"/>
              <a:tabLst>
                <a:tab pos="299085" algn="l"/>
              </a:tabLst>
            </a:pP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Mechanistic</a:t>
            </a:r>
            <a:r>
              <a:rPr sz="2400" b="1" spc="-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organization</a:t>
            </a:r>
            <a:r>
              <a:rPr sz="2400" b="1" spc="-1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310" dirty="0">
                <a:solidFill>
                  <a:srgbClr val="093B70"/>
                </a:solidFill>
                <a:latin typeface="Trebuchet MS"/>
                <a:cs typeface="Trebuchet MS"/>
              </a:rPr>
              <a:t>–</a:t>
            </a:r>
            <a:r>
              <a:rPr sz="2400" spc="-4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90" dirty="0">
                <a:solidFill>
                  <a:srgbClr val="093B70"/>
                </a:solidFill>
                <a:latin typeface="Trebuchet MS"/>
                <a:cs typeface="Trebuchet MS"/>
              </a:rPr>
              <a:t>an</a:t>
            </a:r>
            <a:r>
              <a:rPr sz="2400" spc="-4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45" dirty="0">
                <a:solidFill>
                  <a:srgbClr val="093B70"/>
                </a:solidFill>
                <a:latin typeface="Trebuchet MS"/>
                <a:cs typeface="Trebuchet MS"/>
              </a:rPr>
              <a:t>organizational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40" dirty="0">
                <a:solidFill>
                  <a:srgbClr val="093B70"/>
                </a:solidFill>
                <a:latin typeface="Trebuchet MS"/>
                <a:cs typeface="Trebuchet MS"/>
              </a:rPr>
              <a:t>design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25" dirty="0">
                <a:solidFill>
                  <a:srgbClr val="093B70"/>
                </a:solidFill>
                <a:latin typeface="Trebuchet MS"/>
                <a:cs typeface="Trebuchet MS"/>
              </a:rPr>
              <a:t>that’s</a:t>
            </a:r>
            <a:r>
              <a:rPr sz="2400" spc="-4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30" dirty="0">
                <a:solidFill>
                  <a:srgbClr val="093B70"/>
                </a:solidFill>
                <a:latin typeface="Trebuchet MS"/>
                <a:cs typeface="Trebuchet MS"/>
              </a:rPr>
              <a:t>rigid</a:t>
            </a:r>
            <a:r>
              <a:rPr sz="2400" spc="-4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60" dirty="0">
                <a:solidFill>
                  <a:srgbClr val="093B70"/>
                </a:solidFill>
                <a:latin typeface="Trebuchet MS"/>
                <a:cs typeface="Trebuchet MS"/>
              </a:rPr>
              <a:t>and</a:t>
            </a:r>
            <a:r>
              <a:rPr sz="2400" spc="-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70" dirty="0">
                <a:solidFill>
                  <a:srgbClr val="093B70"/>
                </a:solidFill>
                <a:latin typeface="Trebuchet MS"/>
                <a:cs typeface="Trebuchet MS"/>
              </a:rPr>
              <a:t>tightly</a:t>
            </a:r>
            <a:r>
              <a:rPr sz="2400" spc="-4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85" dirty="0">
                <a:solidFill>
                  <a:srgbClr val="093B70"/>
                </a:solidFill>
                <a:latin typeface="Trebuchet MS"/>
                <a:cs typeface="Trebuchet MS"/>
              </a:rPr>
              <a:t>controlled.</a:t>
            </a:r>
            <a:endParaRPr sz="2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99085" algn="l"/>
              </a:tabLst>
            </a:pPr>
            <a:r>
              <a:rPr sz="2400" b="1" spc="55" dirty="0">
                <a:solidFill>
                  <a:srgbClr val="093B70"/>
                </a:solidFill>
                <a:latin typeface="Trebuchet MS"/>
                <a:cs typeface="Trebuchet MS"/>
              </a:rPr>
              <a:t>Organic</a:t>
            </a:r>
            <a:r>
              <a:rPr sz="2400" b="1" spc="-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organization</a:t>
            </a:r>
            <a:r>
              <a:rPr sz="2400" b="1" spc="-2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310" dirty="0">
                <a:solidFill>
                  <a:srgbClr val="093B70"/>
                </a:solidFill>
                <a:latin typeface="Trebuchet MS"/>
                <a:cs typeface="Trebuchet MS"/>
              </a:rPr>
              <a:t>–</a:t>
            </a:r>
            <a:r>
              <a:rPr sz="2400" spc="-1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95" dirty="0">
                <a:solidFill>
                  <a:srgbClr val="093B70"/>
                </a:solidFill>
                <a:latin typeface="Trebuchet MS"/>
                <a:cs typeface="Trebuchet MS"/>
              </a:rPr>
              <a:t>an</a:t>
            </a:r>
            <a:r>
              <a:rPr sz="2400" spc="-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45" dirty="0">
                <a:solidFill>
                  <a:srgbClr val="093B70"/>
                </a:solidFill>
                <a:latin typeface="Trebuchet MS"/>
                <a:cs typeface="Trebuchet MS"/>
              </a:rPr>
              <a:t>organizational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45" dirty="0">
                <a:solidFill>
                  <a:srgbClr val="093B70"/>
                </a:solidFill>
                <a:latin typeface="Trebuchet MS"/>
                <a:cs typeface="Trebuchet MS"/>
              </a:rPr>
              <a:t>design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25" dirty="0">
                <a:solidFill>
                  <a:srgbClr val="093B70"/>
                </a:solidFill>
                <a:latin typeface="Trebuchet MS"/>
                <a:cs typeface="Trebuchet MS"/>
              </a:rPr>
              <a:t>that’s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70" dirty="0">
                <a:solidFill>
                  <a:srgbClr val="093B70"/>
                </a:solidFill>
                <a:latin typeface="Trebuchet MS"/>
                <a:cs typeface="Trebuchet MS"/>
              </a:rPr>
              <a:t>highly</a:t>
            </a:r>
            <a:r>
              <a:rPr sz="2400" spc="-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90" dirty="0">
                <a:solidFill>
                  <a:srgbClr val="093B70"/>
                </a:solidFill>
                <a:latin typeface="Trebuchet MS"/>
                <a:cs typeface="Trebuchet MS"/>
              </a:rPr>
              <a:t>adaptive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60" dirty="0">
                <a:solidFill>
                  <a:srgbClr val="093B70"/>
                </a:solidFill>
                <a:latin typeface="Trebuchet MS"/>
                <a:cs typeface="Trebuchet MS"/>
              </a:rPr>
              <a:t>and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30" dirty="0">
                <a:solidFill>
                  <a:srgbClr val="093B70"/>
                </a:solidFill>
                <a:latin typeface="Trebuchet MS"/>
                <a:cs typeface="Trebuchet MS"/>
              </a:rPr>
              <a:t>flexible.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36292" y="3156204"/>
            <a:ext cx="7684008" cy="275996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944354" y="6463101"/>
            <a:ext cx="1299845" cy="1917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26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35"/>
              </a:lnSpc>
            </a:pPr>
            <a:r>
              <a:rPr spc="-25" dirty="0"/>
              <a:t>24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180" dirty="0"/>
              <a:t>MECHANISTIC</a:t>
            </a:r>
            <a:r>
              <a:rPr sz="3200" spc="229" dirty="0"/>
              <a:t> </a:t>
            </a:r>
            <a:r>
              <a:rPr sz="3200" spc="135" dirty="0"/>
              <a:t>AND</a:t>
            </a:r>
            <a:r>
              <a:rPr sz="3200" spc="385" dirty="0"/>
              <a:t> </a:t>
            </a:r>
            <a:r>
              <a:rPr sz="3200" spc="170" dirty="0"/>
              <a:t>ORGANIC</a:t>
            </a:r>
            <a:r>
              <a:rPr sz="3200" spc="365" dirty="0"/>
              <a:t> </a:t>
            </a:r>
            <a:r>
              <a:rPr sz="3200" spc="165" dirty="0"/>
              <a:t>STRUCTURES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7508" y="1670304"/>
            <a:ext cx="9144000" cy="338937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944354" y="6463101"/>
            <a:ext cx="1299845" cy="1917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26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35"/>
              </a:lnSpc>
            </a:pPr>
            <a:r>
              <a:rPr spc="-25" dirty="0"/>
              <a:t>25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09150" y="6391655"/>
            <a:ext cx="1830197" cy="36086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1451" y="393649"/>
            <a:ext cx="8202930" cy="953769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5"/>
              </a:spcBef>
            </a:pPr>
            <a:r>
              <a:rPr sz="3200" spc="175" dirty="0"/>
              <a:t>CONTINGENCY</a:t>
            </a:r>
            <a:r>
              <a:rPr sz="3200" spc="325" dirty="0"/>
              <a:t> </a:t>
            </a:r>
            <a:r>
              <a:rPr sz="3200" spc="135" dirty="0"/>
              <a:t>FACTORS</a:t>
            </a:r>
            <a:r>
              <a:rPr sz="3200" spc="260" dirty="0"/>
              <a:t> </a:t>
            </a:r>
            <a:r>
              <a:rPr sz="3200" spc="160" dirty="0"/>
              <a:t>AFFECTING </a:t>
            </a:r>
            <a:r>
              <a:rPr sz="3200" spc="175" dirty="0"/>
              <a:t>STRUCTURAL</a:t>
            </a:r>
            <a:r>
              <a:rPr sz="3200" spc="305" dirty="0"/>
              <a:t> </a:t>
            </a:r>
            <a:r>
              <a:rPr sz="3200" spc="155" dirty="0"/>
              <a:t>CHOICE</a:t>
            </a:r>
            <a:endParaRPr sz="3200"/>
          </a:p>
        </p:txBody>
      </p:sp>
      <p:grpSp>
        <p:nvGrpSpPr>
          <p:cNvPr id="4" name="object 4"/>
          <p:cNvGrpSpPr/>
          <p:nvPr/>
        </p:nvGrpSpPr>
        <p:grpSpPr>
          <a:xfrm>
            <a:off x="1065275" y="1572767"/>
            <a:ext cx="8601710" cy="4398645"/>
            <a:chOff x="1065275" y="1572767"/>
            <a:chExt cx="8601710" cy="439864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5275" y="1572767"/>
              <a:ext cx="2671572" cy="439826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83808" y="1720595"/>
              <a:ext cx="3581399" cy="103022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082284" y="1719833"/>
              <a:ext cx="3584575" cy="1032510"/>
            </a:xfrm>
            <a:custGeom>
              <a:avLst/>
              <a:gdLst/>
              <a:ahLst/>
              <a:cxnLst/>
              <a:rect l="l" t="t" r="r" b="b"/>
              <a:pathLst>
                <a:path w="3584575" h="1032510">
                  <a:moveTo>
                    <a:pt x="1792223" y="0"/>
                  </a:moveTo>
                  <a:lnTo>
                    <a:pt x="1608963" y="2539"/>
                  </a:lnTo>
                  <a:lnTo>
                    <a:pt x="1431036" y="10160"/>
                  </a:lnTo>
                  <a:lnTo>
                    <a:pt x="1259332" y="22860"/>
                  </a:lnTo>
                  <a:lnTo>
                    <a:pt x="1094613" y="40639"/>
                  </a:lnTo>
                  <a:lnTo>
                    <a:pt x="1015238" y="50800"/>
                  </a:lnTo>
                  <a:lnTo>
                    <a:pt x="938021" y="62230"/>
                  </a:lnTo>
                  <a:lnTo>
                    <a:pt x="790193" y="87630"/>
                  </a:lnTo>
                  <a:lnTo>
                    <a:pt x="652271" y="118110"/>
                  </a:lnTo>
                  <a:lnTo>
                    <a:pt x="587247" y="134620"/>
                  </a:lnTo>
                  <a:lnTo>
                    <a:pt x="524890" y="151130"/>
                  </a:lnTo>
                  <a:lnTo>
                    <a:pt x="465582" y="168910"/>
                  </a:lnTo>
                  <a:lnTo>
                    <a:pt x="409320" y="187960"/>
                  </a:lnTo>
                  <a:lnTo>
                    <a:pt x="355980" y="207010"/>
                  </a:lnTo>
                  <a:lnTo>
                    <a:pt x="306069" y="227330"/>
                  </a:lnTo>
                  <a:lnTo>
                    <a:pt x="259461" y="248920"/>
                  </a:lnTo>
                  <a:lnTo>
                    <a:pt x="216280" y="270510"/>
                  </a:lnTo>
                  <a:lnTo>
                    <a:pt x="176783" y="292100"/>
                  </a:lnTo>
                  <a:lnTo>
                    <a:pt x="140842" y="314960"/>
                  </a:lnTo>
                  <a:lnTo>
                    <a:pt x="108712" y="339089"/>
                  </a:lnTo>
                  <a:lnTo>
                    <a:pt x="56387" y="387350"/>
                  </a:lnTo>
                  <a:lnTo>
                    <a:pt x="20700" y="438150"/>
                  </a:lnTo>
                  <a:lnTo>
                    <a:pt x="2286" y="490220"/>
                  </a:lnTo>
                  <a:lnTo>
                    <a:pt x="0" y="516889"/>
                  </a:lnTo>
                  <a:lnTo>
                    <a:pt x="2286" y="543560"/>
                  </a:lnTo>
                  <a:lnTo>
                    <a:pt x="20700" y="595630"/>
                  </a:lnTo>
                  <a:lnTo>
                    <a:pt x="56387" y="645160"/>
                  </a:lnTo>
                  <a:lnTo>
                    <a:pt x="108712" y="694689"/>
                  </a:lnTo>
                  <a:lnTo>
                    <a:pt x="140842" y="717550"/>
                  </a:lnTo>
                  <a:lnTo>
                    <a:pt x="176783" y="740410"/>
                  </a:lnTo>
                  <a:lnTo>
                    <a:pt x="216280" y="763270"/>
                  </a:lnTo>
                  <a:lnTo>
                    <a:pt x="259461" y="784860"/>
                  </a:lnTo>
                  <a:lnTo>
                    <a:pt x="306069" y="805180"/>
                  </a:lnTo>
                  <a:lnTo>
                    <a:pt x="355980" y="825500"/>
                  </a:lnTo>
                  <a:lnTo>
                    <a:pt x="409320" y="844550"/>
                  </a:lnTo>
                  <a:lnTo>
                    <a:pt x="465582" y="863600"/>
                  </a:lnTo>
                  <a:lnTo>
                    <a:pt x="524890" y="881380"/>
                  </a:lnTo>
                  <a:lnTo>
                    <a:pt x="587247" y="899160"/>
                  </a:lnTo>
                  <a:lnTo>
                    <a:pt x="652271" y="915670"/>
                  </a:lnTo>
                  <a:lnTo>
                    <a:pt x="719836" y="930910"/>
                  </a:lnTo>
                  <a:lnTo>
                    <a:pt x="862964" y="958850"/>
                  </a:lnTo>
                  <a:lnTo>
                    <a:pt x="1015238" y="981710"/>
                  </a:lnTo>
                  <a:lnTo>
                    <a:pt x="1176019" y="1002030"/>
                  </a:lnTo>
                  <a:lnTo>
                    <a:pt x="1344294" y="1017270"/>
                  </a:lnTo>
                  <a:lnTo>
                    <a:pt x="1519300" y="1027430"/>
                  </a:lnTo>
                  <a:lnTo>
                    <a:pt x="1608963" y="1029970"/>
                  </a:lnTo>
                  <a:lnTo>
                    <a:pt x="1792223" y="1032510"/>
                  </a:lnTo>
                  <a:lnTo>
                    <a:pt x="1975485" y="1029970"/>
                  </a:lnTo>
                  <a:lnTo>
                    <a:pt x="2065146" y="1027430"/>
                  </a:lnTo>
                  <a:lnTo>
                    <a:pt x="2087213" y="1026160"/>
                  </a:lnTo>
                  <a:lnTo>
                    <a:pt x="1792096" y="1026160"/>
                  </a:lnTo>
                  <a:lnTo>
                    <a:pt x="1609089" y="1023620"/>
                  </a:lnTo>
                  <a:lnTo>
                    <a:pt x="1519555" y="1021080"/>
                  </a:lnTo>
                  <a:lnTo>
                    <a:pt x="1344802" y="1010920"/>
                  </a:lnTo>
                  <a:lnTo>
                    <a:pt x="1176655" y="995680"/>
                  </a:lnTo>
                  <a:lnTo>
                    <a:pt x="1095374" y="986789"/>
                  </a:lnTo>
                  <a:lnTo>
                    <a:pt x="863981" y="952500"/>
                  </a:lnTo>
                  <a:lnTo>
                    <a:pt x="721233" y="924560"/>
                  </a:lnTo>
                  <a:lnTo>
                    <a:pt x="653668" y="909320"/>
                  </a:lnTo>
                  <a:lnTo>
                    <a:pt x="588771" y="892810"/>
                  </a:lnTo>
                  <a:lnTo>
                    <a:pt x="526541" y="876300"/>
                  </a:lnTo>
                  <a:lnTo>
                    <a:pt x="411352" y="839470"/>
                  </a:lnTo>
                  <a:lnTo>
                    <a:pt x="358266" y="819150"/>
                  </a:lnTo>
                  <a:lnTo>
                    <a:pt x="308482" y="798830"/>
                  </a:lnTo>
                  <a:lnTo>
                    <a:pt x="262000" y="778510"/>
                  </a:lnTo>
                  <a:lnTo>
                    <a:pt x="219201" y="756920"/>
                  </a:lnTo>
                  <a:lnTo>
                    <a:pt x="179958" y="735330"/>
                  </a:lnTo>
                  <a:lnTo>
                    <a:pt x="144271" y="712470"/>
                  </a:lnTo>
                  <a:lnTo>
                    <a:pt x="112521" y="688339"/>
                  </a:lnTo>
                  <a:lnTo>
                    <a:pt x="60960" y="641350"/>
                  </a:lnTo>
                  <a:lnTo>
                    <a:pt x="26035" y="591820"/>
                  </a:lnTo>
                  <a:lnTo>
                    <a:pt x="15538" y="567689"/>
                  </a:lnTo>
                  <a:lnTo>
                    <a:pt x="15366" y="567689"/>
                  </a:lnTo>
                  <a:lnTo>
                    <a:pt x="15073" y="566710"/>
                  </a:lnTo>
                  <a:lnTo>
                    <a:pt x="15034" y="566420"/>
                  </a:lnTo>
                  <a:lnTo>
                    <a:pt x="8714" y="542289"/>
                  </a:lnTo>
                  <a:lnTo>
                    <a:pt x="8381" y="541020"/>
                  </a:lnTo>
                  <a:lnTo>
                    <a:pt x="8527" y="541020"/>
                  </a:lnTo>
                  <a:lnTo>
                    <a:pt x="6458" y="516889"/>
                  </a:lnTo>
                  <a:lnTo>
                    <a:pt x="8527" y="491489"/>
                  </a:lnTo>
                  <a:lnTo>
                    <a:pt x="8381" y="491489"/>
                  </a:lnTo>
                  <a:lnTo>
                    <a:pt x="8636" y="490220"/>
                  </a:lnTo>
                  <a:lnTo>
                    <a:pt x="15034" y="466089"/>
                  </a:lnTo>
                  <a:lnTo>
                    <a:pt x="15366" y="464820"/>
                  </a:lnTo>
                  <a:lnTo>
                    <a:pt x="15557" y="464820"/>
                  </a:lnTo>
                  <a:lnTo>
                    <a:pt x="26415" y="440689"/>
                  </a:lnTo>
                  <a:lnTo>
                    <a:pt x="61340" y="391160"/>
                  </a:lnTo>
                  <a:lnTo>
                    <a:pt x="112902" y="344170"/>
                  </a:lnTo>
                  <a:lnTo>
                    <a:pt x="144652" y="320039"/>
                  </a:lnTo>
                  <a:lnTo>
                    <a:pt x="180212" y="298450"/>
                  </a:lnTo>
                  <a:lnTo>
                    <a:pt x="219455" y="275589"/>
                  </a:lnTo>
                  <a:lnTo>
                    <a:pt x="262254" y="254000"/>
                  </a:lnTo>
                  <a:lnTo>
                    <a:pt x="308737" y="233680"/>
                  </a:lnTo>
                  <a:lnTo>
                    <a:pt x="358393" y="213360"/>
                  </a:lnTo>
                  <a:lnTo>
                    <a:pt x="411479" y="194310"/>
                  </a:lnTo>
                  <a:lnTo>
                    <a:pt x="467613" y="175260"/>
                  </a:lnTo>
                  <a:lnTo>
                    <a:pt x="526795" y="157480"/>
                  </a:lnTo>
                  <a:lnTo>
                    <a:pt x="588898" y="139700"/>
                  </a:lnTo>
                  <a:lnTo>
                    <a:pt x="721360" y="109220"/>
                  </a:lnTo>
                  <a:lnTo>
                    <a:pt x="791463" y="93980"/>
                  </a:lnTo>
                  <a:lnTo>
                    <a:pt x="939038" y="68580"/>
                  </a:lnTo>
                  <a:lnTo>
                    <a:pt x="1016254" y="57150"/>
                  </a:lnTo>
                  <a:lnTo>
                    <a:pt x="1176782" y="36830"/>
                  </a:lnTo>
                  <a:lnTo>
                    <a:pt x="1259966" y="29210"/>
                  </a:lnTo>
                  <a:lnTo>
                    <a:pt x="1431416" y="16510"/>
                  </a:lnTo>
                  <a:lnTo>
                    <a:pt x="1609216" y="8889"/>
                  </a:lnTo>
                  <a:lnTo>
                    <a:pt x="1792350" y="6350"/>
                  </a:lnTo>
                  <a:lnTo>
                    <a:pt x="2065146" y="6350"/>
                  </a:lnTo>
                  <a:lnTo>
                    <a:pt x="1975485" y="2539"/>
                  </a:lnTo>
                  <a:lnTo>
                    <a:pt x="1792223" y="0"/>
                  </a:lnTo>
                  <a:close/>
                </a:path>
                <a:path w="3584575" h="1032510">
                  <a:moveTo>
                    <a:pt x="3569337" y="566710"/>
                  </a:moveTo>
                  <a:lnTo>
                    <a:pt x="3542665" y="617220"/>
                  </a:lnTo>
                  <a:lnTo>
                    <a:pt x="3499358" y="665480"/>
                  </a:lnTo>
                  <a:lnTo>
                    <a:pt x="3439794" y="712470"/>
                  </a:lnTo>
                  <a:lnTo>
                    <a:pt x="3404362" y="735330"/>
                  </a:lnTo>
                  <a:lnTo>
                    <a:pt x="3364991" y="756920"/>
                  </a:lnTo>
                  <a:lnTo>
                    <a:pt x="3322192" y="778510"/>
                  </a:lnTo>
                  <a:lnTo>
                    <a:pt x="3275838" y="800100"/>
                  </a:lnTo>
                  <a:lnTo>
                    <a:pt x="3172967" y="839470"/>
                  </a:lnTo>
                  <a:lnTo>
                    <a:pt x="3057651" y="876300"/>
                  </a:lnTo>
                  <a:lnTo>
                    <a:pt x="2995675" y="892810"/>
                  </a:lnTo>
                  <a:lnTo>
                    <a:pt x="2930779" y="909320"/>
                  </a:lnTo>
                  <a:lnTo>
                    <a:pt x="2863088" y="924560"/>
                  </a:lnTo>
                  <a:lnTo>
                    <a:pt x="2720466" y="952500"/>
                  </a:lnTo>
                  <a:lnTo>
                    <a:pt x="2489072" y="986789"/>
                  </a:lnTo>
                  <a:lnTo>
                    <a:pt x="2407792" y="995680"/>
                  </a:lnTo>
                  <a:lnTo>
                    <a:pt x="2239517" y="1010920"/>
                  </a:lnTo>
                  <a:lnTo>
                    <a:pt x="2064892" y="1021080"/>
                  </a:lnTo>
                  <a:lnTo>
                    <a:pt x="1975231" y="1023620"/>
                  </a:lnTo>
                  <a:lnTo>
                    <a:pt x="1792096" y="1026160"/>
                  </a:lnTo>
                  <a:lnTo>
                    <a:pt x="2087213" y="1026160"/>
                  </a:lnTo>
                  <a:lnTo>
                    <a:pt x="2240025" y="1017270"/>
                  </a:lnTo>
                  <a:lnTo>
                    <a:pt x="2408427" y="1002030"/>
                  </a:lnTo>
                  <a:lnTo>
                    <a:pt x="2569210" y="981710"/>
                  </a:lnTo>
                  <a:lnTo>
                    <a:pt x="2721610" y="958850"/>
                  </a:lnTo>
                  <a:lnTo>
                    <a:pt x="2864485" y="930910"/>
                  </a:lnTo>
                  <a:lnTo>
                    <a:pt x="2932302" y="915670"/>
                  </a:lnTo>
                  <a:lnTo>
                    <a:pt x="2997326" y="899160"/>
                  </a:lnTo>
                  <a:lnTo>
                    <a:pt x="3059557" y="881380"/>
                  </a:lnTo>
                  <a:lnTo>
                    <a:pt x="3118866" y="863600"/>
                  </a:lnTo>
                  <a:lnTo>
                    <a:pt x="3175126" y="844550"/>
                  </a:lnTo>
                  <a:lnTo>
                    <a:pt x="3228340" y="825500"/>
                  </a:lnTo>
                  <a:lnTo>
                    <a:pt x="3278377" y="805180"/>
                  </a:lnTo>
                  <a:lnTo>
                    <a:pt x="3324987" y="784860"/>
                  </a:lnTo>
                  <a:lnTo>
                    <a:pt x="3368166" y="763270"/>
                  </a:lnTo>
                  <a:lnTo>
                    <a:pt x="3407791" y="740410"/>
                  </a:lnTo>
                  <a:lnTo>
                    <a:pt x="3443605" y="717550"/>
                  </a:lnTo>
                  <a:lnTo>
                    <a:pt x="3475609" y="694689"/>
                  </a:lnTo>
                  <a:lnTo>
                    <a:pt x="3528060" y="645160"/>
                  </a:lnTo>
                  <a:lnTo>
                    <a:pt x="3563746" y="595630"/>
                  </a:lnTo>
                  <a:lnTo>
                    <a:pt x="3575526" y="567689"/>
                  </a:lnTo>
                  <a:lnTo>
                    <a:pt x="3569081" y="567689"/>
                  </a:lnTo>
                  <a:lnTo>
                    <a:pt x="3569337" y="566710"/>
                  </a:lnTo>
                  <a:close/>
                </a:path>
                <a:path w="3584575" h="1032510">
                  <a:moveTo>
                    <a:pt x="14986" y="566420"/>
                  </a:moveTo>
                  <a:lnTo>
                    <a:pt x="15366" y="567689"/>
                  </a:lnTo>
                  <a:lnTo>
                    <a:pt x="15110" y="566710"/>
                  </a:lnTo>
                  <a:lnTo>
                    <a:pt x="14986" y="566420"/>
                  </a:lnTo>
                  <a:close/>
                </a:path>
                <a:path w="3584575" h="1032510">
                  <a:moveTo>
                    <a:pt x="15107" y="566699"/>
                  </a:moveTo>
                  <a:lnTo>
                    <a:pt x="15366" y="567689"/>
                  </a:lnTo>
                  <a:lnTo>
                    <a:pt x="15538" y="567689"/>
                  </a:lnTo>
                  <a:lnTo>
                    <a:pt x="15107" y="566699"/>
                  </a:lnTo>
                  <a:close/>
                </a:path>
                <a:path w="3584575" h="1032510">
                  <a:moveTo>
                    <a:pt x="3569462" y="566420"/>
                  </a:moveTo>
                  <a:lnTo>
                    <a:pt x="3569337" y="566710"/>
                  </a:lnTo>
                  <a:lnTo>
                    <a:pt x="3569081" y="567689"/>
                  </a:lnTo>
                  <a:lnTo>
                    <a:pt x="3569462" y="566420"/>
                  </a:lnTo>
                  <a:close/>
                </a:path>
                <a:path w="3584575" h="1032510">
                  <a:moveTo>
                    <a:pt x="3575875" y="566420"/>
                  </a:moveTo>
                  <a:lnTo>
                    <a:pt x="3569462" y="566420"/>
                  </a:lnTo>
                  <a:lnTo>
                    <a:pt x="3569081" y="567689"/>
                  </a:lnTo>
                  <a:lnTo>
                    <a:pt x="3575526" y="567689"/>
                  </a:lnTo>
                  <a:lnTo>
                    <a:pt x="3575875" y="566420"/>
                  </a:lnTo>
                  <a:close/>
                </a:path>
                <a:path w="3584575" h="1032510">
                  <a:moveTo>
                    <a:pt x="3582379" y="541020"/>
                  </a:moveTo>
                  <a:lnTo>
                    <a:pt x="3576066" y="541020"/>
                  </a:lnTo>
                  <a:lnTo>
                    <a:pt x="3575812" y="542289"/>
                  </a:lnTo>
                  <a:lnTo>
                    <a:pt x="3569337" y="566710"/>
                  </a:lnTo>
                  <a:lnTo>
                    <a:pt x="3569462" y="566420"/>
                  </a:lnTo>
                  <a:lnTo>
                    <a:pt x="3575875" y="566420"/>
                  </a:lnTo>
                  <a:lnTo>
                    <a:pt x="3582162" y="543560"/>
                  </a:lnTo>
                  <a:lnTo>
                    <a:pt x="3582379" y="541020"/>
                  </a:lnTo>
                  <a:close/>
                </a:path>
                <a:path w="3584575" h="1032510">
                  <a:moveTo>
                    <a:pt x="15034" y="566420"/>
                  </a:moveTo>
                  <a:lnTo>
                    <a:pt x="15107" y="566699"/>
                  </a:lnTo>
                  <a:lnTo>
                    <a:pt x="15034" y="566420"/>
                  </a:lnTo>
                  <a:close/>
                </a:path>
                <a:path w="3584575" h="1032510">
                  <a:moveTo>
                    <a:pt x="8381" y="541020"/>
                  </a:moveTo>
                  <a:lnTo>
                    <a:pt x="8636" y="542289"/>
                  </a:lnTo>
                  <a:lnTo>
                    <a:pt x="8597" y="541843"/>
                  </a:lnTo>
                  <a:lnTo>
                    <a:pt x="8381" y="541020"/>
                  </a:lnTo>
                  <a:close/>
                </a:path>
                <a:path w="3584575" h="1032510">
                  <a:moveTo>
                    <a:pt x="8597" y="541843"/>
                  </a:moveTo>
                  <a:lnTo>
                    <a:pt x="8636" y="542289"/>
                  </a:lnTo>
                  <a:lnTo>
                    <a:pt x="8597" y="541843"/>
                  </a:lnTo>
                  <a:close/>
                </a:path>
                <a:path w="3584575" h="1032510">
                  <a:moveTo>
                    <a:pt x="3575850" y="541843"/>
                  </a:moveTo>
                  <a:lnTo>
                    <a:pt x="3575733" y="542289"/>
                  </a:lnTo>
                  <a:lnTo>
                    <a:pt x="3575850" y="541843"/>
                  </a:lnTo>
                  <a:close/>
                </a:path>
                <a:path w="3584575" h="1032510">
                  <a:moveTo>
                    <a:pt x="3576066" y="541020"/>
                  </a:moveTo>
                  <a:lnTo>
                    <a:pt x="3575850" y="541843"/>
                  </a:lnTo>
                  <a:lnTo>
                    <a:pt x="3575812" y="542289"/>
                  </a:lnTo>
                  <a:lnTo>
                    <a:pt x="3576066" y="541020"/>
                  </a:lnTo>
                  <a:close/>
                </a:path>
                <a:path w="3584575" h="1032510">
                  <a:moveTo>
                    <a:pt x="8527" y="541020"/>
                  </a:moveTo>
                  <a:lnTo>
                    <a:pt x="8381" y="541020"/>
                  </a:lnTo>
                  <a:lnTo>
                    <a:pt x="8597" y="541843"/>
                  </a:lnTo>
                  <a:lnTo>
                    <a:pt x="8527" y="541020"/>
                  </a:lnTo>
                  <a:close/>
                </a:path>
                <a:path w="3584575" h="1032510">
                  <a:moveTo>
                    <a:pt x="3584339" y="515620"/>
                  </a:moveTo>
                  <a:lnTo>
                    <a:pt x="3578097" y="515620"/>
                  </a:lnTo>
                  <a:lnTo>
                    <a:pt x="3578097" y="516889"/>
                  </a:lnTo>
                  <a:lnTo>
                    <a:pt x="3575850" y="541843"/>
                  </a:lnTo>
                  <a:lnTo>
                    <a:pt x="3576066" y="541020"/>
                  </a:lnTo>
                  <a:lnTo>
                    <a:pt x="3582379" y="541020"/>
                  </a:lnTo>
                  <a:lnTo>
                    <a:pt x="3584447" y="516889"/>
                  </a:lnTo>
                  <a:lnTo>
                    <a:pt x="3584339" y="515620"/>
                  </a:lnTo>
                  <a:close/>
                </a:path>
                <a:path w="3584575" h="1032510">
                  <a:moveTo>
                    <a:pt x="6404" y="516255"/>
                  </a:moveTo>
                  <a:lnTo>
                    <a:pt x="6350" y="516889"/>
                  </a:lnTo>
                  <a:lnTo>
                    <a:pt x="6404" y="516255"/>
                  </a:lnTo>
                  <a:close/>
                </a:path>
                <a:path w="3584575" h="1032510">
                  <a:moveTo>
                    <a:pt x="3578043" y="516255"/>
                  </a:moveTo>
                  <a:lnTo>
                    <a:pt x="3577989" y="516889"/>
                  </a:lnTo>
                  <a:lnTo>
                    <a:pt x="3578043" y="516255"/>
                  </a:lnTo>
                  <a:close/>
                </a:path>
                <a:path w="3584575" h="1032510">
                  <a:moveTo>
                    <a:pt x="6458" y="515620"/>
                  </a:moveTo>
                  <a:lnTo>
                    <a:pt x="6404" y="516255"/>
                  </a:lnTo>
                  <a:lnTo>
                    <a:pt x="6458" y="515620"/>
                  </a:lnTo>
                  <a:close/>
                </a:path>
                <a:path w="3584575" h="1032510">
                  <a:moveTo>
                    <a:pt x="3582162" y="490220"/>
                  </a:moveTo>
                  <a:lnTo>
                    <a:pt x="3575812" y="490220"/>
                  </a:lnTo>
                  <a:lnTo>
                    <a:pt x="3576066" y="491489"/>
                  </a:lnTo>
                  <a:lnTo>
                    <a:pt x="3575920" y="491489"/>
                  </a:lnTo>
                  <a:lnTo>
                    <a:pt x="3578043" y="516255"/>
                  </a:lnTo>
                  <a:lnTo>
                    <a:pt x="3578097" y="515620"/>
                  </a:lnTo>
                  <a:lnTo>
                    <a:pt x="3584339" y="515620"/>
                  </a:lnTo>
                  <a:lnTo>
                    <a:pt x="3582270" y="491489"/>
                  </a:lnTo>
                  <a:lnTo>
                    <a:pt x="3576066" y="491489"/>
                  </a:lnTo>
                  <a:lnTo>
                    <a:pt x="3575850" y="490666"/>
                  </a:lnTo>
                  <a:lnTo>
                    <a:pt x="3582200" y="490666"/>
                  </a:lnTo>
                  <a:lnTo>
                    <a:pt x="3582162" y="490220"/>
                  </a:lnTo>
                  <a:close/>
                </a:path>
                <a:path w="3584575" h="1032510">
                  <a:moveTo>
                    <a:pt x="8636" y="490220"/>
                  </a:moveTo>
                  <a:lnTo>
                    <a:pt x="8381" y="491489"/>
                  </a:lnTo>
                  <a:lnTo>
                    <a:pt x="8597" y="490666"/>
                  </a:lnTo>
                  <a:lnTo>
                    <a:pt x="8636" y="490220"/>
                  </a:lnTo>
                  <a:close/>
                </a:path>
                <a:path w="3584575" h="1032510">
                  <a:moveTo>
                    <a:pt x="8597" y="490666"/>
                  </a:moveTo>
                  <a:lnTo>
                    <a:pt x="8381" y="491489"/>
                  </a:lnTo>
                  <a:lnTo>
                    <a:pt x="8527" y="491489"/>
                  </a:lnTo>
                  <a:lnTo>
                    <a:pt x="8597" y="490666"/>
                  </a:lnTo>
                  <a:close/>
                </a:path>
                <a:path w="3584575" h="1032510">
                  <a:moveTo>
                    <a:pt x="3575812" y="490220"/>
                  </a:moveTo>
                  <a:lnTo>
                    <a:pt x="3575850" y="490666"/>
                  </a:lnTo>
                  <a:lnTo>
                    <a:pt x="3576066" y="491489"/>
                  </a:lnTo>
                  <a:lnTo>
                    <a:pt x="3575812" y="490220"/>
                  </a:lnTo>
                  <a:close/>
                </a:path>
                <a:path w="3584575" h="1032510">
                  <a:moveTo>
                    <a:pt x="8714" y="490220"/>
                  </a:moveTo>
                  <a:lnTo>
                    <a:pt x="8597" y="490666"/>
                  </a:lnTo>
                  <a:lnTo>
                    <a:pt x="8714" y="490220"/>
                  </a:lnTo>
                  <a:close/>
                </a:path>
                <a:path w="3584575" h="1032510">
                  <a:moveTo>
                    <a:pt x="3575509" y="464820"/>
                  </a:moveTo>
                  <a:lnTo>
                    <a:pt x="3569081" y="464820"/>
                  </a:lnTo>
                  <a:lnTo>
                    <a:pt x="3575850" y="490666"/>
                  </a:lnTo>
                  <a:lnTo>
                    <a:pt x="3575812" y="490220"/>
                  </a:lnTo>
                  <a:lnTo>
                    <a:pt x="3582162" y="490220"/>
                  </a:lnTo>
                  <a:lnTo>
                    <a:pt x="3575509" y="464820"/>
                  </a:lnTo>
                  <a:close/>
                </a:path>
                <a:path w="3584575" h="1032510">
                  <a:moveTo>
                    <a:pt x="15366" y="464820"/>
                  </a:moveTo>
                  <a:lnTo>
                    <a:pt x="14986" y="466089"/>
                  </a:lnTo>
                  <a:lnTo>
                    <a:pt x="15101" y="465832"/>
                  </a:lnTo>
                  <a:lnTo>
                    <a:pt x="15366" y="464820"/>
                  </a:lnTo>
                  <a:close/>
                </a:path>
                <a:path w="3584575" h="1032510">
                  <a:moveTo>
                    <a:pt x="15101" y="465832"/>
                  </a:moveTo>
                  <a:lnTo>
                    <a:pt x="14986" y="466089"/>
                  </a:lnTo>
                  <a:lnTo>
                    <a:pt x="15101" y="465832"/>
                  </a:lnTo>
                  <a:close/>
                </a:path>
                <a:path w="3584575" h="1032510">
                  <a:moveTo>
                    <a:pt x="2065146" y="6350"/>
                  </a:moveTo>
                  <a:lnTo>
                    <a:pt x="1792350" y="6350"/>
                  </a:lnTo>
                  <a:lnTo>
                    <a:pt x="1975358" y="8889"/>
                  </a:lnTo>
                  <a:lnTo>
                    <a:pt x="2153031" y="16510"/>
                  </a:lnTo>
                  <a:lnTo>
                    <a:pt x="2324608" y="29210"/>
                  </a:lnTo>
                  <a:lnTo>
                    <a:pt x="2489072" y="46989"/>
                  </a:lnTo>
                  <a:lnTo>
                    <a:pt x="2568447" y="57150"/>
                  </a:lnTo>
                  <a:lnTo>
                    <a:pt x="2645537" y="68580"/>
                  </a:lnTo>
                  <a:lnTo>
                    <a:pt x="2793111" y="93980"/>
                  </a:lnTo>
                  <a:lnTo>
                    <a:pt x="2863215" y="109220"/>
                  </a:lnTo>
                  <a:lnTo>
                    <a:pt x="2995802" y="139700"/>
                  </a:lnTo>
                  <a:lnTo>
                    <a:pt x="3057779" y="157480"/>
                  </a:lnTo>
                  <a:lnTo>
                    <a:pt x="3117088" y="175260"/>
                  </a:lnTo>
                  <a:lnTo>
                    <a:pt x="3173094" y="194310"/>
                  </a:lnTo>
                  <a:lnTo>
                    <a:pt x="3226181" y="213360"/>
                  </a:lnTo>
                  <a:lnTo>
                    <a:pt x="3275965" y="233680"/>
                  </a:lnTo>
                  <a:lnTo>
                    <a:pt x="3322319" y="254000"/>
                  </a:lnTo>
                  <a:lnTo>
                    <a:pt x="3365245" y="275589"/>
                  </a:lnTo>
                  <a:lnTo>
                    <a:pt x="3404616" y="298450"/>
                  </a:lnTo>
                  <a:lnTo>
                    <a:pt x="3440175" y="321310"/>
                  </a:lnTo>
                  <a:lnTo>
                    <a:pt x="3471925" y="344170"/>
                  </a:lnTo>
                  <a:lnTo>
                    <a:pt x="3523488" y="392430"/>
                  </a:lnTo>
                  <a:lnTo>
                    <a:pt x="3558413" y="440689"/>
                  </a:lnTo>
                  <a:lnTo>
                    <a:pt x="3569335" y="466089"/>
                  </a:lnTo>
                  <a:lnTo>
                    <a:pt x="3569081" y="464820"/>
                  </a:lnTo>
                  <a:lnTo>
                    <a:pt x="3575509" y="464820"/>
                  </a:lnTo>
                  <a:lnTo>
                    <a:pt x="3575176" y="463550"/>
                  </a:lnTo>
                  <a:lnTo>
                    <a:pt x="3547998" y="412750"/>
                  </a:lnTo>
                  <a:lnTo>
                    <a:pt x="3503802" y="363220"/>
                  </a:lnTo>
                  <a:lnTo>
                    <a:pt x="3443605" y="314960"/>
                  </a:lnTo>
                  <a:lnTo>
                    <a:pt x="3407791" y="292100"/>
                  </a:lnTo>
                  <a:lnTo>
                    <a:pt x="3368166" y="270510"/>
                  </a:lnTo>
                  <a:lnTo>
                    <a:pt x="3324987" y="248920"/>
                  </a:lnTo>
                  <a:lnTo>
                    <a:pt x="3278377" y="227330"/>
                  </a:lnTo>
                  <a:lnTo>
                    <a:pt x="3228340" y="207010"/>
                  </a:lnTo>
                  <a:lnTo>
                    <a:pt x="3175126" y="187960"/>
                  </a:lnTo>
                  <a:lnTo>
                    <a:pt x="3118866" y="168910"/>
                  </a:lnTo>
                  <a:lnTo>
                    <a:pt x="3059557" y="151130"/>
                  </a:lnTo>
                  <a:lnTo>
                    <a:pt x="2997326" y="134620"/>
                  </a:lnTo>
                  <a:lnTo>
                    <a:pt x="2932302" y="118110"/>
                  </a:lnTo>
                  <a:lnTo>
                    <a:pt x="2794254" y="87630"/>
                  </a:lnTo>
                  <a:lnTo>
                    <a:pt x="2646552" y="62230"/>
                  </a:lnTo>
                  <a:lnTo>
                    <a:pt x="2569210" y="50800"/>
                  </a:lnTo>
                  <a:lnTo>
                    <a:pt x="2489835" y="40639"/>
                  </a:lnTo>
                  <a:lnTo>
                    <a:pt x="2325116" y="22860"/>
                  </a:lnTo>
                  <a:lnTo>
                    <a:pt x="2153412" y="10160"/>
                  </a:lnTo>
                  <a:lnTo>
                    <a:pt x="2065146" y="6350"/>
                  </a:lnTo>
                  <a:close/>
                </a:path>
                <a:path w="3584575" h="1032510">
                  <a:moveTo>
                    <a:pt x="15557" y="464820"/>
                  </a:moveTo>
                  <a:lnTo>
                    <a:pt x="15366" y="464820"/>
                  </a:lnTo>
                  <a:lnTo>
                    <a:pt x="15101" y="465832"/>
                  </a:lnTo>
                  <a:lnTo>
                    <a:pt x="15557" y="464820"/>
                  </a:lnTo>
                  <a:close/>
                </a:path>
              </a:pathLst>
            </a:custGeom>
            <a:solidFill>
              <a:srgbClr val="57B6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692010" y="1846326"/>
            <a:ext cx="236601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093B70"/>
                </a:solidFill>
                <a:latin typeface="Trebuchet MS"/>
                <a:cs typeface="Trebuchet MS"/>
              </a:rPr>
              <a:t>2000</a:t>
            </a:r>
            <a:r>
              <a:rPr sz="2400" spc="-7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40" dirty="0">
                <a:solidFill>
                  <a:srgbClr val="093B70"/>
                </a:solidFill>
                <a:latin typeface="Trebuchet MS"/>
                <a:cs typeface="Trebuchet MS"/>
              </a:rPr>
              <a:t>employees</a:t>
            </a:r>
            <a:r>
              <a:rPr sz="2400" spc="-6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vs</a:t>
            </a:r>
            <a:endParaRPr sz="24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20</a:t>
            </a:r>
            <a:r>
              <a:rPr sz="2400" spc="-17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employees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343400" y="3256026"/>
            <a:ext cx="3200400" cy="1032510"/>
            <a:chOff x="4343400" y="3256026"/>
            <a:chExt cx="3200400" cy="1032510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44923" y="3256788"/>
              <a:ext cx="3197352" cy="103022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343400" y="3256026"/>
              <a:ext cx="3200400" cy="1032510"/>
            </a:xfrm>
            <a:custGeom>
              <a:avLst/>
              <a:gdLst/>
              <a:ahLst/>
              <a:cxnLst/>
              <a:rect l="l" t="t" r="r" b="b"/>
              <a:pathLst>
                <a:path w="3200400" h="1032510">
                  <a:moveTo>
                    <a:pt x="1600200" y="0"/>
                  </a:moveTo>
                  <a:lnTo>
                    <a:pt x="1436497" y="2540"/>
                  </a:lnTo>
                  <a:lnTo>
                    <a:pt x="1277620" y="10160"/>
                  </a:lnTo>
                  <a:lnTo>
                    <a:pt x="1124330" y="22860"/>
                  </a:lnTo>
                  <a:lnTo>
                    <a:pt x="977391" y="40640"/>
                  </a:lnTo>
                  <a:lnTo>
                    <a:pt x="906526" y="50800"/>
                  </a:lnTo>
                  <a:lnTo>
                    <a:pt x="837438" y="62229"/>
                  </a:lnTo>
                  <a:lnTo>
                    <a:pt x="705485" y="87629"/>
                  </a:lnTo>
                  <a:lnTo>
                    <a:pt x="582295" y="118110"/>
                  </a:lnTo>
                  <a:lnTo>
                    <a:pt x="524255" y="134620"/>
                  </a:lnTo>
                  <a:lnTo>
                    <a:pt x="468757" y="151129"/>
                  </a:lnTo>
                  <a:lnTo>
                    <a:pt x="415671" y="168910"/>
                  </a:lnTo>
                  <a:lnTo>
                    <a:pt x="365378" y="187960"/>
                  </a:lnTo>
                  <a:lnTo>
                    <a:pt x="317880" y="207010"/>
                  </a:lnTo>
                  <a:lnTo>
                    <a:pt x="273303" y="227330"/>
                  </a:lnTo>
                  <a:lnTo>
                    <a:pt x="231648" y="248920"/>
                  </a:lnTo>
                  <a:lnTo>
                    <a:pt x="193166" y="270510"/>
                  </a:lnTo>
                  <a:lnTo>
                    <a:pt x="157861" y="292100"/>
                  </a:lnTo>
                  <a:lnTo>
                    <a:pt x="125729" y="314960"/>
                  </a:lnTo>
                  <a:lnTo>
                    <a:pt x="71882" y="363220"/>
                  </a:lnTo>
                  <a:lnTo>
                    <a:pt x="32512" y="412750"/>
                  </a:lnTo>
                  <a:lnTo>
                    <a:pt x="8254" y="463550"/>
                  </a:lnTo>
                  <a:lnTo>
                    <a:pt x="0" y="516890"/>
                  </a:lnTo>
                  <a:lnTo>
                    <a:pt x="2032" y="543560"/>
                  </a:lnTo>
                  <a:lnTo>
                    <a:pt x="18414" y="595630"/>
                  </a:lnTo>
                  <a:lnTo>
                    <a:pt x="50419" y="645160"/>
                  </a:lnTo>
                  <a:lnTo>
                    <a:pt x="97027" y="694690"/>
                  </a:lnTo>
                  <a:lnTo>
                    <a:pt x="157861" y="740410"/>
                  </a:lnTo>
                  <a:lnTo>
                    <a:pt x="193166" y="763270"/>
                  </a:lnTo>
                  <a:lnTo>
                    <a:pt x="231648" y="784860"/>
                  </a:lnTo>
                  <a:lnTo>
                    <a:pt x="273303" y="805180"/>
                  </a:lnTo>
                  <a:lnTo>
                    <a:pt x="317880" y="825500"/>
                  </a:lnTo>
                  <a:lnTo>
                    <a:pt x="365378" y="844550"/>
                  </a:lnTo>
                  <a:lnTo>
                    <a:pt x="415671" y="863600"/>
                  </a:lnTo>
                  <a:lnTo>
                    <a:pt x="468757" y="881380"/>
                  </a:lnTo>
                  <a:lnTo>
                    <a:pt x="524255" y="899160"/>
                  </a:lnTo>
                  <a:lnTo>
                    <a:pt x="582295" y="915670"/>
                  </a:lnTo>
                  <a:lnTo>
                    <a:pt x="642747" y="930910"/>
                  </a:lnTo>
                  <a:lnTo>
                    <a:pt x="770509" y="958850"/>
                  </a:lnTo>
                  <a:lnTo>
                    <a:pt x="906526" y="981710"/>
                  </a:lnTo>
                  <a:lnTo>
                    <a:pt x="1050036" y="1002030"/>
                  </a:lnTo>
                  <a:lnTo>
                    <a:pt x="1200277" y="1017270"/>
                  </a:lnTo>
                  <a:lnTo>
                    <a:pt x="1277620" y="1022350"/>
                  </a:lnTo>
                  <a:lnTo>
                    <a:pt x="1436497" y="1029970"/>
                  </a:lnTo>
                  <a:lnTo>
                    <a:pt x="1600200" y="1032510"/>
                  </a:lnTo>
                  <a:lnTo>
                    <a:pt x="1763776" y="1029970"/>
                  </a:lnTo>
                  <a:lnTo>
                    <a:pt x="1843214" y="1026160"/>
                  </a:lnTo>
                  <a:lnTo>
                    <a:pt x="1600073" y="1026160"/>
                  </a:lnTo>
                  <a:lnTo>
                    <a:pt x="1436624" y="1023620"/>
                  </a:lnTo>
                  <a:lnTo>
                    <a:pt x="1278001" y="1016000"/>
                  </a:lnTo>
                  <a:lnTo>
                    <a:pt x="1200785" y="1010920"/>
                  </a:lnTo>
                  <a:lnTo>
                    <a:pt x="1050671" y="995680"/>
                  </a:lnTo>
                  <a:lnTo>
                    <a:pt x="978153" y="986790"/>
                  </a:lnTo>
                  <a:lnTo>
                    <a:pt x="771651" y="952500"/>
                  </a:lnTo>
                  <a:lnTo>
                    <a:pt x="644144" y="924560"/>
                  </a:lnTo>
                  <a:lnTo>
                    <a:pt x="583946" y="909320"/>
                  </a:lnTo>
                  <a:lnTo>
                    <a:pt x="525907" y="892810"/>
                  </a:lnTo>
                  <a:lnTo>
                    <a:pt x="470535" y="876300"/>
                  </a:lnTo>
                  <a:lnTo>
                    <a:pt x="367538" y="839470"/>
                  </a:lnTo>
                  <a:lnTo>
                    <a:pt x="275844" y="800100"/>
                  </a:lnTo>
                  <a:lnTo>
                    <a:pt x="234441" y="778510"/>
                  </a:lnTo>
                  <a:lnTo>
                    <a:pt x="196214" y="756920"/>
                  </a:lnTo>
                  <a:lnTo>
                    <a:pt x="161162" y="735330"/>
                  </a:lnTo>
                  <a:lnTo>
                    <a:pt x="129412" y="712470"/>
                  </a:lnTo>
                  <a:lnTo>
                    <a:pt x="76326" y="665480"/>
                  </a:lnTo>
                  <a:lnTo>
                    <a:pt x="37591" y="617220"/>
                  </a:lnTo>
                  <a:lnTo>
                    <a:pt x="14712" y="567690"/>
                  </a:lnTo>
                  <a:lnTo>
                    <a:pt x="14477" y="567690"/>
                  </a:lnTo>
                  <a:lnTo>
                    <a:pt x="8551" y="542290"/>
                  </a:lnTo>
                  <a:lnTo>
                    <a:pt x="8382" y="542290"/>
                  </a:lnTo>
                  <a:lnTo>
                    <a:pt x="8274" y="541212"/>
                  </a:lnTo>
                  <a:lnTo>
                    <a:pt x="8285" y="541020"/>
                  </a:lnTo>
                  <a:lnTo>
                    <a:pt x="6446" y="516890"/>
                  </a:lnTo>
                  <a:lnTo>
                    <a:pt x="8285" y="491490"/>
                  </a:lnTo>
                  <a:lnTo>
                    <a:pt x="8382" y="490220"/>
                  </a:lnTo>
                  <a:lnTo>
                    <a:pt x="8551" y="490220"/>
                  </a:lnTo>
                  <a:lnTo>
                    <a:pt x="14477" y="464820"/>
                  </a:lnTo>
                  <a:lnTo>
                    <a:pt x="14732" y="464820"/>
                  </a:lnTo>
                  <a:lnTo>
                    <a:pt x="24384" y="440690"/>
                  </a:lnTo>
                  <a:lnTo>
                    <a:pt x="38100" y="415290"/>
                  </a:lnTo>
                  <a:lnTo>
                    <a:pt x="76708" y="367030"/>
                  </a:lnTo>
                  <a:lnTo>
                    <a:pt x="129794" y="320039"/>
                  </a:lnTo>
                  <a:lnTo>
                    <a:pt x="161544" y="297180"/>
                  </a:lnTo>
                  <a:lnTo>
                    <a:pt x="196596" y="275589"/>
                  </a:lnTo>
                  <a:lnTo>
                    <a:pt x="234696" y="254000"/>
                  </a:lnTo>
                  <a:lnTo>
                    <a:pt x="276098" y="233680"/>
                  </a:lnTo>
                  <a:lnTo>
                    <a:pt x="320548" y="213360"/>
                  </a:lnTo>
                  <a:lnTo>
                    <a:pt x="367791" y="194310"/>
                  </a:lnTo>
                  <a:lnTo>
                    <a:pt x="417829" y="175260"/>
                  </a:lnTo>
                  <a:lnTo>
                    <a:pt x="470788" y="157479"/>
                  </a:lnTo>
                  <a:lnTo>
                    <a:pt x="526161" y="139700"/>
                  </a:lnTo>
                  <a:lnTo>
                    <a:pt x="644271" y="109220"/>
                  </a:lnTo>
                  <a:lnTo>
                    <a:pt x="706882" y="93979"/>
                  </a:lnTo>
                  <a:lnTo>
                    <a:pt x="838580" y="68579"/>
                  </a:lnTo>
                  <a:lnTo>
                    <a:pt x="907541" y="57150"/>
                  </a:lnTo>
                  <a:lnTo>
                    <a:pt x="1050798" y="36829"/>
                  </a:lnTo>
                  <a:lnTo>
                    <a:pt x="1124965" y="29210"/>
                  </a:lnTo>
                  <a:lnTo>
                    <a:pt x="1278127" y="16510"/>
                  </a:lnTo>
                  <a:lnTo>
                    <a:pt x="1436877" y="8890"/>
                  </a:lnTo>
                  <a:lnTo>
                    <a:pt x="1600327" y="6350"/>
                  </a:lnTo>
                  <a:lnTo>
                    <a:pt x="1843214" y="6350"/>
                  </a:lnTo>
                  <a:lnTo>
                    <a:pt x="1763776" y="2540"/>
                  </a:lnTo>
                  <a:lnTo>
                    <a:pt x="1600200" y="0"/>
                  </a:lnTo>
                  <a:close/>
                </a:path>
                <a:path w="3200400" h="1032510">
                  <a:moveTo>
                    <a:pt x="3186176" y="566420"/>
                  </a:moveTo>
                  <a:lnTo>
                    <a:pt x="3162300" y="617220"/>
                  </a:lnTo>
                  <a:lnTo>
                    <a:pt x="3123692" y="665480"/>
                  </a:lnTo>
                  <a:lnTo>
                    <a:pt x="3070605" y="712470"/>
                  </a:lnTo>
                  <a:lnTo>
                    <a:pt x="3038855" y="735330"/>
                  </a:lnTo>
                  <a:lnTo>
                    <a:pt x="3003804" y="756920"/>
                  </a:lnTo>
                  <a:lnTo>
                    <a:pt x="2965577" y="778510"/>
                  </a:lnTo>
                  <a:lnTo>
                    <a:pt x="2924302" y="800100"/>
                  </a:lnTo>
                  <a:lnTo>
                    <a:pt x="2832607" y="839470"/>
                  </a:lnTo>
                  <a:lnTo>
                    <a:pt x="2729738" y="876300"/>
                  </a:lnTo>
                  <a:lnTo>
                    <a:pt x="2674239" y="892810"/>
                  </a:lnTo>
                  <a:lnTo>
                    <a:pt x="2616454" y="909320"/>
                  </a:lnTo>
                  <a:lnTo>
                    <a:pt x="2556129" y="924560"/>
                  </a:lnTo>
                  <a:lnTo>
                    <a:pt x="2428748" y="952500"/>
                  </a:lnTo>
                  <a:lnTo>
                    <a:pt x="2222246" y="986790"/>
                  </a:lnTo>
                  <a:lnTo>
                    <a:pt x="2149602" y="995680"/>
                  </a:lnTo>
                  <a:lnTo>
                    <a:pt x="1999614" y="1010920"/>
                  </a:lnTo>
                  <a:lnTo>
                    <a:pt x="1922272" y="1016000"/>
                  </a:lnTo>
                  <a:lnTo>
                    <a:pt x="1763522" y="1023620"/>
                  </a:lnTo>
                  <a:lnTo>
                    <a:pt x="1600073" y="1026160"/>
                  </a:lnTo>
                  <a:lnTo>
                    <a:pt x="1843214" y="1026160"/>
                  </a:lnTo>
                  <a:lnTo>
                    <a:pt x="1922652" y="1022350"/>
                  </a:lnTo>
                  <a:lnTo>
                    <a:pt x="2000123" y="1017270"/>
                  </a:lnTo>
                  <a:lnTo>
                    <a:pt x="2150491" y="1002030"/>
                  </a:lnTo>
                  <a:lnTo>
                    <a:pt x="2294001" y="981710"/>
                  </a:lnTo>
                  <a:lnTo>
                    <a:pt x="2430018" y="958850"/>
                  </a:lnTo>
                  <a:lnTo>
                    <a:pt x="2557653" y="930910"/>
                  </a:lnTo>
                  <a:lnTo>
                    <a:pt x="2618104" y="915670"/>
                  </a:lnTo>
                  <a:lnTo>
                    <a:pt x="2676144" y="899160"/>
                  </a:lnTo>
                  <a:lnTo>
                    <a:pt x="2731770" y="881380"/>
                  </a:lnTo>
                  <a:lnTo>
                    <a:pt x="2784729" y="863600"/>
                  </a:lnTo>
                  <a:lnTo>
                    <a:pt x="2835021" y="844550"/>
                  </a:lnTo>
                  <a:lnTo>
                    <a:pt x="2882519" y="825500"/>
                  </a:lnTo>
                  <a:lnTo>
                    <a:pt x="2927096" y="805180"/>
                  </a:lnTo>
                  <a:lnTo>
                    <a:pt x="2968752" y="784860"/>
                  </a:lnTo>
                  <a:lnTo>
                    <a:pt x="3007232" y="763270"/>
                  </a:lnTo>
                  <a:lnTo>
                    <a:pt x="3042539" y="740410"/>
                  </a:lnTo>
                  <a:lnTo>
                    <a:pt x="3074670" y="717550"/>
                  </a:lnTo>
                  <a:lnTo>
                    <a:pt x="3128518" y="670560"/>
                  </a:lnTo>
                  <a:lnTo>
                    <a:pt x="3167888" y="621030"/>
                  </a:lnTo>
                  <a:lnTo>
                    <a:pt x="3192145" y="568960"/>
                  </a:lnTo>
                  <a:lnTo>
                    <a:pt x="3192449" y="567690"/>
                  </a:lnTo>
                  <a:lnTo>
                    <a:pt x="3185922" y="567690"/>
                  </a:lnTo>
                  <a:lnTo>
                    <a:pt x="3186176" y="566420"/>
                  </a:lnTo>
                  <a:close/>
                </a:path>
                <a:path w="3200400" h="1032510">
                  <a:moveTo>
                    <a:pt x="14224" y="566420"/>
                  </a:moveTo>
                  <a:lnTo>
                    <a:pt x="14477" y="567690"/>
                  </a:lnTo>
                  <a:lnTo>
                    <a:pt x="14712" y="567690"/>
                  </a:lnTo>
                  <a:lnTo>
                    <a:pt x="14224" y="566420"/>
                  </a:lnTo>
                  <a:close/>
                </a:path>
                <a:path w="3200400" h="1032510">
                  <a:moveTo>
                    <a:pt x="3192100" y="541212"/>
                  </a:moveTo>
                  <a:lnTo>
                    <a:pt x="3185922" y="567690"/>
                  </a:lnTo>
                  <a:lnTo>
                    <a:pt x="3192449" y="567690"/>
                  </a:lnTo>
                  <a:lnTo>
                    <a:pt x="3198241" y="543560"/>
                  </a:lnTo>
                  <a:lnTo>
                    <a:pt x="3198343" y="542290"/>
                  </a:lnTo>
                  <a:lnTo>
                    <a:pt x="3192018" y="542290"/>
                  </a:lnTo>
                  <a:lnTo>
                    <a:pt x="3192100" y="541212"/>
                  </a:lnTo>
                  <a:close/>
                </a:path>
                <a:path w="3200400" h="1032510">
                  <a:moveTo>
                    <a:pt x="8254" y="541020"/>
                  </a:moveTo>
                  <a:lnTo>
                    <a:pt x="8382" y="542290"/>
                  </a:lnTo>
                  <a:lnTo>
                    <a:pt x="8299" y="541212"/>
                  </a:lnTo>
                  <a:lnTo>
                    <a:pt x="8254" y="541020"/>
                  </a:lnTo>
                  <a:close/>
                </a:path>
                <a:path w="3200400" h="1032510">
                  <a:moveTo>
                    <a:pt x="8299" y="541212"/>
                  </a:moveTo>
                  <a:lnTo>
                    <a:pt x="8382" y="542290"/>
                  </a:lnTo>
                  <a:lnTo>
                    <a:pt x="8551" y="542290"/>
                  </a:lnTo>
                  <a:lnTo>
                    <a:pt x="8299" y="541212"/>
                  </a:lnTo>
                  <a:close/>
                </a:path>
                <a:path w="3200400" h="1032510">
                  <a:moveTo>
                    <a:pt x="3198446" y="541020"/>
                  </a:moveTo>
                  <a:lnTo>
                    <a:pt x="3192145" y="541020"/>
                  </a:lnTo>
                  <a:lnTo>
                    <a:pt x="3192018" y="542290"/>
                  </a:lnTo>
                  <a:lnTo>
                    <a:pt x="3198343" y="542290"/>
                  </a:lnTo>
                  <a:lnTo>
                    <a:pt x="3198446" y="541020"/>
                  </a:lnTo>
                  <a:close/>
                </a:path>
                <a:path w="3200400" h="1032510">
                  <a:moveTo>
                    <a:pt x="8285" y="541020"/>
                  </a:moveTo>
                  <a:lnTo>
                    <a:pt x="8299" y="541212"/>
                  </a:lnTo>
                  <a:lnTo>
                    <a:pt x="8285" y="541020"/>
                  </a:lnTo>
                  <a:close/>
                </a:path>
                <a:path w="3200400" h="1032510">
                  <a:moveTo>
                    <a:pt x="3200297" y="515620"/>
                  </a:moveTo>
                  <a:lnTo>
                    <a:pt x="3194050" y="515620"/>
                  </a:lnTo>
                  <a:lnTo>
                    <a:pt x="3194050" y="516890"/>
                  </a:lnTo>
                  <a:lnTo>
                    <a:pt x="3192100" y="541212"/>
                  </a:lnTo>
                  <a:lnTo>
                    <a:pt x="3192145" y="541020"/>
                  </a:lnTo>
                  <a:lnTo>
                    <a:pt x="3198446" y="541020"/>
                  </a:lnTo>
                  <a:lnTo>
                    <a:pt x="3200400" y="516890"/>
                  </a:lnTo>
                  <a:lnTo>
                    <a:pt x="3200297" y="515620"/>
                  </a:lnTo>
                  <a:close/>
                </a:path>
                <a:path w="3200400" h="1032510">
                  <a:moveTo>
                    <a:pt x="6398" y="516255"/>
                  </a:moveTo>
                  <a:lnTo>
                    <a:pt x="6350" y="516890"/>
                  </a:lnTo>
                  <a:lnTo>
                    <a:pt x="6398" y="516255"/>
                  </a:lnTo>
                  <a:close/>
                </a:path>
                <a:path w="3200400" h="1032510">
                  <a:moveTo>
                    <a:pt x="3194001" y="516255"/>
                  </a:moveTo>
                  <a:lnTo>
                    <a:pt x="3193953" y="516890"/>
                  </a:lnTo>
                  <a:lnTo>
                    <a:pt x="3194001" y="516255"/>
                  </a:lnTo>
                  <a:close/>
                </a:path>
                <a:path w="3200400" h="1032510">
                  <a:moveTo>
                    <a:pt x="6446" y="515620"/>
                  </a:moveTo>
                  <a:lnTo>
                    <a:pt x="6398" y="516255"/>
                  </a:lnTo>
                  <a:lnTo>
                    <a:pt x="6446" y="515620"/>
                  </a:lnTo>
                  <a:close/>
                </a:path>
                <a:path w="3200400" h="1032510">
                  <a:moveTo>
                    <a:pt x="3198241" y="490220"/>
                  </a:moveTo>
                  <a:lnTo>
                    <a:pt x="3192018" y="490220"/>
                  </a:lnTo>
                  <a:lnTo>
                    <a:pt x="3192145" y="491490"/>
                  </a:lnTo>
                  <a:lnTo>
                    <a:pt x="3194001" y="516255"/>
                  </a:lnTo>
                  <a:lnTo>
                    <a:pt x="3194050" y="515620"/>
                  </a:lnTo>
                  <a:lnTo>
                    <a:pt x="3200297" y="515620"/>
                  </a:lnTo>
                  <a:lnTo>
                    <a:pt x="3198241" y="490220"/>
                  </a:lnTo>
                  <a:close/>
                </a:path>
                <a:path w="3200400" h="1032510">
                  <a:moveTo>
                    <a:pt x="8382" y="490220"/>
                  </a:moveTo>
                  <a:lnTo>
                    <a:pt x="8254" y="491490"/>
                  </a:lnTo>
                  <a:lnTo>
                    <a:pt x="8299" y="491297"/>
                  </a:lnTo>
                  <a:lnTo>
                    <a:pt x="8382" y="490220"/>
                  </a:lnTo>
                  <a:close/>
                </a:path>
                <a:path w="3200400" h="1032510">
                  <a:moveTo>
                    <a:pt x="8299" y="491297"/>
                  </a:moveTo>
                  <a:lnTo>
                    <a:pt x="8254" y="491490"/>
                  </a:lnTo>
                  <a:lnTo>
                    <a:pt x="8299" y="491297"/>
                  </a:lnTo>
                  <a:close/>
                </a:path>
                <a:path w="3200400" h="1032510">
                  <a:moveTo>
                    <a:pt x="3192100" y="491297"/>
                  </a:moveTo>
                  <a:lnTo>
                    <a:pt x="3192114" y="491490"/>
                  </a:lnTo>
                  <a:lnTo>
                    <a:pt x="3192100" y="491297"/>
                  </a:lnTo>
                  <a:close/>
                </a:path>
                <a:path w="3200400" h="1032510">
                  <a:moveTo>
                    <a:pt x="8551" y="490220"/>
                  </a:moveTo>
                  <a:lnTo>
                    <a:pt x="8382" y="490220"/>
                  </a:lnTo>
                  <a:lnTo>
                    <a:pt x="8299" y="491297"/>
                  </a:lnTo>
                  <a:lnTo>
                    <a:pt x="8551" y="490220"/>
                  </a:lnTo>
                  <a:close/>
                </a:path>
                <a:path w="3200400" h="1032510">
                  <a:moveTo>
                    <a:pt x="3192435" y="464820"/>
                  </a:moveTo>
                  <a:lnTo>
                    <a:pt x="3185922" y="464820"/>
                  </a:lnTo>
                  <a:lnTo>
                    <a:pt x="3192100" y="491297"/>
                  </a:lnTo>
                  <a:lnTo>
                    <a:pt x="3192018" y="490220"/>
                  </a:lnTo>
                  <a:lnTo>
                    <a:pt x="3198241" y="490220"/>
                  </a:lnTo>
                  <a:lnTo>
                    <a:pt x="3192435" y="464820"/>
                  </a:lnTo>
                  <a:close/>
                </a:path>
                <a:path w="3200400" h="1032510">
                  <a:moveTo>
                    <a:pt x="14732" y="464820"/>
                  </a:moveTo>
                  <a:lnTo>
                    <a:pt x="14477" y="464820"/>
                  </a:lnTo>
                  <a:lnTo>
                    <a:pt x="14224" y="466090"/>
                  </a:lnTo>
                  <a:lnTo>
                    <a:pt x="14732" y="464820"/>
                  </a:lnTo>
                  <a:close/>
                </a:path>
                <a:path w="3200400" h="1032510">
                  <a:moveTo>
                    <a:pt x="1843214" y="6350"/>
                  </a:moveTo>
                  <a:lnTo>
                    <a:pt x="1600327" y="6350"/>
                  </a:lnTo>
                  <a:lnTo>
                    <a:pt x="1763776" y="8890"/>
                  </a:lnTo>
                  <a:lnTo>
                    <a:pt x="1922399" y="16510"/>
                  </a:lnTo>
                  <a:lnTo>
                    <a:pt x="2075434" y="29210"/>
                  </a:lnTo>
                  <a:lnTo>
                    <a:pt x="2149729" y="36829"/>
                  </a:lnTo>
                  <a:lnTo>
                    <a:pt x="2293111" y="57150"/>
                  </a:lnTo>
                  <a:lnTo>
                    <a:pt x="2361946" y="68579"/>
                  </a:lnTo>
                  <a:lnTo>
                    <a:pt x="2493645" y="93979"/>
                  </a:lnTo>
                  <a:lnTo>
                    <a:pt x="2616580" y="124460"/>
                  </a:lnTo>
                  <a:lnTo>
                    <a:pt x="2674493" y="139700"/>
                  </a:lnTo>
                  <a:lnTo>
                    <a:pt x="2729865" y="157479"/>
                  </a:lnTo>
                  <a:lnTo>
                    <a:pt x="2782697" y="175260"/>
                  </a:lnTo>
                  <a:lnTo>
                    <a:pt x="2832861" y="194310"/>
                  </a:lnTo>
                  <a:lnTo>
                    <a:pt x="2880105" y="213360"/>
                  </a:lnTo>
                  <a:lnTo>
                    <a:pt x="2924555" y="233680"/>
                  </a:lnTo>
                  <a:lnTo>
                    <a:pt x="2965957" y="254000"/>
                  </a:lnTo>
                  <a:lnTo>
                    <a:pt x="3004057" y="275589"/>
                  </a:lnTo>
                  <a:lnTo>
                    <a:pt x="3039236" y="298450"/>
                  </a:lnTo>
                  <a:lnTo>
                    <a:pt x="3070986" y="320039"/>
                  </a:lnTo>
                  <a:lnTo>
                    <a:pt x="3124073" y="367030"/>
                  </a:lnTo>
                  <a:lnTo>
                    <a:pt x="3162807" y="416560"/>
                  </a:lnTo>
                  <a:lnTo>
                    <a:pt x="3186176" y="466090"/>
                  </a:lnTo>
                  <a:lnTo>
                    <a:pt x="3185922" y="464820"/>
                  </a:lnTo>
                  <a:lnTo>
                    <a:pt x="3192435" y="464820"/>
                  </a:lnTo>
                  <a:lnTo>
                    <a:pt x="3192145" y="463550"/>
                  </a:lnTo>
                  <a:lnTo>
                    <a:pt x="3167888" y="412750"/>
                  </a:lnTo>
                  <a:lnTo>
                    <a:pt x="3128518" y="363220"/>
                  </a:lnTo>
                  <a:lnTo>
                    <a:pt x="3074670" y="314960"/>
                  </a:lnTo>
                  <a:lnTo>
                    <a:pt x="3042539" y="292100"/>
                  </a:lnTo>
                  <a:lnTo>
                    <a:pt x="3007232" y="270510"/>
                  </a:lnTo>
                  <a:lnTo>
                    <a:pt x="2968752" y="248920"/>
                  </a:lnTo>
                  <a:lnTo>
                    <a:pt x="2927096" y="227330"/>
                  </a:lnTo>
                  <a:lnTo>
                    <a:pt x="2882519" y="207010"/>
                  </a:lnTo>
                  <a:lnTo>
                    <a:pt x="2835021" y="187960"/>
                  </a:lnTo>
                  <a:lnTo>
                    <a:pt x="2784729" y="168910"/>
                  </a:lnTo>
                  <a:lnTo>
                    <a:pt x="2731770" y="151129"/>
                  </a:lnTo>
                  <a:lnTo>
                    <a:pt x="2676144" y="134620"/>
                  </a:lnTo>
                  <a:lnTo>
                    <a:pt x="2618104" y="118110"/>
                  </a:lnTo>
                  <a:lnTo>
                    <a:pt x="2494915" y="87629"/>
                  </a:lnTo>
                  <a:lnTo>
                    <a:pt x="2362961" y="62229"/>
                  </a:lnTo>
                  <a:lnTo>
                    <a:pt x="2294001" y="50800"/>
                  </a:lnTo>
                  <a:lnTo>
                    <a:pt x="2223134" y="40640"/>
                  </a:lnTo>
                  <a:lnTo>
                    <a:pt x="2076069" y="22860"/>
                  </a:lnTo>
                  <a:lnTo>
                    <a:pt x="1922652" y="10160"/>
                  </a:lnTo>
                  <a:lnTo>
                    <a:pt x="1843214" y="6350"/>
                  </a:lnTo>
                  <a:close/>
                </a:path>
              </a:pathLst>
            </a:custGeom>
            <a:solidFill>
              <a:srgbClr val="75BC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313045" y="3382136"/>
            <a:ext cx="12623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8125" marR="5080" indent="-226060">
              <a:lnSpc>
                <a:spcPct val="100000"/>
              </a:lnSpc>
              <a:spcBef>
                <a:spcPts val="100"/>
              </a:spcBef>
            </a:pPr>
            <a:r>
              <a:rPr sz="2400" spc="-170" dirty="0">
                <a:solidFill>
                  <a:srgbClr val="093B70"/>
                </a:solidFill>
                <a:latin typeface="Trebuchet MS"/>
                <a:cs typeface="Trebuchet MS"/>
              </a:rPr>
              <a:t>stable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093B70"/>
                </a:solidFill>
                <a:latin typeface="Trebuchet MS"/>
                <a:cs typeface="Trebuchet MS"/>
              </a:rPr>
              <a:t>and 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simple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609076" y="3096005"/>
            <a:ext cx="3202305" cy="1032510"/>
            <a:chOff x="8609076" y="3096005"/>
            <a:chExt cx="3202305" cy="1032510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10600" y="3096767"/>
              <a:ext cx="3198876" cy="103022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8609076" y="3096005"/>
              <a:ext cx="3202305" cy="1032510"/>
            </a:xfrm>
            <a:custGeom>
              <a:avLst/>
              <a:gdLst/>
              <a:ahLst/>
              <a:cxnLst/>
              <a:rect l="l" t="t" r="r" b="b"/>
              <a:pathLst>
                <a:path w="3202304" h="1032510">
                  <a:moveTo>
                    <a:pt x="1600962" y="0"/>
                  </a:moveTo>
                  <a:lnTo>
                    <a:pt x="1437258" y="2539"/>
                  </a:lnTo>
                  <a:lnTo>
                    <a:pt x="1278381" y="10160"/>
                  </a:lnTo>
                  <a:lnTo>
                    <a:pt x="1124839" y="22860"/>
                  </a:lnTo>
                  <a:lnTo>
                    <a:pt x="977773" y="40639"/>
                  </a:lnTo>
                  <a:lnTo>
                    <a:pt x="906906" y="50800"/>
                  </a:lnTo>
                  <a:lnTo>
                    <a:pt x="837946" y="62229"/>
                  </a:lnTo>
                  <a:lnTo>
                    <a:pt x="705866" y="87629"/>
                  </a:lnTo>
                  <a:lnTo>
                    <a:pt x="582676" y="118110"/>
                  </a:lnTo>
                  <a:lnTo>
                    <a:pt x="524509" y="134619"/>
                  </a:lnTo>
                  <a:lnTo>
                    <a:pt x="468883" y="151129"/>
                  </a:lnTo>
                  <a:lnTo>
                    <a:pt x="415925" y="168910"/>
                  </a:lnTo>
                  <a:lnTo>
                    <a:pt x="365505" y="187960"/>
                  </a:lnTo>
                  <a:lnTo>
                    <a:pt x="318007" y="207010"/>
                  </a:lnTo>
                  <a:lnTo>
                    <a:pt x="273430" y="227329"/>
                  </a:lnTo>
                  <a:lnTo>
                    <a:pt x="231775" y="248919"/>
                  </a:lnTo>
                  <a:lnTo>
                    <a:pt x="193294" y="270510"/>
                  </a:lnTo>
                  <a:lnTo>
                    <a:pt x="157860" y="292100"/>
                  </a:lnTo>
                  <a:lnTo>
                    <a:pt x="125856" y="314960"/>
                  </a:lnTo>
                  <a:lnTo>
                    <a:pt x="72008" y="363219"/>
                  </a:lnTo>
                  <a:lnTo>
                    <a:pt x="32512" y="412750"/>
                  </a:lnTo>
                  <a:lnTo>
                    <a:pt x="8254" y="463550"/>
                  </a:lnTo>
                  <a:lnTo>
                    <a:pt x="0" y="516889"/>
                  </a:lnTo>
                  <a:lnTo>
                    <a:pt x="2031" y="543559"/>
                  </a:lnTo>
                  <a:lnTo>
                    <a:pt x="18415" y="595629"/>
                  </a:lnTo>
                  <a:lnTo>
                    <a:pt x="50419" y="645159"/>
                  </a:lnTo>
                  <a:lnTo>
                    <a:pt x="97154" y="694689"/>
                  </a:lnTo>
                  <a:lnTo>
                    <a:pt x="157860" y="740409"/>
                  </a:lnTo>
                  <a:lnTo>
                    <a:pt x="193294" y="763269"/>
                  </a:lnTo>
                  <a:lnTo>
                    <a:pt x="231775" y="784859"/>
                  </a:lnTo>
                  <a:lnTo>
                    <a:pt x="273430" y="805179"/>
                  </a:lnTo>
                  <a:lnTo>
                    <a:pt x="318007" y="825499"/>
                  </a:lnTo>
                  <a:lnTo>
                    <a:pt x="365505" y="844549"/>
                  </a:lnTo>
                  <a:lnTo>
                    <a:pt x="415925" y="863599"/>
                  </a:lnTo>
                  <a:lnTo>
                    <a:pt x="468883" y="881379"/>
                  </a:lnTo>
                  <a:lnTo>
                    <a:pt x="524509" y="899159"/>
                  </a:lnTo>
                  <a:lnTo>
                    <a:pt x="582676" y="915669"/>
                  </a:lnTo>
                  <a:lnTo>
                    <a:pt x="643127" y="930909"/>
                  </a:lnTo>
                  <a:lnTo>
                    <a:pt x="770890" y="958849"/>
                  </a:lnTo>
                  <a:lnTo>
                    <a:pt x="906906" y="981709"/>
                  </a:lnTo>
                  <a:lnTo>
                    <a:pt x="1050544" y="1002029"/>
                  </a:lnTo>
                  <a:lnTo>
                    <a:pt x="1200912" y="1017269"/>
                  </a:lnTo>
                  <a:lnTo>
                    <a:pt x="1278381" y="1022349"/>
                  </a:lnTo>
                  <a:lnTo>
                    <a:pt x="1437258" y="1029969"/>
                  </a:lnTo>
                  <a:lnTo>
                    <a:pt x="1600962" y="1032509"/>
                  </a:lnTo>
                  <a:lnTo>
                    <a:pt x="1764665" y="1029969"/>
                  </a:lnTo>
                  <a:lnTo>
                    <a:pt x="1844103" y="1026159"/>
                  </a:lnTo>
                  <a:lnTo>
                    <a:pt x="1600834" y="1026159"/>
                  </a:lnTo>
                  <a:lnTo>
                    <a:pt x="1437385" y="1023619"/>
                  </a:lnTo>
                  <a:lnTo>
                    <a:pt x="1278635" y="1015999"/>
                  </a:lnTo>
                  <a:lnTo>
                    <a:pt x="1201420" y="1010919"/>
                  </a:lnTo>
                  <a:lnTo>
                    <a:pt x="1051178" y="995679"/>
                  </a:lnTo>
                  <a:lnTo>
                    <a:pt x="978662" y="986789"/>
                  </a:lnTo>
                  <a:lnTo>
                    <a:pt x="772032" y="952499"/>
                  </a:lnTo>
                  <a:lnTo>
                    <a:pt x="644525" y="924559"/>
                  </a:lnTo>
                  <a:lnTo>
                    <a:pt x="584200" y="909319"/>
                  </a:lnTo>
                  <a:lnTo>
                    <a:pt x="526288" y="892809"/>
                  </a:lnTo>
                  <a:lnTo>
                    <a:pt x="470789" y="876299"/>
                  </a:lnTo>
                  <a:lnTo>
                    <a:pt x="367792" y="839469"/>
                  </a:lnTo>
                  <a:lnTo>
                    <a:pt x="276098" y="800099"/>
                  </a:lnTo>
                  <a:lnTo>
                    <a:pt x="234696" y="778509"/>
                  </a:lnTo>
                  <a:lnTo>
                    <a:pt x="196342" y="756919"/>
                  </a:lnTo>
                  <a:lnTo>
                    <a:pt x="161290" y="735329"/>
                  </a:lnTo>
                  <a:lnTo>
                    <a:pt x="129540" y="712469"/>
                  </a:lnTo>
                  <a:lnTo>
                    <a:pt x="76453" y="665479"/>
                  </a:lnTo>
                  <a:lnTo>
                    <a:pt x="37719" y="617219"/>
                  </a:lnTo>
                  <a:lnTo>
                    <a:pt x="14712" y="567689"/>
                  </a:lnTo>
                  <a:lnTo>
                    <a:pt x="14477" y="567689"/>
                  </a:lnTo>
                  <a:lnTo>
                    <a:pt x="8551" y="542289"/>
                  </a:lnTo>
                  <a:lnTo>
                    <a:pt x="8381" y="542289"/>
                  </a:lnTo>
                  <a:lnTo>
                    <a:pt x="6446" y="516889"/>
                  </a:lnTo>
                  <a:lnTo>
                    <a:pt x="8285" y="491489"/>
                  </a:lnTo>
                  <a:lnTo>
                    <a:pt x="8381" y="490219"/>
                  </a:lnTo>
                  <a:lnTo>
                    <a:pt x="8551" y="490219"/>
                  </a:lnTo>
                  <a:lnTo>
                    <a:pt x="14477" y="464819"/>
                  </a:lnTo>
                  <a:lnTo>
                    <a:pt x="14731" y="464819"/>
                  </a:lnTo>
                  <a:lnTo>
                    <a:pt x="24383" y="440689"/>
                  </a:lnTo>
                  <a:lnTo>
                    <a:pt x="38100" y="415289"/>
                  </a:lnTo>
                  <a:lnTo>
                    <a:pt x="76834" y="367029"/>
                  </a:lnTo>
                  <a:lnTo>
                    <a:pt x="129794" y="320039"/>
                  </a:lnTo>
                  <a:lnTo>
                    <a:pt x="161544" y="297179"/>
                  </a:lnTo>
                  <a:lnTo>
                    <a:pt x="196596" y="275589"/>
                  </a:lnTo>
                  <a:lnTo>
                    <a:pt x="234950" y="254000"/>
                  </a:lnTo>
                  <a:lnTo>
                    <a:pt x="276351" y="233679"/>
                  </a:lnTo>
                  <a:lnTo>
                    <a:pt x="320675" y="213360"/>
                  </a:lnTo>
                  <a:lnTo>
                    <a:pt x="367919" y="194310"/>
                  </a:lnTo>
                  <a:lnTo>
                    <a:pt x="418210" y="175260"/>
                  </a:lnTo>
                  <a:lnTo>
                    <a:pt x="470916" y="157479"/>
                  </a:lnTo>
                  <a:lnTo>
                    <a:pt x="526415" y="139700"/>
                  </a:lnTo>
                  <a:lnTo>
                    <a:pt x="584326" y="124460"/>
                  </a:lnTo>
                  <a:lnTo>
                    <a:pt x="707263" y="93979"/>
                  </a:lnTo>
                  <a:lnTo>
                    <a:pt x="839089" y="68579"/>
                  </a:lnTo>
                  <a:lnTo>
                    <a:pt x="907923" y="57150"/>
                  </a:lnTo>
                  <a:lnTo>
                    <a:pt x="1051305" y="36829"/>
                  </a:lnTo>
                  <a:lnTo>
                    <a:pt x="1125601" y="29210"/>
                  </a:lnTo>
                  <a:lnTo>
                    <a:pt x="1278763" y="16510"/>
                  </a:lnTo>
                  <a:lnTo>
                    <a:pt x="1437640" y="8889"/>
                  </a:lnTo>
                  <a:lnTo>
                    <a:pt x="1601089" y="6350"/>
                  </a:lnTo>
                  <a:lnTo>
                    <a:pt x="1844103" y="6350"/>
                  </a:lnTo>
                  <a:lnTo>
                    <a:pt x="1764665" y="2539"/>
                  </a:lnTo>
                  <a:lnTo>
                    <a:pt x="1600962" y="0"/>
                  </a:lnTo>
                  <a:close/>
                </a:path>
                <a:path w="3202304" h="1032510">
                  <a:moveTo>
                    <a:pt x="3187700" y="566419"/>
                  </a:moveTo>
                  <a:lnTo>
                    <a:pt x="3163824" y="617219"/>
                  </a:lnTo>
                  <a:lnTo>
                    <a:pt x="3125216" y="665479"/>
                  </a:lnTo>
                  <a:lnTo>
                    <a:pt x="3072129" y="712469"/>
                  </a:lnTo>
                  <a:lnTo>
                    <a:pt x="3040379" y="735329"/>
                  </a:lnTo>
                  <a:lnTo>
                    <a:pt x="3005328" y="756919"/>
                  </a:lnTo>
                  <a:lnTo>
                    <a:pt x="2967101" y="778509"/>
                  </a:lnTo>
                  <a:lnTo>
                    <a:pt x="2925699" y="800099"/>
                  </a:lnTo>
                  <a:lnTo>
                    <a:pt x="2833878" y="839469"/>
                  </a:lnTo>
                  <a:lnTo>
                    <a:pt x="2731007" y="876299"/>
                  </a:lnTo>
                  <a:lnTo>
                    <a:pt x="2675508" y="892809"/>
                  </a:lnTo>
                  <a:lnTo>
                    <a:pt x="2617597" y="909319"/>
                  </a:lnTo>
                  <a:lnTo>
                    <a:pt x="2557272" y="924559"/>
                  </a:lnTo>
                  <a:lnTo>
                    <a:pt x="2429891" y="952499"/>
                  </a:lnTo>
                  <a:lnTo>
                    <a:pt x="2223262" y="986789"/>
                  </a:lnTo>
                  <a:lnTo>
                    <a:pt x="2150618" y="995679"/>
                  </a:lnTo>
                  <a:lnTo>
                    <a:pt x="2000503" y="1010919"/>
                  </a:lnTo>
                  <a:lnTo>
                    <a:pt x="1923160" y="1015999"/>
                  </a:lnTo>
                  <a:lnTo>
                    <a:pt x="1764410" y="1023619"/>
                  </a:lnTo>
                  <a:lnTo>
                    <a:pt x="1600834" y="1026159"/>
                  </a:lnTo>
                  <a:lnTo>
                    <a:pt x="1844103" y="1026159"/>
                  </a:lnTo>
                  <a:lnTo>
                    <a:pt x="1923542" y="1022349"/>
                  </a:lnTo>
                  <a:lnTo>
                    <a:pt x="2001139" y="1017269"/>
                  </a:lnTo>
                  <a:lnTo>
                    <a:pt x="2151379" y="1002029"/>
                  </a:lnTo>
                  <a:lnTo>
                    <a:pt x="2295017" y="981709"/>
                  </a:lnTo>
                  <a:lnTo>
                    <a:pt x="2431160" y="958849"/>
                  </a:lnTo>
                  <a:lnTo>
                    <a:pt x="2558923" y="930909"/>
                  </a:lnTo>
                  <a:lnTo>
                    <a:pt x="2619375" y="915669"/>
                  </a:lnTo>
                  <a:lnTo>
                    <a:pt x="2677414" y="899159"/>
                  </a:lnTo>
                  <a:lnTo>
                    <a:pt x="2733040" y="881379"/>
                  </a:lnTo>
                  <a:lnTo>
                    <a:pt x="2785999" y="863599"/>
                  </a:lnTo>
                  <a:lnTo>
                    <a:pt x="2836291" y="844549"/>
                  </a:lnTo>
                  <a:lnTo>
                    <a:pt x="2883916" y="825499"/>
                  </a:lnTo>
                  <a:lnTo>
                    <a:pt x="2928493" y="805179"/>
                  </a:lnTo>
                  <a:lnTo>
                    <a:pt x="2970149" y="784859"/>
                  </a:lnTo>
                  <a:lnTo>
                    <a:pt x="3008629" y="763269"/>
                  </a:lnTo>
                  <a:lnTo>
                    <a:pt x="3044063" y="740409"/>
                  </a:lnTo>
                  <a:lnTo>
                    <a:pt x="3076067" y="717549"/>
                  </a:lnTo>
                  <a:lnTo>
                    <a:pt x="3129915" y="670559"/>
                  </a:lnTo>
                  <a:lnTo>
                    <a:pt x="3169412" y="621029"/>
                  </a:lnTo>
                  <a:lnTo>
                    <a:pt x="3193669" y="568959"/>
                  </a:lnTo>
                  <a:lnTo>
                    <a:pt x="3193973" y="567689"/>
                  </a:lnTo>
                  <a:lnTo>
                    <a:pt x="3187446" y="567689"/>
                  </a:lnTo>
                  <a:lnTo>
                    <a:pt x="3187700" y="566419"/>
                  </a:lnTo>
                  <a:close/>
                </a:path>
                <a:path w="3202304" h="1032510">
                  <a:moveTo>
                    <a:pt x="14224" y="566419"/>
                  </a:moveTo>
                  <a:lnTo>
                    <a:pt x="14477" y="567689"/>
                  </a:lnTo>
                  <a:lnTo>
                    <a:pt x="14712" y="567689"/>
                  </a:lnTo>
                  <a:lnTo>
                    <a:pt x="14224" y="566419"/>
                  </a:lnTo>
                  <a:close/>
                </a:path>
                <a:path w="3202304" h="1032510">
                  <a:moveTo>
                    <a:pt x="3193624" y="541212"/>
                  </a:moveTo>
                  <a:lnTo>
                    <a:pt x="3187446" y="567689"/>
                  </a:lnTo>
                  <a:lnTo>
                    <a:pt x="3193973" y="567689"/>
                  </a:lnTo>
                  <a:lnTo>
                    <a:pt x="3199765" y="543559"/>
                  </a:lnTo>
                  <a:lnTo>
                    <a:pt x="3199867" y="542289"/>
                  </a:lnTo>
                  <a:lnTo>
                    <a:pt x="3193542" y="542289"/>
                  </a:lnTo>
                  <a:lnTo>
                    <a:pt x="3193624" y="541212"/>
                  </a:lnTo>
                  <a:close/>
                </a:path>
                <a:path w="3202304" h="1032510">
                  <a:moveTo>
                    <a:pt x="8299" y="541212"/>
                  </a:moveTo>
                  <a:lnTo>
                    <a:pt x="8381" y="542289"/>
                  </a:lnTo>
                  <a:lnTo>
                    <a:pt x="8551" y="542289"/>
                  </a:lnTo>
                  <a:lnTo>
                    <a:pt x="8299" y="541212"/>
                  </a:lnTo>
                  <a:close/>
                </a:path>
                <a:path w="3202304" h="1032510">
                  <a:moveTo>
                    <a:pt x="3199970" y="541019"/>
                  </a:moveTo>
                  <a:lnTo>
                    <a:pt x="3193669" y="541019"/>
                  </a:lnTo>
                  <a:lnTo>
                    <a:pt x="3193542" y="542289"/>
                  </a:lnTo>
                  <a:lnTo>
                    <a:pt x="3199867" y="542289"/>
                  </a:lnTo>
                  <a:lnTo>
                    <a:pt x="3199970" y="541019"/>
                  </a:lnTo>
                  <a:close/>
                </a:path>
                <a:path w="3202304" h="1032510">
                  <a:moveTo>
                    <a:pt x="8285" y="541019"/>
                  </a:moveTo>
                  <a:lnTo>
                    <a:pt x="8299" y="541212"/>
                  </a:lnTo>
                  <a:lnTo>
                    <a:pt x="8285" y="541019"/>
                  </a:lnTo>
                  <a:close/>
                </a:path>
                <a:path w="3202304" h="1032510">
                  <a:moveTo>
                    <a:pt x="3201821" y="515619"/>
                  </a:moveTo>
                  <a:lnTo>
                    <a:pt x="3195574" y="515619"/>
                  </a:lnTo>
                  <a:lnTo>
                    <a:pt x="3195574" y="516889"/>
                  </a:lnTo>
                  <a:lnTo>
                    <a:pt x="3193624" y="541212"/>
                  </a:lnTo>
                  <a:lnTo>
                    <a:pt x="3193669" y="541019"/>
                  </a:lnTo>
                  <a:lnTo>
                    <a:pt x="3199970" y="541019"/>
                  </a:lnTo>
                  <a:lnTo>
                    <a:pt x="3201924" y="516889"/>
                  </a:lnTo>
                  <a:lnTo>
                    <a:pt x="3201821" y="515619"/>
                  </a:lnTo>
                  <a:close/>
                </a:path>
                <a:path w="3202304" h="1032510">
                  <a:moveTo>
                    <a:pt x="6398" y="516254"/>
                  </a:moveTo>
                  <a:lnTo>
                    <a:pt x="6350" y="516889"/>
                  </a:lnTo>
                  <a:lnTo>
                    <a:pt x="6398" y="516254"/>
                  </a:lnTo>
                  <a:close/>
                </a:path>
                <a:path w="3202304" h="1032510">
                  <a:moveTo>
                    <a:pt x="3195525" y="516254"/>
                  </a:moveTo>
                  <a:lnTo>
                    <a:pt x="3195477" y="516889"/>
                  </a:lnTo>
                  <a:lnTo>
                    <a:pt x="3195525" y="516254"/>
                  </a:lnTo>
                  <a:close/>
                </a:path>
                <a:path w="3202304" h="1032510">
                  <a:moveTo>
                    <a:pt x="6446" y="515619"/>
                  </a:moveTo>
                  <a:lnTo>
                    <a:pt x="6398" y="516254"/>
                  </a:lnTo>
                  <a:lnTo>
                    <a:pt x="6446" y="515619"/>
                  </a:lnTo>
                  <a:close/>
                </a:path>
                <a:path w="3202304" h="1032510">
                  <a:moveTo>
                    <a:pt x="3199765" y="490219"/>
                  </a:moveTo>
                  <a:lnTo>
                    <a:pt x="3193542" y="490219"/>
                  </a:lnTo>
                  <a:lnTo>
                    <a:pt x="3193669" y="491489"/>
                  </a:lnTo>
                  <a:lnTo>
                    <a:pt x="3195525" y="516254"/>
                  </a:lnTo>
                  <a:lnTo>
                    <a:pt x="3195574" y="515619"/>
                  </a:lnTo>
                  <a:lnTo>
                    <a:pt x="3201821" y="515619"/>
                  </a:lnTo>
                  <a:lnTo>
                    <a:pt x="3199765" y="490219"/>
                  </a:lnTo>
                  <a:close/>
                </a:path>
                <a:path w="3202304" h="1032510">
                  <a:moveTo>
                    <a:pt x="8299" y="491297"/>
                  </a:moveTo>
                  <a:lnTo>
                    <a:pt x="8254" y="491489"/>
                  </a:lnTo>
                  <a:lnTo>
                    <a:pt x="8299" y="491297"/>
                  </a:lnTo>
                  <a:close/>
                </a:path>
                <a:path w="3202304" h="1032510">
                  <a:moveTo>
                    <a:pt x="3193624" y="491297"/>
                  </a:moveTo>
                  <a:lnTo>
                    <a:pt x="3193638" y="491489"/>
                  </a:lnTo>
                  <a:lnTo>
                    <a:pt x="3193624" y="491297"/>
                  </a:lnTo>
                  <a:close/>
                </a:path>
                <a:path w="3202304" h="1032510">
                  <a:moveTo>
                    <a:pt x="8551" y="490219"/>
                  </a:moveTo>
                  <a:lnTo>
                    <a:pt x="8381" y="490219"/>
                  </a:lnTo>
                  <a:lnTo>
                    <a:pt x="8299" y="491297"/>
                  </a:lnTo>
                  <a:lnTo>
                    <a:pt x="8551" y="490219"/>
                  </a:lnTo>
                  <a:close/>
                </a:path>
                <a:path w="3202304" h="1032510">
                  <a:moveTo>
                    <a:pt x="3193959" y="464819"/>
                  </a:moveTo>
                  <a:lnTo>
                    <a:pt x="3187446" y="464819"/>
                  </a:lnTo>
                  <a:lnTo>
                    <a:pt x="3193624" y="491297"/>
                  </a:lnTo>
                  <a:lnTo>
                    <a:pt x="3193542" y="490219"/>
                  </a:lnTo>
                  <a:lnTo>
                    <a:pt x="3199765" y="490219"/>
                  </a:lnTo>
                  <a:lnTo>
                    <a:pt x="3193959" y="464819"/>
                  </a:lnTo>
                  <a:close/>
                </a:path>
                <a:path w="3202304" h="1032510">
                  <a:moveTo>
                    <a:pt x="14731" y="464819"/>
                  </a:moveTo>
                  <a:lnTo>
                    <a:pt x="14477" y="464819"/>
                  </a:lnTo>
                  <a:lnTo>
                    <a:pt x="14224" y="466089"/>
                  </a:lnTo>
                  <a:lnTo>
                    <a:pt x="14731" y="464819"/>
                  </a:lnTo>
                  <a:close/>
                </a:path>
                <a:path w="3202304" h="1032510">
                  <a:moveTo>
                    <a:pt x="1844103" y="6350"/>
                  </a:moveTo>
                  <a:lnTo>
                    <a:pt x="1601089" y="6350"/>
                  </a:lnTo>
                  <a:lnTo>
                    <a:pt x="1764538" y="8889"/>
                  </a:lnTo>
                  <a:lnTo>
                    <a:pt x="1923288" y="16510"/>
                  </a:lnTo>
                  <a:lnTo>
                    <a:pt x="2076450" y="29210"/>
                  </a:lnTo>
                  <a:lnTo>
                    <a:pt x="2150745" y="36829"/>
                  </a:lnTo>
                  <a:lnTo>
                    <a:pt x="2294128" y="57150"/>
                  </a:lnTo>
                  <a:lnTo>
                    <a:pt x="2363089" y="68579"/>
                  </a:lnTo>
                  <a:lnTo>
                    <a:pt x="2494788" y="93979"/>
                  </a:lnTo>
                  <a:lnTo>
                    <a:pt x="2617851" y="124460"/>
                  </a:lnTo>
                  <a:lnTo>
                    <a:pt x="2675635" y="139700"/>
                  </a:lnTo>
                  <a:lnTo>
                    <a:pt x="2731134" y="157479"/>
                  </a:lnTo>
                  <a:lnTo>
                    <a:pt x="2784094" y="175260"/>
                  </a:lnTo>
                  <a:lnTo>
                    <a:pt x="2834131" y="194310"/>
                  </a:lnTo>
                  <a:lnTo>
                    <a:pt x="2881503" y="213360"/>
                  </a:lnTo>
                  <a:lnTo>
                    <a:pt x="2925953" y="233679"/>
                  </a:lnTo>
                  <a:lnTo>
                    <a:pt x="2967354" y="254000"/>
                  </a:lnTo>
                  <a:lnTo>
                    <a:pt x="3005581" y="275589"/>
                  </a:lnTo>
                  <a:lnTo>
                    <a:pt x="3040760" y="298450"/>
                  </a:lnTo>
                  <a:lnTo>
                    <a:pt x="3072383" y="320039"/>
                  </a:lnTo>
                  <a:lnTo>
                    <a:pt x="3125470" y="367029"/>
                  </a:lnTo>
                  <a:lnTo>
                    <a:pt x="3164331" y="416560"/>
                  </a:lnTo>
                  <a:lnTo>
                    <a:pt x="3187700" y="466089"/>
                  </a:lnTo>
                  <a:lnTo>
                    <a:pt x="3187446" y="464819"/>
                  </a:lnTo>
                  <a:lnTo>
                    <a:pt x="3193959" y="464819"/>
                  </a:lnTo>
                  <a:lnTo>
                    <a:pt x="3193669" y="463550"/>
                  </a:lnTo>
                  <a:lnTo>
                    <a:pt x="3169412" y="412750"/>
                  </a:lnTo>
                  <a:lnTo>
                    <a:pt x="3129915" y="363219"/>
                  </a:lnTo>
                  <a:lnTo>
                    <a:pt x="3076067" y="314960"/>
                  </a:lnTo>
                  <a:lnTo>
                    <a:pt x="3044063" y="292100"/>
                  </a:lnTo>
                  <a:lnTo>
                    <a:pt x="3008629" y="270510"/>
                  </a:lnTo>
                  <a:lnTo>
                    <a:pt x="2970149" y="248919"/>
                  </a:lnTo>
                  <a:lnTo>
                    <a:pt x="2928493" y="227329"/>
                  </a:lnTo>
                  <a:lnTo>
                    <a:pt x="2883916" y="207010"/>
                  </a:lnTo>
                  <a:lnTo>
                    <a:pt x="2836291" y="187960"/>
                  </a:lnTo>
                  <a:lnTo>
                    <a:pt x="2785999" y="168910"/>
                  </a:lnTo>
                  <a:lnTo>
                    <a:pt x="2733040" y="151129"/>
                  </a:lnTo>
                  <a:lnTo>
                    <a:pt x="2677414" y="134619"/>
                  </a:lnTo>
                  <a:lnTo>
                    <a:pt x="2619375" y="118110"/>
                  </a:lnTo>
                  <a:lnTo>
                    <a:pt x="2496057" y="87629"/>
                  </a:lnTo>
                  <a:lnTo>
                    <a:pt x="2364104" y="62229"/>
                  </a:lnTo>
                  <a:lnTo>
                    <a:pt x="2295017" y="50800"/>
                  </a:lnTo>
                  <a:lnTo>
                    <a:pt x="2224151" y="40639"/>
                  </a:lnTo>
                  <a:lnTo>
                    <a:pt x="2076957" y="22860"/>
                  </a:lnTo>
                  <a:lnTo>
                    <a:pt x="1923542" y="10160"/>
                  </a:lnTo>
                  <a:lnTo>
                    <a:pt x="1844103" y="6350"/>
                  </a:lnTo>
                  <a:close/>
                </a:path>
              </a:pathLst>
            </a:custGeom>
            <a:solidFill>
              <a:srgbClr val="75BC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9433686" y="3221482"/>
            <a:ext cx="15551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0190" marR="5080" indent="-238125">
              <a:lnSpc>
                <a:spcPct val="100000"/>
              </a:lnSpc>
              <a:spcBef>
                <a:spcPts val="100"/>
              </a:spcBef>
            </a:pPr>
            <a:r>
              <a:rPr sz="2400" spc="-160" dirty="0">
                <a:solidFill>
                  <a:srgbClr val="093B70"/>
                </a:solidFill>
                <a:latin typeface="Trebuchet MS"/>
                <a:cs typeface="Trebuchet MS"/>
              </a:rPr>
              <a:t>dynamic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60" dirty="0">
                <a:solidFill>
                  <a:srgbClr val="093B70"/>
                </a:solidFill>
                <a:latin typeface="Trebuchet MS"/>
                <a:cs typeface="Trebuchet MS"/>
              </a:rPr>
              <a:t>and 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complex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464808" y="4654803"/>
            <a:ext cx="3202305" cy="1031240"/>
            <a:chOff x="6464808" y="4654803"/>
            <a:chExt cx="3202305" cy="1031240"/>
          </a:xfrm>
        </p:grpSpPr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66332" y="4655819"/>
              <a:ext cx="3198875" cy="102870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464808" y="4654803"/>
              <a:ext cx="3202305" cy="1031240"/>
            </a:xfrm>
            <a:custGeom>
              <a:avLst/>
              <a:gdLst/>
              <a:ahLst/>
              <a:cxnLst/>
              <a:rect l="l" t="t" r="r" b="b"/>
              <a:pathLst>
                <a:path w="3202304" h="1031239">
                  <a:moveTo>
                    <a:pt x="1600962" y="0"/>
                  </a:moveTo>
                  <a:lnTo>
                    <a:pt x="1437259" y="2540"/>
                  </a:lnTo>
                  <a:lnTo>
                    <a:pt x="1278382" y="10160"/>
                  </a:lnTo>
                  <a:lnTo>
                    <a:pt x="1124839" y="22860"/>
                  </a:lnTo>
                  <a:lnTo>
                    <a:pt x="977772" y="40640"/>
                  </a:lnTo>
                  <a:lnTo>
                    <a:pt x="906907" y="50800"/>
                  </a:lnTo>
                  <a:lnTo>
                    <a:pt x="837945" y="62230"/>
                  </a:lnTo>
                  <a:lnTo>
                    <a:pt x="705865" y="87630"/>
                  </a:lnTo>
                  <a:lnTo>
                    <a:pt x="582675" y="118110"/>
                  </a:lnTo>
                  <a:lnTo>
                    <a:pt x="524510" y="134620"/>
                  </a:lnTo>
                  <a:lnTo>
                    <a:pt x="468884" y="151130"/>
                  </a:lnTo>
                  <a:lnTo>
                    <a:pt x="415924" y="168910"/>
                  </a:lnTo>
                  <a:lnTo>
                    <a:pt x="365506" y="187960"/>
                  </a:lnTo>
                  <a:lnTo>
                    <a:pt x="318008" y="207010"/>
                  </a:lnTo>
                  <a:lnTo>
                    <a:pt x="273431" y="227330"/>
                  </a:lnTo>
                  <a:lnTo>
                    <a:pt x="231774" y="248920"/>
                  </a:lnTo>
                  <a:lnTo>
                    <a:pt x="193293" y="270510"/>
                  </a:lnTo>
                  <a:lnTo>
                    <a:pt x="157861" y="292100"/>
                  </a:lnTo>
                  <a:lnTo>
                    <a:pt x="125857" y="314960"/>
                  </a:lnTo>
                  <a:lnTo>
                    <a:pt x="72009" y="363220"/>
                  </a:lnTo>
                  <a:lnTo>
                    <a:pt x="32512" y="411480"/>
                  </a:lnTo>
                  <a:lnTo>
                    <a:pt x="8254" y="463550"/>
                  </a:lnTo>
                  <a:lnTo>
                    <a:pt x="0" y="515620"/>
                  </a:lnTo>
                  <a:lnTo>
                    <a:pt x="2031" y="542290"/>
                  </a:lnTo>
                  <a:lnTo>
                    <a:pt x="18414" y="594360"/>
                  </a:lnTo>
                  <a:lnTo>
                    <a:pt x="50418" y="645160"/>
                  </a:lnTo>
                  <a:lnTo>
                    <a:pt x="97155" y="693420"/>
                  </a:lnTo>
                  <a:lnTo>
                    <a:pt x="157861" y="739140"/>
                  </a:lnTo>
                  <a:lnTo>
                    <a:pt x="193293" y="762000"/>
                  </a:lnTo>
                  <a:lnTo>
                    <a:pt x="231774" y="783590"/>
                  </a:lnTo>
                  <a:lnTo>
                    <a:pt x="273431" y="803910"/>
                  </a:lnTo>
                  <a:lnTo>
                    <a:pt x="318008" y="824230"/>
                  </a:lnTo>
                  <a:lnTo>
                    <a:pt x="365506" y="844550"/>
                  </a:lnTo>
                  <a:lnTo>
                    <a:pt x="415924" y="862330"/>
                  </a:lnTo>
                  <a:lnTo>
                    <a:pt x="468884" y="880110"/>
                  </a:lnTo>
                  <a:lnTo>
                    <a:pt x="524510" y="897890"/>
                  </a:lnTo>
                  <a:lnTo>
                    <a:pt x="582675" y="914400"/>
                  </a:lnTo>
                  <a:lnTo>
                    <a:pt x="643127" y="929640"/>
                  </a:lnTo>
                  <a:lnTo>
                    <a:pt x="770889" y="957580"/>
                  </a:lnTo>
                  <a:lnTo>
                    <a:pt x="977772" y="991870"/>
                  </a:lnTo>
                  <a:lnTo>
                    <a:pt x="1050543" y="1000760"/>
                  </a:lnTo>
                  <a:lnTo>
                    <a:pt x="1200912" y="1016000"/>
                  </a:lnTo>
                  <a:lnTo>
                    <a:pt x="1278382" y="1021080"/>
                  </a:lnTo>
                  <a:lnTo>
                    <a:pt x="1437259" y="1028700"/>
                  </a:lnTo>
                  <a:lnTo>
                    <a:pt x="1600962" y="1031240"/>
                  </a:lnTo>
                  <a:lnTo>
                    <a:pt x="1764664" y="1028700"/>
                  </a:lnTo>
                  <a:lnTo>
                    <a:pt x="1844103" y="1024890"/>
                  </a:lnTo>
                  <a:lnTo>
                    <a:pt x="1600835" y="1024890"/>
                  </a:lnTo>
                  <a:lnTo>
                    <a:pt x="1437386" y="1022350"/>
                  </a:lnTo>
                  <a:lnTo>
                    <a:pt x="1278636" y="1014730"/>
                  </a:lnTo>
                  <a:lnTo>
                    <a:pt x="1201419" y="1009650"/>
                  </a:lnTo>
                  <a:lnTo>
                    <a:pt x="1051178" y="994410"/>
                  </a:lnTo>
                  <a:lnTo>
                    <a:pt x="978662" y="985520"/>
                  </a:lnTo>
                  <a:lnTo>
                    <a:pt x="907795" y="974090"/>
                  </a:lnTo>
                  <a:lnTo>
                    <a:pt x="838962" y="963930"/>
                  </a:lnTo>
                  <a:lnTo>
                    <a:pt x="772033" y="951230"/>
                  </a:lnTo>
                  <a:lnTo>
                    <a:pt x="644524" y="923290"/>
                  </a:lnTo>
                  <a:lnTo>
                    <a:pt x="584199" y="908050"/>
                  </a:lnTo>
                  <a:lnTo>
                    <a:pt x="526288" y="891540"/>
                  </a:lnTo>
                  <a:lnTo>
                    <a:pt x="470788" y="875030"/>
                  </a:lnTo>
                  <a:lnTo>
                    <a:pt x="417957" y="857250"/>
                  </a:lnTo>
                  <a:lnTo>
                    <a:pt x="367791" y="838200"/>
                  </a:lnTo>
                  <a:lnTo>
                    <a:pt x="320420" y="819150"/>
                  </a:lnTo>
                  <a:lnTo>
                    <a:pt x="276097" y="798830"/>
                  </a:lnTo>
                  <a:lnTo>
                    <a:pt x="196341" y="756920"/>
                  </a:lnTo>
                  <a:lnTo>
                    <a:pt x="161289" y="734060"/>
                  </a:lnTo>
                  <a:lnTo>
                    <a:pt x="129539" y="711200"/>
                  </a:lnTo>
                  <a:lnTo>
                    <a:pt x="76453" y="664210"/>
                  </a:lnTo>
                  <a:lnTo>
                    <a:pt x="37718" y="615950"/>
                  </a:lnTo>
                  <a:lnTo>
                    <a:pt x="14712" y="567690"/>
                  </a:lnTo>
                  <a:lnTo>
                    <a:pt x="14477" y="567690"/>
                  </a:lnTo>
                  <a:lnTo>
                    <a:pt x="8551" y="542290"/>
                  </a:lnTo>
                  <a:lnTo>
                    <a:pt x="8381" y="542290"/>
                  </a:lnTo>
                  <a:lnTo>
                    <a:pt x="6446" y="516890"/>
                  </a:lnTo>
                  <a:lnTo>
                    <a:pt x="8285" y="491490"/>
                  </a:lnTo>
                  <a:lnTo>
                    <a:pt x="8381" y="490220"/>
                  </a:lnTo>
                  <a:lnTo>
                    <a:pt x="8551" y="490220"/>
                  </a:lnTo>
                  <a:lnTo>
                    <a:pt x="14477" y="464820"/>
                  </a:lnTo>
                  <a:lnTo>
                    <a:pt x="14707" y="464820"/>
                  </a:lnTo>
                  <a:lnTo>
                    <a:pt x="24383" y="439420"/>
                  </a:lnTo>
                  <a:lnTo>
                    <a:pt x="38099" y="415290"/>
                  </a:lnTo>
                  <a:lnTo>
                    <a:pt x="76708" y="367030"/>
                  </a:lnTo>
                  <a:lnTo>
                    <a:pt x="129793" y="320040"/>
                  </a:lnTo>
                  <a:lnTo>
                    <a:pt x="161670" y="297180"/>
                  </a:lnTo>
                  <a:lnTo>
                    <a:pt x="196595" y="275590"/>
                  </a:lnTo>
                  <a:lnTo>
                    <a:pt x="234949" y="254000"/>
                  </a:lnTo>
                  <a:lnTo>
                    <a:pt x="276351" y="233680"/>
                  </a:lnTo>
                  <a:lnTo>
                    <a:pt x="320674" y="213360"/>
                  </a:lnTo>
                  <a:lnTo>
                    <a:pt x="367918" y="193040"/>
                  </a:lnTo>
                  <a:lnTo>
                    <a:pt x="418211" y="175260"/>
                  </a:lnTo>
                  <a:lnTo>
                    <a:pt x="470915" y="157480"/>
                  </a:lnTo>
                  <a:lnTo>
                    <a:pt x="526414" y="139700"/>
                  </a:lnTo>
                  <a:lnTo>
                    <a:pt x="584326" y="124460"/>
                  </a:lnTo>
                  <a:lnTo>
                    <a:pt x="707263" y="93980"/>
                  </a:lnTo>
                  <a:lnTo>
                    <a:pt x="839088" y="68580"/>
                  </a:lnTo>
                  <a:lnTo>
                    <a:pt x="907922" y="57150"/>
                  </a:lnTo>
                  <a:lnTo>
                    <a:pt x="978788" y="46990"/>
                  </a:lnTo>
                  <a:lnTo>
                    <a:pt x="1125600" y="29210"/>
                  </a:lnTo>
                  <a:lnTo>
                    <a:pt x="1278763" y="16510"/>
                  </a:lnTo>
                  <a:lnTo>
                    <a:pt x="1437639" y="8890"/>
                  </a:lnTo>
                  <a:lnTo>
                    <a:pt x="1601089" y="6350"/>
                  </a:lnTo>
                  <a:lnTo>
                    <a:pt x="1844103" y="6350"/>
                  </a:lnTo>
                  <a:lnTo>
                    <a:pt x="1764664" y="2540"/>
                  </a:lnTo>
                  <a:lnTo>
                    <a:pt x="1600962" y="0"/>
                  </a:lnTo>
                  <a:close/>
                </a:path>
                <a:path w="3202304" h="1031239">
                  <a:moveTo>
                    <a:pt x="3187699" y="566420"/>
                  </a:moveTo>
                  <a:lnTo>
                    <a:pt x="3163823" y="617220"/>
                  </a:lnTo>
                  <a:lnTo>
                    <a:pt x="3125216" y="665480"/>
                  </a:lnTo>
                  <a:lnTo>
                    <a:pt x="3072130" y="712470"/>
                  </a:lnTo>
                  <a:lnTo>
                    <a:pt x="3040380" y="734060"/>
                  </a:lnTo>
                  <a:lnTo>
                    <a:pt x="3005327" y="756920"/>
                  </a:lnTo>
                  <a:lnTo>
                    <a:pt x="2967100" y="778510"/>
                  </a:lnTo>
                  <a:lnTo>
                    <a:pt x="2925698" y="798830"/>
                  </a:lnTo>
                  <a:lnTo>
                    <a:pt x="2881248" y="819150"/>
                  </a:lnTo>
                  <a:lnTo>
                    <a:pt x="2834005" y="838200"/>
                  </a:lnTo>
                  <a:lnTo>
                    <a:pt x="2783840" y="857250"/>
                  </a:lnTo>
                  <a:lnTo>
                    <a:pt x="2731008" y="875030"/>
                  </a:lnTo>
                  <a:lnTo>
                    <a:pt x="2675509" y="891540"/>
                  </a:lnTo>
                  <a:lnTo>
                    <a:pt x="2617596" y="908050"/>
                  </a:lnTo>
                  <a:lnTo>
                    <a:pt x="2557398" y="923290"/>
                  </a:lnTo>
                  <a:lnTo>
                    <a:pt x="2429891" y="951230"/>
                  </a:lnTo>
                  <a:lnTo>
                    <a:pt x="2362962" y="963930"/>
                  </a:lnTo>
                  <a:lnTo>
                    <a:pt x="2294000" y="975360"/>
                  </a:lnTo>
                  <a:lnTo>
                    <a:pt x="2223262" y="985520"/>
                  </a:lnTo>
                  <a:lnTo>
                    <a:pt x="2150617" y="994410"/>
                  </a:lnTo>
                  <a:lnTo>
                    <a:pt x="2000503" y="1009650"/>
                  </a:lnTo>
                  <a:lnTo>
                    <a:pt x="1923161" y="1014730"/>
                  </a:lnTo>
                  <a:lnTo>
                    <a:pt x="1764411" y="1022350"/>
                  </a:lnTo>
                  <a:lnTo>
                    <a:pt x="1600835" y="1024890"/>
                  </a:lnTo>
                  <a:lnTo>
                    <a:pt x="1844103" y="1024890"/>
                  </a:lnTo>
                  <a:lnTo>
                    <a:pt x="1923541" y="1021080"/>
                  </a:lnTo>
                  <a:lnTo>
                    <a:pt x="2001139" y="1016000"/>
                  </a:lnTo>
                  <a:lnTo>
                    <a:pt x="2151380" y="1000760"/>
                  </a:lnTo>
                  <a:lnTo>
                    <a:pt x="2224150" y="991870"/>
                  </a:lnTo>
                  <a:lnTo>
                    <a:pt x="2431161" y="957580"/>
                  </a:lnTo>
                  <a:lnTo>
                    <a:pt x="2558922" y="929640"/>
                  </a:lnTo>
                  <a:lnTo>
                    <a:pt x="2619374" y="914400"/>
                  </a:lnTo>
                  <a:lnTo>
                    <a:pt x="2677414" y="897890"/>
                  </a:lnTo>
                  <a:lnTo>
                    <a:pt x="2733040" y="880110"/>
                  </a:lnTo>
                  <a:lnTo>
                    <a:pt x="2785998" y="862330"/>
                  </a:lnTo>
                  <a:lnTo>
                    <a:pt x="2836291" y="844550"/>
                  </a:lnTo>
                  <a:lnTo>
                    <a:pt x="2883916" y="824230"/>
                  </a:lnTo>
                  <a:lnTo>
                    <a:pt x="2928492" y="803910"/>
                  </a:lnTo>
                  <a:lnTo>
                    <a:pt x="2970148" y="783590"/>
                  </a:lnTo>
                  <a:lnTo>
                    <a:pt x="3008630" y="762000"/>
                  </a:lnTo>
                  <a:lnTo>
                    <a:pt x="3044063" y="739140"/>
                  </a:lnTo>
                  <a:lnTo>
                    <a:pt x="3076066" y="717550"/>
                  </a:lnTo>
                  <a:lnTo>
                    <a:pt x="3129915" y="669290"/>
                  </a:lnTo>
                  <a:lnTo>
                    <a:pt x="3169412" y="619760"/>
                  </a:lnTo>
                  <a:lnTo>
                    <a:pt x="3193668" y="568960"/>
                  </a:lnTo>
                  <a:lnTo>
                    <a:pt x="3193959" y="567690"/>
                  </a:lnTo>
                  <a:lnTo>
                    <a:pt x="3187445" y="567690"/>
                  </a:lnTo>
                  <a:lnTo>
                    <a:pt x="3187699" y="566420"/>
                  </a:lnTo>
                  <a:close/>
                </a:path>
                <a:path w="3202304" h="1031239">
                  <a:moveTo>
                    <a:pt x="14224" y="566420"/>
                  </a:moveTo>
                  <a:lnTo>
                    <a:pt x="14477" y="567690"/>
                  </a:lnTo>
                  <a:lnTo>
                    <a:pt x="14712" y="567690"/>
                  </a:lnTo>
                  <a:lnTo>
                    <a:pt x="14224" y="566420"/>
                  </a:lnTo>
                  <a:close/>
                </a:path>
                <a:path w="3202304" h="1031239">
                  <a:moveTo>
                    <a:pt x="3193624" y="541212"/>
                  </a:moveTo>
                  <a:lnTo>
                    <a:pt x="3187445" y="567690"/>
                  </a:lnTo>
                  <a:lnTo>
                    <a:pt x="3193959" y="567690"/>
                  </a:lnTo>
                  <a:lnTo>
                    <a:pt x="3199765" y="542290"/>
                  </a:lnTo>
                  <a:lnTo>
                    <a:pt x="3193541" y="542290"/>
                  </a:lnTo>
                  <a:lnTo>
                    <a:pt x="3193624" y="541212"/>
                  </a:lnTo>
                  <a:close/>
                </a:path>
                <a:path w="3202304" h="1031239">
                  <a:moveTo>
                    <a:pt x="8299" y="541212"/>
                  </a:moveTo>
                  <a:lnTo>
                    <a:pt x="8381" y="542290"/>
                  </a:lnTo>
                  <a:lnTo>
                    <a:pt x="8551" y="542290"/>
                  </a:lnTo>
                  <a:lnTo>
                    <a:pt x="8299" y="541212"/>
                  </a:lnTo>
                  <a:close/>
                </a:path>
                <a:path w="3202304" h="1031239">
                  <a:moveTo>
                    <a:pt x="3199867" y="541020"/>
                  </a:moveTo>
                  <a:lnTo>
                    <a:pt x="3193668" y="541020"/>
                  </a:lnTo>
                  <a:lnTo>
                    <a:pt x="3193541" y="542290"/>
                  </a:lnTo>
                  <a:lnTo>
                    <a:pt x="3199765" y="542290"/>
                  </a:lnTo>
                  <a:lnTo>
                    <a:pt x="3199867" y="541020"/>
                  </a:lnTo>
                  <a:close/>
                </a:path>
                <a:path w="3202304" h="1031239">
                  <a:moveTo>
                    <a:pt x="8285" y="541020"/>
                  </a:moveTo>
                  <a:lnTo>
                    <a:pt x="8299" y="541212"/>
                  </a:lnTo>
                  <a:lnTo>
                    <a:pt x="8285" y="541020"/>
                  </a:lnTo>
                  <a:close/>
                </a:path>
                <a:path w="3202304" h="1031239">
                  <a:moveTo>
                    <a:pt x="3201923" y="515620"/>
                  </a:moveTo>
                  <a:lnTo>
                    <a:pt x="3195573" y="515620"/>
                  </a:lnTo>
                  <a:lnTo>
                    <a:pt x="3195573" y="516890"/>
                  </a:lnTo>
                  <a:lnTo>
                    <a:pt x="3193624" y="541212"/>
                  </a:lnTo>
                  <a:lnTo>
                    <a:pt x="3193668" y="541020"/>
                  </a:lnTo>
                  <a:lnTo>
                    <a:pt x="3199867" y="541020"/>
                  </a:lnTo>
                  <a:lnTo>
                    <a:pt x="3201923" y="515620"/>
                  </a:lnTo>
                  <a:close/>
                </a:path>
                <a:path w="3202304" h="1031239">
                  <a:moveTo>
                    <a:pt x="6398" y="516255"/>
                  </a:moveTo>
                  <a:lnTo>
                    <a:pt x="6350" y="516890"/>
                  </a:lnTo>
                  <a:lnTo>
                    <a:pt x="6398" y="516255"/>
                  </a:lnTo>
                  <a:close/>
                </a:path>
                <a:path w="3202304" h="1031239">
                  <a:moveTo>
                    <a:pt x="3195525" y="516255"/>
                  </a:moveTo>
                  <a:lnTo>
                    <a:pt x="3195477" y="516890"/>
                  </a:lnTo>
                  <a:lnTo>
                    <a:pt x="3195525" y="516255"/>
                  </a:lnTo>
                  <a:close/>
                </a:path>
                <a:path w="3202304" h="1031239">
                  <a:moveTo>
                    <a:pt x="6446" y="515620"/>
                  </a:moveTo>
                  <a:lnTo>
                    <a:pt x="6398" y="516255"/>
                  </a:lnTo>
                  <a:lnTo>
                    <a:pt x="6446" y="515620"/>
                  </a:lnTo>
                  <a:close/>
                </a:path>
                <a:path w="3202304" h="1031239">
                  <a:moveTo>
                    <a:pt x="3199867" y="490220"/>
                  </a:moveTo>
                  <a:lnTo>
                    <a:pt x="3193541" y="490220"/>
                  </a:lnTo>
                  <a:lnTo>
                    <a:pt x="3193668" y="491490"/>
                  </a:lnTo>
                  <a:lnTo>
                    <a:pt x="3195525" y="516255"/>
                  </a:lnTo>
                  <a:lnTo>
                    <a:pt x="3195573" y="515620"/>
                  </a:lnTo>
                  <a:lnTo>
                    <a:pt x="3201923" y="515620"/>
                  </a:lnTo>
                  <a:lnTo>
                    <a:pt x="3199867" y="490220"/>
                  </a:lnTo>
                  <a:close/>
                </a:path>
                <a:path w="3202304" h="1031239">
                  <a:moveTo>
                    <a:pt x="8299" y="491297"/>
                  </a:moveTo>
                  <a:lnTo>
                    <a:pt x="8254" y="491490"/>
                  </a:lnTo>
                  <a:lnTo>
                    <a:pt x="8299" y="491297"/>
                  </a:lnTo>
                  <a:close/>
                </a:path>
                <a:path w="3202304" h="1031239">
                  <a:moveTo>
                    <a:pt x="3193624" y="491297"/>
                  </a:moveTo>
                  <a:lnTo>
                    <a:pt x="3193638" y="491490"/>
                  </a:lnTo>
                  <a:lnTo>
                    <a:pt x="3193624" y="491297"/>
                  </a:lnTo>
                  <a:close/>
                </a:path>
                <a:path w="3202304" h="1031239">
                  <a:moveTo>
                    <a:pt x="8551" y="490220"/>
                  </a:moveTo>
                  <a:lnTo>
                    <a:pt x="8381" y="490220"/>
                  </a:lnTo>
                  <a:lnTo>
                    <a:pt x="8299" y="491297"/>
                  </a:lnTo>
                  <a:lnTo>
                    <a:pt x="8551" y="490220"/>
                  </a:lnTo>
                  <a:close/>
                </a:path>
                <a:path w="3202304" h="1031239">
                  <a:moveTo>
                    <a:pt x="3193973" y="464820"/>
                  </a:moveTo>
                  <a:lnTo>
                    <a:pt x="3187445" y="464820"/>
                  </a:lnTo>
                  <a:lnTo>
                    <a:pt x="3193624" y="491297"/>
                  </a:lnTo>
                  <a:lnTo>
                    <a:pt x="3193541" y="490220"/>
                  </a:lnTo>
                  <a:lnTo>
                    <a:pt x="3199867" y="490220"/>
                  </a:lnTo>
                  <a:lnTo>
                    <a:pt x="3199765" y="488950"/>
                  </a:lnTo>
                  <a:lnTo>
                    <a:pt x="3193973" y="464820"/>
                  </a:lnTo>
                  <a:close/>
                </a:path>
                <a:path w="3202304" h="1031239">
                  <a:moveTo>
                    <a:pt x="14707" y="464820"/>
                  </a:moveTo>
                  <a:lnTo>
                    <a:pt x="14477" y="464820"/>
                  </a:lnTo>
                  <a:lnTo>
                    <a:pt x="14224" y="466090"/>
                  </a:lnTo>
                  <a:lnTo>
                    <a:pt x="14707" y="464820"/>
                  </a:lnTo>
                  <a:close/>
                </a:path>
                <a:path w="3202304" h="1031239">
                  <a:moveTo>
                    <a:pt x="1844103" y="6350"/>
                  </a:moveTo>
                  <a:lnTo>
                    <a:pt x="1601089" y="6350"/>
                  </a:lnTo>
                  <a:lnTo>
                    <a:pt x="1764538" y="8890"/>
                  </a:lnTo>
                  <a:lnTo>
                    <a:pt x="1923288" y="16510"/>
                  </a:lnTo>
                  <a:lnTo>
                    <a:pt x="2076449" y="29210"/>
                  </a:lnTo>
                  <a:lnTo>
                    <a:pt x="2223389" y="46990"/>
                  </a:lnTo>
                  <a:lnTo>
                    <a:pt x="2294127" y="57150"/>
                  </a:lnTo>
                  <a:lnTo>
                    <a:pt x="2363089" y="68580"/>
                  </a:lnTo>
                  <a:lnTo>
                    <a:pt x="2494788" y="93980"/>
                  </a:lnTo>
                  <a:lnTo>
                    <a:pt x="2617850" y="124460"/>
                  </a:lnTo>
                  <a:lnTo>
                    <a:pt x="2675636" y="139700"/>
                  </a:lnTo>
                  <a:lnTo>
                    <a:pt x="2731135" y="157480"/>
                  </a:lnTo>
                  <a:lnTo>
                    <a:pt x="2784093" y="175260"/>
                  </a:lnTo>
                  <a:lnTo>
                    <a:pt x="2834132" y="194310"/>
                  </a:lnTo>
                  <a:lnTo>
                    <a:pt x="2881502" y="213360"/>
                  </a:lnTo>
                  <a:lnTo>
                    <a:pt x="2925952" y="233680"/>
                  </a:lnTo>
                  <a:lnTo>
                    <a:pt x="2967355" y="254000"/>
                  </a:lnTo>
                  <a:lnTo>
                    <a:pt x="3005582" y="275590"/>
                  </a:lnTo>
                  <a:lnTo>
                    <a:pt x="3040761" y="297180"/>
                  </a:lnTo>
                  <a:lnTo>
                    <a:pt x="3072384" y="320040"/>
                  </a:lnTo>
                  <a:lnTo>
                    <a:pt x="3125469" y="367030"/>
                  </a:lnTo>
                  <a:lnTo>
                    <a:pt x="3164332" y="415290"/>
                  </a:lnTo>
                  <a:lnTo>
                    <a:pt x="3187699" y="466090"/>
                  </a:lnTo>
                  <a:lnTo>
                    <a:pt x="3187445" y="464820"/>
                  </a:lnTo>
                  <a:lnTo>
                    <a:pt x="3193973" y="464820"/>
                  </a:lnTo>
                  <a:lnTo>
                    <a:pt x="3193668" y="463550"/>
                  </a:lnTo>
                  <a:lnTo>
                    <a:pt x="3169412" y="411480"/>
                  </a:lnTo>
                  <a:lnTo>
                    <a:pt x="3129915" y="363220"/>
                  </a:lnTo>
                  <a:lnTo>
                    <a:pt x="3076066" y="314960"/>
                  </a:lnTo>
                  <a:lnTo>
                    <a:pt x="3044063" y="292100"/>
                  </a:lnTo>
                  <a:lnTo>
                    <a:pt x="3008630" y="270510"/>
                  </a:lnTo>
                  <a:lnTo>
                    <a:pt x="2970148" y="248920"/>
                  </a:lnTo>
                  <a:lnTo>
                    <a:pt x="2928492" y="227330"/>
                  </a:lnTo>
                  <a:lnTo>
                    <a:pt x="2883916" y="207010"/>
                  </a:lnTo>
                  <a:lnTo>
                    <a:pt x="2836291" y="187960"/>
                  </a:lnTo>
                  <a:lnTo>
                    <a:pt x="2785998" y="168910"/>
                  </a:lnTo>
                  <a:lnTo>
                    <a:pt x="2733040" y="151130"/>
                  </a:lnTo>
                  <a:lnTo>
                    <a:pt x="2677414" y="134620"/>
                  </a:lnTo>
                  <a:lnTo>
                    <a:pt x="2619374" y="118110"/>
                  </a:lnTo>
                  <a:lnTo>
                    <a:pt x="2496058" y="87630"/>
                  </a:lnTo>
                  <a:lnTo>
                    <a:pt x="2364105" y="62230"/>
                  </a:lnTo>
                  <a:lnTo>
                    <a:pt x="2295016" y="50800"/>
                  </a:lnTo>
                  <a:lnTo>
                    <a:pt x="2224150" y="40640"/>
                  </a:lnTo>
                  <a:lnTo>
                    <a:pt x="2076958" y="22860"/>
                  </a:lnTo>
                  <a:lnTo>
                    <a:pt x="1923541" y="10160"/>
                  </a:lnTo>
                  <a:lnTo>
                    <a:pt x="1844103" y="6350"/>
                  </a:lnTo>
                  <a:close/>
                </a:path>
              </a:pathLst>
            </a:custGeom>
            <a:solidFill>
              <a:srgbClr val="57B6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409433" y="4963414"/>
            <a:ext cx="13163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14" dirty="0">
                <a:solidFill>
                  <a:srgbClr val="093B70"/>
                </a:solidFill>
                <a:latin typeface="Trebuchet MS"/>
                <a:cs typeface="Trebuchet MS"/>
              </a:rPr>
              <a:t>innovation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944354" y="6463101"/>
            <a:ext cx="1299845" cy="1917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26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35"/>
              </a:lnSpc>
            </a:pPr>
            <a:r>
              <a:rPr spc="-25" dirty="0"/>
              <a:t>26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09150" y="6391655"/>
            <a:ext cx="1830197" cy="36086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65" dirty="0"/>
              <a:t>TRADITIONAL</a:t>
            </a:r>
            <a:r>
              <a:rPr spc="310" dirty="0"/>
              <a:t> </a:t>
            </a:r>
            <a:r>
              <a:rPr spc="155" dirty="0"/>
              <a:t>ORGANIZATIONAL</a:t>
            </a:r>
            <a:r>
              <a:rPr spc="315" dirty="0"/>
              <a:t> </a:t>
            </a:r>
            <a:r>
              <a:rPr spc="150" dirty="0"/>
              <a:t>DESIGN</a:t>
            </a:r>
            <a:r>
              <a:rPr spc="380" dirty="0"/>
              <a:t> </a:t>
            </a:r>
            <a:r>
              <a:rPr spc="145" dirty="0"/>
              <a:t>OPTIONS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944354" y="6463101"/>
            <a:ext cx="1299845" cy="1917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26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35"/>
              </a:lnSpc>
            </a:pPr>
            <a:r>
              <a:rPr spc="-25" dirty="0"/>
              <a:t>27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0200" marR="5080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30835" algn="l"/>
              </a:tabLst>
            </a:pPr>
            <a:r>
              <a:rPr b="1" dirty="0">
                <a:latin typeface="Trebuchet MS"/>
                <a:cs typeface="Trebuchet MS"/>
              </a:rPr>
              <a:t>Simple</a:t>
            </a:r>
            <a:r>
              <a:rPr b="1" spc="100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structure</a:t>
            </a:r>
            <a:r>
              <a:rPr b="1" spc="100" dirty="0">
                <a:latin typeface="Trebuchet MS"/>
                <a:cs typeface="Trebuchet MS"/>
              </a:rPr>
              <a:t> </a:t>
            </a:r>
            <a:r>
              <a:rPr spc="310" dirty="0"/>
              <a:t>–</a:t>
            </a:r>
            <a:r>
              <a:rPr spc="90" dirty="0"/>
              <a:t> </a:t>
            </a:r>
            <a:r>
              <a:rPr spc="-20" dirty="0"/>
              <a:t>an</a:t>
            </a:r>
            <a:r>
              <a:rPr spc="110" dirty="0"/>
              <a:t> </a:t>
            </a:r>
            <a:r>
              <a:rPr spc="-120" dirty="0"/>
              <a:t>organizational</a:t>
            </a:r>
            <a:r>
              <a:rPr spc="105" dirty="0"/>
              <a:t> </a:t>
            </a:r>
            <a:r>
              <a:rPr spc="-90" dirty="0"/>
              <a:t>design</a:t>
            </a:r>
            <a:r>
              <a:rPr spc="85" dirty="0"/>
              <a:t> </a:t>
            </a:r>
            <a:r>
              <a:rPr spc="-45" dirty="0"/>
              <a:t>with</a:t>
            </a:r>
            <a:r>
              <a:rPr spc="100" dirty="0"/>
              <a:t> </a:t>
            </a:r>
            <a:r>
              <a:rPr dirty="0"/>
              <a:t>low</a:t>
            </a:r>
            <a:r>
              <a:rPr spc="95" dirty="0"/>
              <a:t> </a:t>
            </a:r>
            <a:r>
              <a:rPr spc="-150" dirty="0"/>
              <a:t>departmentalization, </a:t>
            </a:r>
            <a:r>
              <a:rPr spc="-130" dirty="0"/>
              <a:t>wide</a:t>
            </a:r>
            <a:r>
              <a:rPr spc="-20" dirty="0"/>
              <a:t> </a:t>
            </a:r>
            <a:r>
              <a:rPr spc="-130" dirty="0"/>
              <a:t>spans</a:t>
            </a:r>
            <a:r>
              <a:rPr spc="-20" dirty="0"/>
              <a:t> </a:t>
            </a:r>
            <a:r>
              <a:rPr spc="-145" dirty="0"/>
              <a:t>of</a:t>
            </a:r>
            <a:r>
              <a:rPr dirty="0"/>
              <a:t> </a:t>
            </a:r>
            <a:r>
              <a:rPr spc="-130" dirty="0"/>
              <a:t>control,</a:t>
            </a:r>
            <a:r>
              <a:rPr spc="-275" dirty="0"/>
              <a:t> </a:t>
            </a:r>
            <a:r>
              <a:rPr spc="-155" dirty="0"/>
              <a:t>centralized</a:t>
            </a:r>
            <a:r>
              <a:rPr spc="-30" dirty="0"/>
              <a:t> </a:t>
            </a:r>
            <a:r>
              <a:rPr spc="-170" dirty="0"/>
              <a:t>authority,</a:t>
            </a:r>
            <a:r>
              <a:rPr spc="-280" dirty="0"/>
              <a:t> </a:t>
            </a:r>
            <a:r>
              <a:rPr spc="-160" dirty="0"/>
              <a:t>and</a:t>
            </a:r>
            <a:r>
              <a:rPr spc="-10" dirty="0"/>
              <a:t> </a:t>
            </a:r>
            <a:r>
              <a:rPr spc="-180" dirty="0"/>
              <a:t>little</a:t>
            </a:r>
            <a:r>
              <a:rPr spc="-30" dirty="0"/>
              <a:t> </a:t>
            </a:r>
            <a:r>
              <a:rPr spc="-75" dirty="0"/>
              <a:t>formalization.</a:t>
            </a:r>
          </a:p>
          <a:p>
            <a:pPr marL="330200" marR="35560" indent="-28702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30835" algn="l"/>
              </a:tabLst>
            </a:pPr>
            <a:r>
              <a:rPr b="1" dirty="0">
                <a:latin typeface="Trebuchet MS"/>
                <a:cs typeface="Trebuchet MS"/>
              </a:rPr>
              <a:t>Functional</a:t>
            </a:r>
            <a:r>
              <a:rPr b="1" spc="-8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structure</a:t>
            </a:r>
            <a:r>
              <a:rPr b="1" spc="-75" dirty="0">
                <a:latin typeface="Trebuchet MS"/>
                <a:cs typeface="Trebuchet MS"/>
              </a:rPr>
              <a:t> </a:t>
            </a:r>
            <a:r>
              <a:rPr spc="310" dirty="0"/>
              <a:t>–</a:t>
            </a:r>
            <a:r>
              <a:rPr spc="-45" dirty="0"/>
              <a:t> </a:t>
            </a:r>
            <a:r>
              <a:rPr spc="-185" dirty="0"/>
              <a:t>an</a:t>
            </a:r>
            <a:r>
              <a:rPr spc="-55" dirty="0"/>
              <a:t> </a:t>
            </a:r>
            <a:r>
              <a:rPr spc="-150" dirty="0"/>
              <a:t>organizational</a:t>
            </a:r>
            <a:r>
              <a:rPr spc="-35" dirty="0"/>
              <a:t> </a:t>
            </a:r>
            <a:r>
              <a:rPr spc="-145" dirty="0"/>
              <a:t>design</a:t>
            </a:r>
            <a:r>
              <a:rPr spc="-45" dirty="0"/>
              <a:t> </a:t>
            </a:r>
            <a:r>
              <a:rPr spc="-175" dirty="0"/>
              <a:t>that</a:t>
            </a:r>
            <a:r>
              <a:rPr spc="-45" dirty="0"/>
              <a:t> </a:t>
            </a:r>
            <a:r>
              <a:rPr spc="-85" dirty="0"/>
              <a:t>groups</a:t>
            </a:r>
            <a:r>
              <a:rPr spc="-45" dirty="0"/>
              <a:t> </a:t>
            </a:r>
            <a:r>
              <a:rPr spc="-120" dirty="0"/>
              <a:t>together</a:t>
            </a:r>
            <a:r>
              <a:rPr spc="-50" dirty="0"/>
              <a:t> </a:t>
            </a:r>
            <a:r>
              <a:rPr spc="-75" dirty="0"/>
              <a:t>similar </a:t>
            </a:r>
            <a:r>
              <a:rPr dirty="0"/>
              <a:t>or </a:t>
            </a:r>
            <a:r>
              <a:rPr spc="-165" dirty="0"/>
              <a:t>related</a:t>
            </a:r>
            <a:r>
              <a:rPr spc="-5" dirty="0"/>
              <a:t> </a:t>
            </a:r>
            <a:r>
              <a:rPr spc="-150" dirty="0"/>
              <a:t>occupational</a:t>
            </a:r>
            <a:r>
              <a:rPr spc="5" dirty="0"/>
              <a:t> </a:t>
            </a:r>
            <a:r>
              <a:rPr spc="-80" dirty="0"/>
              <a:t>specialties.</a:t>
            </a:r>
          </a:p>
          <a:p>
            <a:pPr marL="330200" indent="-28638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30835" algn="l"/>
                <a:tab pos="1866900" algn="l"/>
                <a:tab pos="3343910" algn="l"/>
                <a:tab pos="3653154" algn="l"/>
                <a:tab pos="4091940" algn="l"/>
                <a:tab pos="5957570" algn="l"/>
                <a:tab pos="7254875" algn="l"/>
                <a:tab pos="8077834" algn="l"/>
                <a:tab pos="8538210" algn="l"/>
                <a:tab pos="8939530" algn="l"/>
              </a:tabLst>
            </a:pPr>
            <a:r>
              <a:rPr b="1" spc="-10" dirty="0">
                <a:latin typeface="Trebuchet MS"/>
                <a:cs typeface="Trebuchet MS"/>
              </a:rPr>
              <a:t>Divisional</a:t>
            </a:r>
            <a:r>
              <a:rPr b="1" dirty="0">
                <a:latin typeface="Trebuchet MS"/>
                <a:cs typeface="Trebuchet MS"/>
              </a:rPr>
              <a:t>	</a:t>
            </a:r>
            <a:r>
              <a:rPr b="1" spc="-10" dirty="0">
                <a:latin typeface="Trebuchet MS"/>
                <a:cs typeface="Trebuchet MS"/>
              </a:rPr>
              <a:t>structure</a:t>
            </a:r>
            <a:r>
              <a:rPr b="1" dirty="0">
                <a:latin typeface="Trebuchet MS"/>
                <a:cs typeface="Trebuchet MS"/>
              </a:rPr>
              <a:t>	</a:t>
            </a:r>
            <a:r>
              <a:rPr spc="260" dirty="0"/>
              <a:t>–</a:t>
            </a:r>
            <a:r>
              <a:rPr dirty="0"/>
              <a:t>	</a:t>
            </a:r>
            <a:r>
              <a:rPr spc="-25" dirty="0"/>
              <a:t>an</a:t>
            </a:r>
            <a:r>
              <a:rPr dirty="0"/>
              <a:t>	</a:t>
            </a:r>
            <a:r>
              <a:rPr spc="-55" dirty="0"/>
              <a:t>organizational</a:t>
            </a:r>
            <a:r>
              <a:rPr dirty="0"/>
              <a:t>	</a:t>
            </a:r>
            <a:r>
              <a:rPr spc="-10" dirty="0"/>
              <a:t>structure</a:t>
            </a:r>
            <a:r>
              <a:rPr dirty="0"/>
              <a:t>	</a:t>
            </a:r>
            <a:r>
              <a:rPr spc="-20" dirty="0"/>
              <a:t>made</a:t>
            </a:r>
            <a:r>
              <a:rPr dirty="0"/>
              <a:t>	</a:t>
            </a:r>
            <a:r>
              <a:rPr spc="-25" dirty="0"/>
              <a:t>up</a:t>
            </a:r>
            <a:r>
              <a:rPr dirty="0"/>
              <a:t>	</a:t>
            </a:r>
            <a:r>
              <a:rPr spc="-25" dirty="0"/>
              <a:t>of</a:t>
            </a:r>
            <a:r>
              <a:rPr dirty="0"/>
              <a:t>	</a:t>
            </a:r>
            <a:r>
              <a:rPr spc="-165" dirty="0"/>
              <a:t>separate,</a:t>
            </a:r>
          </a:p>
          <a:p>
            <a:pPr marL="330200">
              <a:lnSpc>
                <a:spcPct val="100000"/>
              </a:lnSpc>
              <a:spcBef>
                <a:spcPts val="5"/>
              </a:spcBef>
            </a:pPr>
            <a:r>
              <a:rPr spc="-110" dirty="0"/>
              <a:t>semiautonomous</a:t>
            </a:r>
            <a:r>
              <a:rPr spc="10" dirty="0"/>
              <a:t> </a:t>
            </a:r>
            <a:r>
              <a:rPr spc="-130" dirty="0"/>
              <a:t>units</a:t>
            </a:r>
            <a:r>
              <a:rPr spc="-20" dirty="0"/>
              <a:t> </a:t>
            </a:r>
            <a:r>
              <a:rPr dirty="0"/>
              <a:t>or</a:t>
            </a:r>
            <a:r>
              <a:rPr spc="5" dirty="0"/>
              <a:t> </a:t>
            </a:r>
            <a:r>
              <a:rPr spc="-25" dirty="0"/>
              <a:t>divisions.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65" dirty="0"/>
              <a:t>TRADITIONAL</a:t>
            </a:r>
            <a:r>
              <a:rPr spc="310" dirty="0"/>
              <a:t> </a:t>
            </a:r>
            <a:r>
              <a:rPr spc="155" dirty="0"/>
              <a:t>ORGANIZATIONAL</a:t>
            </a:r>
            <a:r>
              <a:rPr spc="315" dirty="0"/>
              <a:t> </a:t>
            </a:r>
            <a:r>
              <a:rPr spc="150" dirty="0"/>
              <a:t>DESIGN</a:t>
            </a:r>
            <a:r>
              <a:rPr spc="380" dirty="0"/>
              <a:t> </a:t>
            </a:r>
            <a:r>
              <a:rPr spc="145" dirty="0"/>
              <a:t>OPTIONS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1911" y="1894332"/>
            <a:ext cx="9028176" cy="318668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944354" y="6463101"/>
            <a:ext cx="1299845" cy="1917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26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35"/>
              </a:lnSpc>
            </a:pPr>
            <a:r>
              <a:rPr spc="-25" dirty="0"/>
              <a:t>28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65" dirty="0"/>
              <a:t>TRADITIONAL</a:t>
            </a:r>
            <a:r>
              <a:rPr spc="310" dirty="0"/>
              <a:t> </a:t>
            </a:r>
            <a:r>
              <a:rPr spc="155" dirty="0"/>
              <a:t>ORGANIZATIONAL</a:t>
            </a:r>
            <a:r>
              <a:rPr spc="315" dirty="0"/>
              <a:t> </a:t>
            </a:r>
            <a:r>
              <a:rPr spc="150" dirty="0"/>
              <a:t>DESIGN</a:t>
            </a:r>
            <a:r>
              <a:rPr spc="380" dirty="0"/>
              <a:t> </a:t>
            </a:r>
            <a:r>
              <a:rPr spc="145" dirty="0"/>
              <a:t>OPTIONS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7611" y="1719072"/>
            <a:ext cx="9404604" cy="32887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944354" y="6463101"/>
            <a:ext cx="1299845" cy="1917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26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35"/>
              </a:lnSpc>
            </a:pPr>
            <a:r>
              <a:rPr spc="-25" dirty="0"/>
              <a:t>29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65" dirty="0"/>
              <a:t>TRADITIONAL</a:t>
            </a:r>
            <a:r>
              <a:rPr spc="310" dirty="0"/>
              <a:t> </a:t>
            </a:r>
            <a:r>
              <a:rPr spc="155" dirty="0"/>
              <a:t>ORGANIZATIONAL</a:t>
            </a:r>
            <a:r>
              <a:rPr spc="315" dirty="0"/>
              <a:t> </a:t>
            </a:r>
            <a:r>
              <a:rPr spc="150" dirty="0"/>
              <a:t>DESIGN</a:t>
            </a:r>
            <a:r>
              <a:rPr spc="380" dirty="0"/>
              <a:t> </a:t>
            </a:r>
            <a:r>
              <a:rPr spc="145" dirty="0"/>
              <a:t>OPTIONS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5167" y="1792223"/>
            <a:ext cx="8740140" cy="370484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944354" y="6463101"/>
            <a:ext cx="1299845" cy="1917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26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35"/>
              </a:lnSpc>
            </a:pPr>
            <a:r>
              <a:rPr spc="-25" dirty="0"/>
              <a:t>30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09150" y="6391655"/>
            <a:ext cx="1830197" cy="36086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5785" y="266141"/>
            <a:ext cx="106057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ORGANIZING</a:t>
            </a:r>
            <a:r>
              <a:rPr sz="3200" spc="-55" dirty="0"/>
              <a:t> </a:t>
            </a:r>
            <a:r>
              <a:rPr sz="3200" dirty="0"/>
              <a:t>FOR</a:t>
            </a:r>
            <a:r>
              <a:rPr sz="3200" spc="-20" dirty="0"/>
              <a:t> </a:t>
            </a:r>
            <a:r>
              <a:rPr sz="3200" dirty="0"/>
              <a:t>FLEXIBILITY</a:t>
            </a:r>
            <a:r>
              <a:rPr sz="3200" spc="-95" dirty="0"/>
              <a:t> </a:t>
            </a:r>
            <a:r>
              <a:rPr sz="3200" dirty="0"/>
              <a:t>IN</a:t>
            </a:r>
            <a:r>
              <a:rPr sz="3200" spc="-25" dirty="0"/>
              <a:t> </a:t>
            </a:r>
            <a:r>
              <a:rPr sz="3200" dirty="0"/>
              <a:t>THE</a:t>
            </a:r>
            <a:r>
              <a:rPr sz="3200" spc="-5" dirty="0"/>
              <a:t> </a:t>
            </a:r>
            <a:r>
              <a:rPr sz="3200" dirty="0"/>
              <a:t>21</a:t>
            </a:r>
            <a:r>
              <a:rPr sz="3150" baseline="25132" dirty="0"/>
              <a:t>ST</a:t>
            </a:r>
            <a:r>
              <a:rPr sz="3150" spc="419" baseline="25132" dirty="0"/>
              <a:t> </a:t>
            </a:r>
            <a:r>
              <a:rPr sz="3200" spc="-10" dirty="0"/>
              <a:t>CENTURY</a:t>
            </a:r>
            <a:endParaRPr sz="3200"/>
          </a:p>
        </p:txBody>
      </p:sp>
      <p:sp>
        <p:nvSpPr>
          <p:cNvPr id="5" name="object 5"/>
          <p:cNvSpPr txBox="1"/>
          <p:nvPr/>
        </p:nvSpPr>
        <p:spPr>
          <a:xfrm>
            <a:off x="9944354" y="6463101"/>
            <a:ext cx="1299845" cy="1917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26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35"/>
              </a:lnSpc>
            </a:pPr>
            <a:r>
              <a:rPr spc="-25" dirty="0"/>
              <a:t>31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17575" y="1586610"/>
            <a:ext cx="10147935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Matrix</a:t>
            </a:r>
            <a:r>
              <a:rPr sz="2400" b="1" spc="-2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and</a:t>
            </a:r>
            <a:r>
              <a:rPr sz="2400" b="1" spc="-1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Project</a:t>
            </a:r>
            <a:r>
              <a:rPr sz="2400" b="1" spc="-1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b="1" spc="-10" dirty="0">
                <a:solidFill>
                  <a:srgbClr val="093B70"/>
                </a:solidFill>
                <a:latin typeface="Trebuchet MS"/>
                <a:cs typeface="Trebuchet MS"/>
              </a:rPr>
              <a:t>Structures: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2400">
              <a:latin typeface="Trebuchet MS"/>
              <a:cs typeface="Trebuchet MS"/>
            </a:endParaRPr>
          </a:p>
          <a:p>
            <a:pPr marL="1143635" marR="107314" indent="-216535">
              <a:lnSpc>
                <a:spcPct val="100000"/>
              </a:lnSpc>
            </a:pPr>
            <a:r>
              <a:rPr sz="2400" spc="135" dirty="0">
                <a:solidFill>
                  <a:srgbClr val="093B70"/>
                </a:solidFill>
                <a:latin typeface="Trebuchet MS"/>
                <a:cs typeface="Trebuchet MS"/>
              </a:rPr>
              <a:t>+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Matrix</a:t>
            </a:r>
            <a:r>
              <a:rPr sz="2400" b="1" spc="1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b="1" spc="-20" dirty="0">
                <a:solidFill>
                  <a:srgbClr val="093B70"/>
                </a:solidFill>
                <a:latin typeface="Trebuchet MS"/>
                <a:cs typeface="Trebuchet MS"/>
              </a:rPr>
              <a:t>structure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:An</a:t>
            </a:r>
            <a:r>
              <a:rPr sz="2400" spc="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45" dirty="0">
                <a:solidFill>
                  <a:srgbClr val="093B70"/>
                </a:solidFill>
                <a:latin typeface="Trebuchet MS"/>
                <a:cs typeface="Trebuchet MS"/>
              </a:rPr>
              <a:t>organizational</a:t>
            </a:r>
            <a:r>
              <a:rPr sz="2400" spc="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10" dirty="0">
                <a:solidFill>
                  <a:srgbClr val="093B70"/>
                </a:solidFill>
                <a:latin typeface="Trebuchet MS"/>
                <a:cs typeface="Trebuchet MS"/>
              </a:rPr>
              <a:t>structure</a:t>
            </a:r>
            <a:r>
              <a:rPr sz="2400" spc="1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75" dirty="0">
                <a:solidFill>
                  <a:srgbClr val="093B70"/>
                </a:solidFill>
                <a:latin typeface="Trebuchet MS"/>
                <a:cs typeface="Trebuchet MS"/>
              </a:rPr>
              <a:t>that</a:t>
            </a:r>
            <a:r>
              <a:rPr sz="2400" spc="1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35" dirty="0">
                <a:solidFill>
                  <a:srgbClr val="093B70"/>
                </a:solidFill>
                <a:latin typeface="Trebuchet MS"/>
                <a:cs typeface="Trebuchet MS"/>
              </a:rPr>
              <a:t>assigns</a:t>
            </a:r>
            <a:r>
              <a:rPr sz="2400" spc="1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specialists </a:t>
            </a:r>
            <a:r>
              <a:rPr sz="2400" spc="-130" dirty="0">
                <a:solidFill>
                  <a:srgbClr val="093B70"/>
                </a:solidFill>
                <a:latin typeface="Trebuchet MS"/>
                <a:cs typeface="Trebuchet MS"/>
              </a:rPr>
              <a:t>from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80" dirty="0">
                <a:solidFill>
                  <a:srgbClr val="093B70"/>
                </a:solidFill>
                <a:latin typeface="Trebuchet MS"/>
                <a:cs typeface="Trebuchet MS"/>
              </a:rPr>
              <a:t>different</a:t>
            </a:r>
            <a:r>
              <a:rPr sz="2400" spc="-7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60" dirty="0">
                <a:solidFill>
                  <a:srgbClr val="093B70"/>
                </a:solidFill>
                <a:latin typeface="Trebuchet MS"/>
                <a:cs typeface="Trebuchet MS"/>
              </a:rPr>
              <a:t>functional</a:t>
            </a:r>
            <a:r>
              <a:rPr sz="2400" spc="-6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35" dirty="0">
                <a:solidFill>
                  <a:srgbClr val="093B70"/>
                </a:solidFill>
                <a:latin typeface="Trebuchet MS"/>
                <a:cs typeface="Trebuchet MS"/>
              </a:rPr>
              <a:t>departments</a:t>
            </a:r>
            <a:r>
              <a:rPr sz="2400" spc="-5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to</a:t>
            </a:r>
            <a:r>
              <a:rPr sz="2400" spc="-8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work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on</a:t>
            </a:r>
            <a:r>
              <a:rPr sz="2400" spc="-6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80" dirty="0">
                <a:solidFill>
                  <a:srgbClr val="093B70"/>
                </a:solidFill>
                <a:latin typeface="Trebuchet MS"/>
                <a:cs typeface="Trebuchet MS"/>
              </a:rPr>
              <a:t>one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or</a:t>
            </a:r>
            <a:r>
              <a:rPr sz="2400" spc="-5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85" dirty="0">
                <a:solidFill>
                  <a:srgbClr val="093B70"/>
                </a:solidFill>
                <a:latin typeface="Trebuchet MS"/>
                <a:cs typeface="Trebuchet MS"/>
              </a:rPr>
              <a:t>more</a:t>
            </a:r>
            <a:r>
              <a:rPr sz="2400" spc="-6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85" dirty="0">
                <a:solidFill>
                  <a:srgbClr val="093B70"/>
                </a:solidFill>
                <a:latin typeface="Trebuchet MS"/>
                <a:cs typeface="Trebuchet MS"/>
              </a:rPr>
              <a:t>projects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400">
              <a:latin typeface="Trebuchet MS"/>
              <a:cs typeface="Trebuchet MS"/>
            </a:endParaRPr>
          </a:p>
          <a:p>
            <a:pPr marL="1227455" marR="5080" indent="-300355">
              <a:lnSpc>
                <a:spcPct val="100000"/>
              </a:lnSpc>
              <a:tabLst>
                <a:tab pos="4027170" algn="l"/>
              </a:tabLst>
            </a:pPr>
            <a:r>
              <a:rPr sz="2400" spc="135" dirty="0">
                <a:solidFill>
                  <a:srgbClr val="093B70"/>
                </a:solidFill>
                <a:latin typeface="Trebuchet MS"/>
                <a:cs typeface="Trebuchet MS"/>
              </a:rPr>
              <a:t>+</a:t>
            </a:r>
            <a:r>
              <a:rPr sz="2400" spc="27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Project</a:t>
            </a:r>
            <a:r>
              <a:rPr sz="2400" b="1" spc="25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b="1" spc="-10" dirty="0">
                <a:solidFill>
                  <a:srgbClr val="093B70"/>
                </a:solidFill>
                <a:latin typeface="Trebuchet MS"/>
                <a:cs typeface="Trebuchet MS"/>
              </a:rPr>
              <a:t>structure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: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An</a:t>
            </a:r>
            <a:r>
              <a:rPr sz="2400" spc="10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25" dirty="0">
                <a:solidFill>
                  <a:srgbClr val="093B70"/>
                </a:solidFill>
                <a:latin typeface="Trebuchet MS"/>
                <a:cs typeface="Trebuchet MS"/>
              </a:rPr>
              <a:t>organizational</a:t>
            </a:r>
            <a:r>
              <a:rPr sz="2400" spc="10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75" dirty="0">
                <a:solidFill>
                  <a:srgbClr val="093B70"/>
                </a:solidFill>
                <a:latin typeface="Trebuchet MS"/>
                <a:cs typeface="Trebuchet MS"/>
              </a:rPr>
              <a:t>structure</a:t>
            </a:r>
            <a:r>
              <a:rPr sz="2400" spc="10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in</a:t>
            </a:r>
            <a:r>
              <a:rPr sz="2400" spc="9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55" dirty="0">
                <a:solidFill>
                  <a:srgbClr val="093B70"/>
                </a:solidFill>
                <a:latin typeface="Trebuchet MS"/>
                <a:cs typeface="Trebuchet MS"/>
              </a:rPr>
              <a:t>which</a:t>
            </a:r>
            <a:r>
              <a:rPr sz="2400" spc="10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14" dirty="0">
                <a:solidFill>
                  <a:srgbClr val="093B70"/>
                </a:solidFill>
                <a:latin typeface="Trebuchet MS"/>
                <a:cs typeface="Trebuchet MS"/>
              </a:rPr>
              <a:t>employees </a:t>
            </a:r>
            <a:r>
              <a:rPr sz="2400" spc="-120" dirty="0">
                <a:solidFill>
                  <a:srgbClr val="093B70"/>
                </a:solidFill>
                <a:latin typeface="Trebuchet MS"/>
                <a:cs typeface="Trebuchet MS"/>
              </a:rPr>
              <a:t>continuously</a:t>
            </a:r>
            <a:r>
              <a:rPr sz="2400" spc="-7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work</a:t>
            </a:r>
            <a:r>
              <a:rPr sz="2400" spc="-10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on</a:t>
            </a:r>
            <a:r>
              <a:rPr sz="2400" spc="-8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projects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09150" y="6391655"/>
            <a:ext cx="1830197" cy="36086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1650" y="277825"/>
            <a:ext cx="1060196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ORGANIZING</a:t>
            </a:r>
            <a:r>
              <a:rPr sz="3200" spc="-60" dirty="0"/>
              <a:t> </a:t>
            </a:r>
            <a:r>
              <a:rPr sz="3200" dirty="0"/>
              <a:t>FOR</a:t>
            </a:r>
            <a:r>
              <a:rPr sz="3200" spc="-20" dirty="0"/>
              <a:t> </a:t>
            </a:r>
            <a:r>
              <a:rPr sz="3200" dirty="0"/>
              <a:t>FLEXIBILITY</a:t>
            </a:r>
            <a:r>
              <a:rPr sz="3200" spc="-50" dirty="0"/>
              <a:t> </a:t>
            </a:r>
            <a:r>
              <a:rPr sz="3200" dirty="0"/>
              <a:t>IN</a:t>
            </a:r>
            <a:r>
              <a:rPr sz="3200" spc="-10" dirty="0"/>
              <a:t> </a:t>
            </a:r>
            <a:r>
              <a:rPr sz="3200" dirty="0"/>
              <a:t>THE</a:t>
            </a:r>
            <a:r>
              <a:rPr sz="3200" spc="-25" dirty="0"/>
              <a:t> </a:t>
            </a:r>
            <a:r>
              <a:rPr sz="3200" dirty="0"/>
              <a:t>21</a:t>
            </a:r>
            <a:r>
              <a:rPr sz="3150" baseline="25132" dirty="0"/>
              <a:t>ST</a:t>
            </a:r>
            <a:r>
              <a:rPr sz="3150" spc="434" baseline="25132" dirty="0"/>
              <a:t> </a:t>
            </a:r>
            <a:r>
              <a:rPr sz="3200" spc="-10" dirty="0"/>
              <a:t>CENTURY</a:t>
            </a:r>
            <a:endParaRPr sz="320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9036" y="2048255"/>
            <a:ext cx="10853928" cy="314248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48080" y="1097102"/>
            <a:ext cx="42443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0" dirty="0">
                <a:solidFill>
                  <a:srgbClr val="093B70"/>
                </a:solidFill>
                <a:latin typeface="Trebuchet MS"/>
                <a:cs typeface="Trebuchet MS"/>
              </a:rPr>
              <a:t>Example</a:t>
            </a:r>
            <a:r>
              <a:rPr sz="2400" spc="-5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35" dirty="0">
                <a:solidFill>
                  <a:srgbClr val="093B70"/>
                </a:solidFill>
                <a:latin typeface="Trebuchet MS"/>
                <a:cs typeface="Trebuchet MS"/>
              </a:rPr>
              <a:t>of</a:t>
            </a:r>
            <a:r>
              <a:rPr sz="2400" spc="-4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45" dirty="0">
                <a:solidFill>
                  <a:srgbClr val="093B70"/>
                </a:solidFill>
                <a:latin typeface="Trebuchet MS"/>
                <a:cs typeface="Trebuchet MS"/>
              </a:rPr>
              <a:t>a</a:t>
            </a:r>
            <a:r>
              <a:rPr sz="2400" spc="-5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65" dirty="0">
                <a:solidFill>
                  <a:srgbClr val="093B70"/>
                </a:solidFill>
                <a:latin typeface="Trebuchet MS"/>
                <a:cs typeface="Trebuchet MS"/>
              </a:rPr>
              <a:t>Matrix</a:t>
            </a:r>
            <a:r>
              <a:rPr sz="2400" spc="-5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5" dirty="0">
                <a:solidFill>
                  <a:srgbClr val="093B70"/>
                </a:solidFill>
                <a:latin typeface="Trebuchet MS"/>
                <a:cs typeface="Trebuchet MS"/>
              </a:rPr>
              <a:t>Organization: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44354" y="6463101"/>
            <a:ext cx="1299845" cy="1917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26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35"/>
              </a:lnSpc>
            </a:pPr>
            <a:r>
              <a:rPr spc="-25" dirty="0"/>
              <a:t>32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885825" cy="6858000"/>
            </a:xfrm>
            <a:custGeom>
              <a:avLst/>
              <a:gdLst/>
              <a:ahLst/>
              <a:cxnLst/>
              <a:rect l="l" t="t" r="r" b="b"/>
              <a:pathLst>
                <a:path w="885825" h="6858000">
                  <a:moveTo>
                    <a:pt x="709307" y="0"/>
                  </a:moveTo>
                  <a:lnTo>
                    <a:pt x="0" y="0"/>
                  </a:lnTo>
                  <a:lnTo>
                    <a:pt x="0" y="6857999"/>
                  </a:lnTo>
                  <a:lnTo>
                    <a:pt x="709307" y="6857999"/>
                  </a:lnTo>
                  <a:lnTo>
                    <a:pt x="710895" y="6789736"/>
                  </a:lnTo>
                  <a:lnTo>
                    <a:pt x="718832" y="6729412"/>
                  </a:lnTo>
                  <a:lnTo>
                    <a:pt x="729932" y="6677025"/>
                  </a:lnTo>
                  <a:lnTo>
                    <a:pt x="744220" y="6630987"/>
                  </a:lnTo>
                  <a:lnTo>
                    <a:pt x="760082" y="6589712"/>
                  </a:lnTo>
                  <a:lnTo>
                    <a:pt x="779132" y="6553200"/>
                  </a:lnTo>
                  <a:lnTo>
                    <a:pt x="817206" y="6477000"/>
                  </a:lnTo>
                  <a:lnTo>
                    <a:pt x="833081" y="6440487"/>
                  </a:lnTo>
                  <a:lnTo>
                    <a:pt x="848944" y="6399212"/>
                  </a:lnTo>
                  <a:lnTo>
                    <a:pt x="864819" y="6353175"/>
                  </a:lnTo>
                  <a:lnTo>
                    <a:pt x="875919" y="6300787"/>
                  </a:lnTo>
                  <a:lnTo>
                    <a:pt x="882269" y="6240462"/>
                  </a:lnTo>
                  <a:lnTo>
                    <a:pt x="885444" y="6172200"/>
                  </a:lnTo>
                  <a:lnTo>
                    <a:pt x="882269" y="6103937"/>
                  </a:lnTo>
                  <a:lnTo>
                    <a:pt x="875919" y="6043612"/>
                  </a:lnTo>
                  <a:lnTo>
                    <a:pt x="864819" y="5991225"/>
                  </a:lnTo>
                  <a:lnTo>
                    <a:pt x="848944" y="5945187"/>
                  </a:lnTo>
                  <a:lnTo>
                    <a:pt x="833081" y="5903912"/>
                  </a:lnTo>
                  <a:lnTo>
                    <a:pt x="817206" y="5867400"/>
                  </a:lnTo>
                  <a:lnTo>
                    <a:pt x="779132" y="5791200"/>
                  </a:lnTo>
                  <a:lnTo>
                    <a:pt x="760082" y="5754687"/>
                  </a:lnTo>
                  <a:lnTo>
                    <a:pt x="744220" y="5713412"/>
                  </a:lnTo>
                  <a:lnTo>
                    <a:pt x="729932" y="5667375"/>
                  </a:lnTo>
                  <a:lnTo>
                    <a:pt x="718832" y="5614987"/>
                  </a:lnTo>
                  <a:lnTo>
                    <a:pt x="710895" y="5554599"/>
                  </a:lnTo>
                  <a:lnTo>
                    <a:pt x="709307" y="5486400"/>
                  </a:lnTo>
                  <a:lnTo>
                    <a:pt x="710895" y="5418074"/>
                  </a:lnTo>
                  <a:lnTo>
                    <a:pt x="718832" y="5357749"/>
                  </a:lnTo>
                  <a:lnTo>
                    <a:pt x="729932" y="5305425"/>
                  </a:lnTo>
                  <a:lnTo>
                    <a:pt x="744220" y="5259324"/>
                  </a:lnTo>
                  <a:lnTo>
                    <a:pt x="760082" y="5218049"/>
                  </a:lnTo>
                  <a:lnTo>
                    <a:pt x="779132" y="5181600"/>
                  </a:lnTo>
                  <a:lnTo>
                    <a:pt x="817206" y="5105400"/>
                  </a:lnTo>
                  <a:lnTo>
                    <a:pt x="833081" y="5068824"/>
                  </a:lnTo>
                  <a:lnTo>
                    <a:pt x="848944" y="5027549"/>
                  </a:lnTo>
                  <a:lnTo>
                    <a:pt x="864819" y="4981575"/>
                  </a:lnTo>
                  <a:lnTo>
                    <a:pt x="875919" y="4929124"/>
                  </a:lnTo>
                  <a:lnTo>
                    <a:pt x="882269" y="4868799"/>
                  </a:lnTo>
                  <a:lnTo>
                    <a:pt x="885444" y="4800600"/>
                  </a:lnTo>
                  <a:lnTo>
                    <a:pt x="882269" y="4732274"/>
                  </a:lnTo>
                  <a:lnTo>
                    <a:pt x="875919" y="4671949"/>
                  </a:lnTo>
                  <a:lnTo>
                    <a:pt x="864819" y="4619625"/>
                  </a:lnTo>
                  <a:lnTo>
                    <a:pt x="848944" y="4573524"/>
                  </a:lnTo>
                  <a:lnTo>
                    <a:pt x="833081" y="4532249"/>
                  </a:lnTo>
                  <a:lnTo>
                    <a:pt x="817206" y="4495800"/>
                  </a:lnTo>
                  <a:lnTo>
                    <a:pt x="779132" y="4419600"/>
                  </a:lnTo>
                  <a:lnTo>
                    <a:pt x="760082" y="4383024"/>
                  </a:lnTo>
                  <a:lnTo>
                    <a:pt x="744220" y="4341749"/>
                  </a:lnTo>
                  <a:lnTo>
                    <a:pt x="729932" y="4295775"/>
                  </a:lnTo>
                  <a:lnTo>
                    <a:pt x="718832" y="4243324"/>
                  </a:lnTo>
                  <a:lnTo>
                    <a:pt x="710895" y="4182999"/>
                  </a:lnTo>
                  <a:lnTo>
                    <a:pt x="709307" y="4114800"/>
                  </a:lnTo>
                  <a:lnTo>
                    <a:pt x="710895" y="4046474"/>
                  </a:lnTo>
                  <a:lnTo>
                    <a:pt x="718832" y="3986149"/>
                  </a:lnTo>
                  <a:lnTo>
                    <a:pt x="729932" y="3933825"/>
                  </a:lnTo>
                  <a:lnTo>
                    <a:pt x="744220" y="3887724"/>
                  </a:lnTo>
                  <a:lnTo>
                    <a:pt x="760082" y="3846449"/>
                  </a:lnTo>
                  <a:lnTo>
                    <a:pt x="779132" y="3810000"/>
                  </a:lnTo>
                  <a:lnTo>
                    <a:pt x="817206" y="3733800"/>
                  </a:lnTo>
                  <a:lnTo>
                    <a:pt x="833081" y="3697224"/>
                  </a:lnTo>
                  <a:lnTo>
                    <a:pt x="848944" y="3655949"/>
                  </a:lnTo>
                  <a:lnTo>
                    <a:pt x="864819" y="3609975"/>
                  </a:lnTo>
                  <a:lnTo>
                    <a:pt x="875919" y="3557524"/>
                  </a:lnTo>
                  <a:lnTo>
                    <a:pt x="882269" y="3497199"/>
                  </a:lnTo>
                  <a:lnTo>
                    <a:pt x="885444" y="3427349"/>
                  </a:lnTo>
                  <a:lnTo>
                    <a:pt x="882269" y="3360674"/>
                  </a:lnTo>
                  <a:lnTo>
                    <a:pt x="875919" y="3300349"/>
                  </a:lnTo>
                  <a:lnTo>
                    <a:pt x="864819" y="3248025"/>
                  </a:lnTo>
                  <a:lnTo>
                    <a:pt x="848944" y="3201924"/>
                  </a:lnTo>
                  <a:lnTo>
                    <a:pt x="833081" y="3160649"/>
                  </a:lnTo>
                  <a:lnTo>
                    <a:pt x="817206" y="3124200"/>
                  </a:lnTo>
                  <a:lnTo>
                    <a:pt x="779132" y="3048000"/>
                  </a:lnTo>
                  <a:lnTo>
                    <a:pt x="760082" y="3011424"/>
                  </a:lnTo>
                  <a:lnTo>
                    <a:pt x="744220" y="2970149"/>
                  </a:lnTo>
                  <a:lnTo>
                    <a:pt x="729932" y="2924175"/>
                  </a:lnTo>
                  <a:lnTo>
                    <a:pt x="718832" y="2871724"/>
                  </a:lnTo>
                  <a:lnTo>
                    <a:pt x="710895" y="2811399"/>
                  </a:lnTo>
                  <a:lnTo>
                    <a:pt x="709307" y="2743200"/>
                  </a:lnTo>
                  <a:lnTo>
                    <a:pt x="710895" y="2674874"/>
                  </a:lnTo>
                  <a:lnTo>
                    <a:pt x="718832" y="2614549"/>
                  </a:lnTo>
                  <a:lnTo>
                    <a:pt x="729932" y="2562225"/>
                  </a:lnTo>
                  <a:lnTo>
                    <a:pt x="744220" y="2516124"/>
                  </a:lnTo>
                  <a:lnTo>
                    <a:pt x="760082" y="2474849"/>
                  </a:lnTo>
                  <a:lnTo>
                    <a:pt x="779132" y="2438400"/>
                  </a:lnTo>
                  <a:lnTo>
                    <a:pt x="817206" y="2362200"/>
                  </a:lnTo>
                  <a:lnTo>
                    <a:pt x="833081" y="2325624"/>
                  </a:lnTo>
                  <a:lnTo>
                    <a:pt x="848944" y="2284349"/>
                  </a:lnTo>
                  <a:lnTo>
                    <a:pt x="864819" y="2238375"/>
                  </a:lnTo>
                  <a:lnTo>
                    <a:pt x="875919" y="2185924"/>
                  </a:lnTo>
                  <a:lnTo>
                    <a:pt x="882269" y="2125599"/>
                  </a:lnTo>
                  <a:lnTo>
                    <a:pt x="885444" y="2057400"/>
                  </a:lnTo>
                  <a:lnTo>
                    <a:pt x="882269" y="1989074"/>
                  </a:lnTo>
                  <a:lnTo>
                    <a:pt x="875919" y="1928749"/>
                  </a:lnTo>
                  <a:lnTo>
                    <a:pt x="864819" y="1876425"/>
                  </a:lnTo>
                  <a:lnTo>
                    <a:pt x="848944" y="1830324"/>
                  </a:lnTo>
                  <a:lnTo>
                    <a:pt x="833081" y="1789049"/>
                  </a:lnTo>
                  <a:lnTo>
                    <a:pt x="817206" y="1752600"/>
                  </a:lnTo>
                  <a:lnTo>
                    <a:pt x="779132" y="1676400"/>
                  </a:lnTo>
                  <a:lnTo>
                    <a:pt x="760082" y="1639824"/>
                  </a:lnTo>
                  <a:lnTo>
                    <a:pt x="744220" y="1598549"/>
                  </a:lnTo>
                  <a:lnTo>
                    <a:pt x="729932" y="1552575"/>
                  </a:lnTo>
                  <a:lnTo>
                    <a:pt x="718832" y="1500124"/>
                  </a:lnTo>
                  <a:lnTo>
                    <a:pt x="710895" y="1439799"/>
                  </a:lnTo>
                  <a:lnTo>
                    <a:pt x="709307" y="1371600"/>
                  </a:lnTo>
                  <a:lnTo>
                    <a:pt x="710895" y="1303274"/>
                  </a:lnTo>
                  <a:lnTo>
                    <a:pt x="718832" y="1242949"/>
                  </a:lnTo>
                  <a:lnTo>
                    <a:pt x="729932" y="1190625"/>
                  </a:lnTo>
                  <a:lnTo>
                    <a:pt x="744220" y="1144524"/>
                  </a:lnTo>
                  <a:lnTo>
                    <a:pt x="760082" y="1103249"/>
                  </a:lnTo>
                  <a:lnTo>
                    <a:pt x="779132" y="1066800"/>
                  </a:lnTo>
                  <a:lnTo>
                    <a:pt x="817206" y="990600"/>
                  </a:lnTo>
                  <a:lnTo>
                    <a:pt x="833081" y="954024"/>
                  </a:lnTo>
                  <a:lnTo>
                    <a:pt x="848944" y="912749"/>
                  </a:lnTo>
                  <a:lnTo>
                    <a:pt x="864819" y="866775"/>
                  </a:lnTo>
                  <a:lnTo>
                    <a:pt x="875919" y="814324"/>
                  </a:lnTo>
                  <a:lnTo>
                    <a:pt x="882269" y="753999"/>
                  </a:lnTo>
                  <a:lnTo>
                    <a:pt x="885444" y="685800"/>
                  </a:lnTo>
                  <a:lnTo>
                    <a:pt x="882269" y="617474"/>
                  </a:lnTo>
                  <a:lnTo>
                    <a:pt x="875919" y="557149"/>
                  </a:lnTo>
                  <a:lnTo>
                    <a:pt x="864819" y="504825"/>
                  </a:lnTo>
                  <a:lnTo>
                    <a:pt x="848944" y="458724"/>
                  </a:lnTo>
                  <a:lnTo>
                    <a:pt x="833081" y="417449"/>
                  </a:lnTo>
                  <a:lnTo>
                    <a:pt x="817206" y="381000"/>
                  </a:lnTo>
                  <a:lnTo>
                    <a:pt x="779132" y="304800"/>
                  </a:lnTo>
                  <a:lnTo>
                    <a:pt x="760082" y="268224"/>
                  </a:lnTo>
                  <a:lnTo>
                    <a:pt x="744220" y="226949"/>
                  </a:lnTo>
                  <a:lnTo>
                    <a:pt x="729932" y="180975"/>
                  </a:lnTo>
                  <a:lnTo>
                    <a:pt x="718832" y="128524"/>
                  </a:lnTo>
                  <a:lnTo>
                    <a:pt x="710895" y="68199"/>
                  </a:lnTo>
                  <a:lnTo>
                    <a:pt x="709307" y="0"/>
                  </a:lnTo>
                  <a:close/>
                </a:path>
              </a:pathLst>
            </a:custGeom>
            <a:solidFill>
              <a:srgbClr val="3735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908535" y="0"/>
              <a:ext cx="283845" cy="6858000"/>
            </a:xfrm>
            <a:custGeom>
              <a:avLst/>
              <a:gdLst/>
              <a:ahLst/>
              <a:cxnLst/>
              <a:rect l="l" t="t" r="r" b="b"/>
              <a:pathLst>
                <a:path w="283845" h="6858000">
                  <a:moveTo>
                    <a:pt x="28346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83464" y="6858000"/>
                  </a:lnTo>
                  <a:lnTo>
                    <a:pt x="283464" y="0"/>
                  </a:lnTo>
                  <a:close/>
                </a:path>
              </a:pathLst>
            </a:custGeom>
            <a:solidFill>
              <a:srgbClr val="3493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576" y="124968"/>
              <a:ext cx="12117324" cy="614476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8100" y="126492"/>
              <a:ext cx="12115800" cy="6143625"/>
            </a:xfrm>
            <a:custGeom>
              <a:avLst/>
              <a:gdLst/>
              <a:ahLst/>
              <a:cxnLst/>
              <a:rect l="l" t="t" r="r" b="b"/>
              <a:pathLst>
                <a:path w="12115800" h="6143625">
                  <a:moveTo>
                    <a:pt x="0" y="69850"/>
                  </a:moveTo>
                  <a:lnTo>
                    <a:pt x="5489" y="42648"/>
                  </a:lnTo>
                  <a:lnTo>
                    <a:pt x="20459" y="20447"/>
                  </a:lnTo>
                  <a:lnTo>
                    <a:pt x="42663" y="5484"/>
                  </a:lnTo>
                  <a:lnTo>
                    <a:pt x="69853" y="0"/>
                  </a:lnTo>
                  <a:lnTo>
                    <a:pt x="12045950" y="0"/>
                  </a:lnTo>
                  <a:lnTo>
                    <a:pt x="12073151" y="5484"/>
                  </a:lnTo>
                  <a:lnTo>
                    <a:pt x="12095353" y="20447"/>
                  </a:lnTo>
                  <a:lnTo>
                    <a:pt x="12110315" y="42648"/>
                  </a:lnTo>
                  <a:lnTo>
                    <a:pt x="12115800" y="69850"/>
                  </a:lnTo>
                  <a:lnTo>
                    <a:pt x="12115800" y="6073394"/>
                  </a:lnTo>
                  <a:lnTo>
                    <a:pt x="12110315" y="6100579"/>
                  </a:lnTo>
                  <a:lnTo>
                    <a:pt x="12095353" y="6122782"/>
                  </a:lnTo>
                  <a:lnTo>
                    <a:pt x="12073151" y="6137753"/>
                  </a:lnTo>
                  <a:lnTo>
                    <a:pt x="12045950" y="6143244"/>
                  </a:lnTo>
                  <a:lnTo>
                    <a:pt x="69853" y="6143244"/>
                  </a:lnTo>
                  <a:lnTo>
                    <a:pt x="42663" y="6137753"/>
                  </a:lnTo>
                  <a:lnTo>
                    <a:pt x="20459" y="6122782"/>
                  </a:lnTo>
                  <a:lnTo>
                    <a:pt x="5489" y="6100579"/>
                  </a:lnTo>
                  <a:lnTo>
                    <a:pt x="0" y="6073394"/>
                  </a:lnTo>
                  <a:lnTo>
                    <a:pt x="0" y="69850"/>
                  </a:lnTo>
                  <a:close/>
                </a:path>
              </a:pathLst>
            </a:custGeom>
            <a:ln w="3175">
              <a:solidFill>
                <a:srgbClr val="3493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6126" y="214121"/>
              <a:ext cx="11737975" cy="6006465"/>
            </a:xfrm>
            <a:custGeom>
              <a:avLst/>
              <a:gdLst/>
              <a:ahLst/>
              <a:cxnLst/>
              <a:rect l="l" t="t" r="r" b="b"/>
              <a:pathLst>
                <a:path w="11737975" h="6006465">
                  <a:moveTo>
                    <a:pt x="11737721" y="94361"/>
                  </a:moveTo>
                  <a:lnTo>
                    <a:pt x="11728069" y="57404"/>
                  </a:lnTo>
                  <a:lnTo>
                    <a:pt x="11715242" y="40386"/>
                  </a:lnTo>
                  <a:lnTo>
                    <a:pt x="11714861" y="39878"/>
                  </a:lnTo>
                  <a:lnTo>
                    <a:pt x="11714353" y="39497"/>
                  </a:lnTo>
                  <a:lnTo>
                    <a:pt x="11704320" y="31254"/>
                  </a:lnTo>
                  <a:lnTo>
                    <a:pt x="11703685" y="30607"/>
                  </a:lnTo>
                  <a:lnTo>
                    <a:pt x="11703304" y="30480"/>
                  </a:lnTo>
                  <a:lnTo>
                    <a:pt x="11696827" y="26555"/>
                  </a:lnTo>
                  <a:lnTo>
                    <a:pt x="11690096" y="23380"/>
                  </a:lnTo>
                  <a:lnTo>
                    <a:pt x="11682857" y="20701"/>
                  </a:lnTo>
                  <a:lnTo>
                    <a:pt x="11681803" y="20472"/>
                  </a:lnTo>
                  <a:lnTo>
                    <a:pt x="11681409" y="19862"/>
                  </a:lnTo>
                  <a:lnTo>
                    <a:pt x="11659845" y="5334"/>
                  </a:lnTo>
                  <a:lnTo>
                    <a:pt x="11633454" y="0"/>
                  </a:lnTo>
                  <a:lnTo>
                    <a:pt x="67868" y="0"/>
                  </a:lnTo>
                  <a:lnTo>
                    <a:pt x="41452" y="5334"/>
                  </a:lnTo>
                  <a:lnTo>
                    <a:pt x="19875" y="19862"/>
                  </a:lnTo>
                  <a:lnTo>
                    <a:pt x="5334" y="41427"/>
                  </a:lnTo>
                  <a:lnTo>
                    <a:pt x="0" y="67830"/>
                  </a:lnTo>
                  <a:lnTo>
                    <a:pt x="0" y="5901639"/>
                  </a:lnTo>
                  <a:lnTo>
                    <a:pt x="5334" y="5928055"/>
                  </a:lnTo>
                  <a:lnTo>
                    <a:pt x="19875" y="5949632"/>
                  </a:lnTo>
                  <a:lnTo>
                    <a:pt x="20523" y="5950077"/>
                  </a:lnTo>
                  <a:lnTo>
                    <a:pt x="21056" y="5952121"/>
                  </a:lnTo>
                  <a:lnTo>
                    <a:pt x="51968" y="5992965"/>
                  </a:lnTo>
                  <a:lnTo>
                    <a:pt x="94856" y="6005969"/>
                  </a:lnTo>
                  <a:lnTo>
                    <a:pt x="11660886" y="6005957"/>
                  </a:lnTo>
                  <a:lnTo>
                    <a:pt x="11703355" y="5992927"/>
                  </a:lnTo>
                  <a:lnTo>
                    <a:pt x="11704320" y="5992165"/>
                  </a:lnTo>
                  <a:lnTo>
                    <a:pt x="11710645" y="5986932"/>
                  </a:lnTo>
                  <a:lnTo>
                    <a:pt x="11714353" y="5983871"/>
                  </a:lnTo>
                  <a:lnTo>
                    <a:pt x="11714861" y="5983490"/>
                  </a:lnTo>
                  <a:lnTo>
                    <a:pt x="11715242" y="5983071"/>
                  </a:lnTo>
                  <a:lnTo>
                    <a:pt x="11723878" y="5972619"/>
                  </a:lnTo>
                  <a:lnTo>
                    <a:pt x="11724259" y="5972264"/>
                  </a:lnTo>
                  <a:lnTo>
                    <a:pt x="11724767" y="5971502"/>
                  </a:lnTo>
                  <a:lnTo>
                    <a:pt x="11737721" y="5928626"/>
                  </a:lnTo>
                  <a:lnTo>
                    <a:pt x="11737721" y="9436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46125" y="214122"/>
              <a:ext cx="11701780" cy="5969635"/>
            </a:xfrm>
            <a:custGeom>
              <a:avLst/>
              <a:gdLst/>
              <a:ahLst/>
              <a:cxnLst/>
              <a:rect l="l" t="t" r="r" b="b"/>
              <a:pathLst>
                <a:path w="11701780" h="5969635">
                  <a:moveTo>
                    <a:pt x="0" y="67818"/>
                  </a:moveTo>
                  <a:lnTo>
                    <a:pt x="5334" y="41415"/>
                  </a:lnTo>
                  <a:lnTo>
                    <a:pt x="19880" y="19859"/>
                  </a:lnTo>
                  <a:lnTo>
                    <a:pt x="41453" y="5328"/>
                  </a:lnTo>
                  <a:lnTo>
                    <a:pt x="67868" y="0"/>
                  </a:lnTo>
                  <a:lnTo>
                    <a:pt x="11633454" y="0"/>
                  </a:lnTo>
                  <a:lnTo>
                    <a:pt x="11659856" y="5328"/>
                  </a:lnTo>
                  <a:lnTo>
                    <a:pt x="11681412" y="19859"/>
                  </a:lnTo>
                  <a:lnTo>
                    <a:pt x="11695943" y="41415"/>
                  </a:lnTo>
                  <a:lnTo>
                    <a:pt x="11701272" y="67818"/>
                  </a:lnTo>
                  <a:lnTo>
                    <a:pt x="11701272" y="5901639"/>
                  </a:lnTo>
                  <a:lnTo>
                    <a:pt x="11695943" y="5928054"/>
                  </a:lnTo>
                  <a:lnTo>
                    <a:pt x="11681412" y="5949627"/>
                  </a:lnTo>
                  <a:lnTo>
                    <a:pt x="11659856" y="5964173"/>
                  </a:lnTo>
                  <a:lnTo>
                    <a:pt x="11633454" y="5969508"/>
                  </a:lnTo>
                  <a:lnTo>
                    <a:pt x="67868" y="5969508"/>
                  </a:lnTo>
                  <a:lnTo>
                    <a:pt x="41453" y="5964173"/>
                  </a:lnTo>
                  <a:lnTo>
                    <a:pt x="19880" y="5949627"/>
                  </a:lnTo>
                  <a:lnTo>
                    <a:pt x="5334" y="5928054"/>
                  </a:lnTo>
                  <a:lnTo>
                    <a:pt x="0" y="5901639"/>
                  </a:lnTo>
                  <a:lnTo>
                    <a:pt x="0" y="67818"/>
                  </a:lnTo>
                  <a:close/>
                </a:path>
              </a:pathLst>
            </a:custGeom>
            <a:ln w="19050">
              <a:solidFill>
                <a:srgbClr val="093B7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27948" y="6272783"/>
              <a:ext cx="1240790" cy="431800"/>
            </a:xfrm>
            <a:custGeom>
              <a:avLst/>
              <a:gdLst/>
              <a:ahLst/>
              <a:cxnLst/>
              <a:rect l="l" t="t" r="r" b="b"/>
              <a:pathLst>
                <a:path w="1240790" h="431800">
                  <a:moveTo>
                    <a:pt x="605028" y="0"/>
                  </a:moveTo>
                  <a:lnTo>
                    <a:pt x="431800" y="0"/>
                  </a:lnTo>
                  <a:lnTo>
                    <a:pt x="0" y="431292"/>
                  </a:lnTo>
                  <a:lnTo>
                    <a:pt x="173228" y="431292"/>
                  </a:lnTo>
                  <a:lnTo>
                    <a:pt x="605028" y="0"/>
                  </a:lnTo>
                  <a:close/>
                </a:path>
                <a:path w="1240790" h="431800">
                  <a:moveTo>
                    <a:pt x="922020" y="0"/>
                  </a:moveTo>
                  <a:lnTo>
                    <a:pt x="749173" y="0"/>
                  </a:lnTo>
                  <a:lnTo>
                    <a:pt x="318516" y="431292"/>
                  </a:lnTo>
                  <a:lnTo>
                    <a:pt x="491363" y="431292"/>
                  </a:lnTo>
                  <a:lnTo>
                    <a:pt x="922020" y="0"/>
                  </a:lnTo>
                  <a:close/>
                </a:path>
                <a:path w="1240790" h="431800">
                  <a:moveTo>
                    <a:pt x="1240536" y="0"/>
                  </a:moveTo>
                  <a:lnTo>
                    <a:pt x="1067689" y="0"/>
                  </a:lnTo>
                  <a:lnTo>
                    <a:pt x="637032" y="431292"/>
                  </a:lnTo>
                  <a:lnTo>
                    <a:pt x="809879" y="431292"/>
                  </a:lnTo>
                  <a:lnTo>
                    <a:pt x="1240536" y="0"/>
                  </a:lnTo>
                  <a:close/>
                </a:path>
              </a:pathLst>
            </a:custGeom>
            <a:solidFill>
              <a:srgbClr val="3493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76588" y="6425178"/>
              <a:ext cx="605027" cy="43282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9276588" y="6422936"/>
              <a:ext cx="607060" cy="435609"/>
            </a:xfrm>
            <a:custGeom>
              <a:avLst/>
              <a:gdLst/>
              <a:ahLst/>
              <a:cxnLst/>
              <a:rect l="l" t="t" r="r" b="b"/>
              <a:pathLst>
                <a:path w="607059" h="435609">
                  <a:moveTo>
                    <a:pt x="2285" y="0"/>
                  </a:moveTo>
                  <a:lnTo>
                    <a:pt x="940" y="3191"/>
                  </a:lnTo>
                  <a:lnTo>
                    <a:pt x="431297" y="435061"/>
                  </a:lnTo>
                  <a:lnTo>
                    <a:pt x="600514" y="435061"/>
                  </a:lnTo>
                  <a:lnTo>
                    <a:pt x="599799" y="434344"/>
                  </a:lnTo>
                  <a:lnTo>
                    <a:pt x="435101" y="434344"/>
                  </a:lnTo>
                  <a:lnTo>
                    <a:pt x="432815" y="433410"/>
                  </a:lnTo>
                  <a:lnTo>
                    <a:pt x="434171" y="433410"/>
                  </a:lnTo>
                  <a:lnTo>
                    <a:pt x="2285" y="0"/>
                  </a:lnTo>
                  <a:close/>
                </a:path>
                <a:path w="607059" h="435609">
                  <a:moveTo>
                    <a:pt x="171450" y="4483"/>
                  </a:moveTo>
                  <a:lnTo>
                    <a:pt x="600514" y="435061"/>
                  </a:lnTo>
                  <a:lnTo>
                    <a:pt x="605033" y="435061"/>
                  </a:lnTo>
                  <a:lnTo>
                    <a:pt x="176899" y="5422"/>
                  </a:lnTo>
                  <a:lnTo>
                    <a:pt x="173735" y="5422"/>
                  </a:lnTo>
                  <a:lnTo>
                    <a:pt x="171450" y="4483"/>
                  </a:lnTo>
                  <a:close/>
                </a:path>
                <a:path w="607059" h="435609">
                  <a:moveTo>
                    <a:pt x="606551" y="433410"/>
                  </a:moveTo>
                  <a:lnTo>
                    <a:pt x="603388" y="433410"/>
                  </a:lnTo>
                  <a:lnTo>
                    <a:pt x="605033" y="435061"/>
                  </a:lnTo>
                  <a:lnTo>
                    <a:pt x="605855" y="435061"/>
                  </a:lnTo>
                  <a:lnTo>
                    <a:pt x="606551" y="433410"/>
                  </a:lnTo>
                  <a:close/>
                </a:path>
                <a:path w="607059" h="435609">
                  <a:moveTo>
                    <a:pt x="434171" y="433410"/>
                  </a:moveTo>
                  <a:lnTo>
                    <a:pt x="432815" y="433410"/>
                  </a:lnTo>
                  <a:lnTo>
                    <a:pt x="435101" y="434344"/>
                  </a:lnTo>
                  <a:lnTo>
                    <a:pt x="434171" y="433410"/>
                  </a:lnTo>
                  <a:close/>
                </a:path>
                <a:path w="607059" h="435609">
                  <a:moveTo>
                    <a:pt x="598869" y="433410"/>
                  </a:moveTo>
                  <a:lnTo>
                    <a:pt x="434171" y="433410"/>
                  </a:lnTo>
                  <a:lnTo>
                    <a:pt x="435101" y="434344"/>
                  </a:lnTo>
                  <a:lnTo>
                    <a:pt x="599799" y="434344"/>
                  </a:lnTo>
                  <a:lnTo>
                    <a:pt x="598869" y="433410"/>
                  </a:lnTo>
                  <a:close/>
                </a:path>
                <a:path w="607059" h="435609">
                  <a:moveTo>
                    <a:pt x="940" y="3191"/>
                  </a:moveTo>
                  <a:lnTo>
                    <a:pt x="0" y="5422"/>
                  </a:lnTo>
                  <a:lnTo>
                    <a:pt x="3163" y="5422"/>
                  </a:lnTo>
                  <a:lnTo>
                    <a:pt x="940" y="3191"/>
                  </a:lnTo>
                  <a:close/>
                </a:path>
                <a:path w="607059" h="435609">
                  <a:moveTo>
                    <a:pt x="173735" y="2247"/>
                  </a:moveTo>
                  <a:lnTo>
                    <a:pt x="4525" y="2247"/>
                  </a:lnTo>
                  <a:lnTo>
                    <a:pt x="7689" y="5422"/>
                  </a:lnTo>
                  <a:lnTo>
                    <a:pt x="172386" y="5422"/>
                  </a:lnTo>
                  <a:lnTo>
                    <a:pt x="171450" y="4483"/>
                  </a:lnTo>
                  <a:lnTo>
                    <a:pt x="175963" y="4483"/>
                  </a:lnTo>
                  <a:lnTo>
                    <a:pt x="173735" y="2247"/>
                  </a:lnTo>
                  <a:close/>
                </a:path>
                <a:path w="607059" h="435609">
                  <a:moveTo>
                    <a:pt x="175963" y="4483"/>
                  </a:moveTo>
                  <a:lnTo>
                    <a:pt x="171450" y="4483"/>
                  </a:lnTo>
                  <a:lnTo>
                    <a:pt x="173735" y="5422"/>
                  </a:lnTo>
                  <a:lnTo>
                    <a:pt x="176899" y="5422"/>
                  </a:lnTo>
                  <a:lnTo>
                    <a:pt x="175963" y="4483"/>
                  </a:lnTo>
                  <a:close/>
                </a:path>
                <a:path w="607059" h="435609">
                  <a:moveTo>
                    <a:pt x="1338" y="2247"/>
                  </a:moveTo>
                  <a:lnTo>
                    <a:pt x="0" y="2247"/>
                  </a:lnTo>
                  <a:lnTo>
                    <a:pt x="940" y="3191"/>
                  </a:lnTo>
                  <a:lnTo>
                    <a:pt x="1338" y="2247"/>
                  </a:lnTo>
                  <a:close/>
                </a:path>
              </a:pathLst>
            </a:custGeom>
            <a:solidFill>
              <a:srgbClr val="093B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958071" y="6425178"/>
              <a:ext cx="606551" cy="43282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8958071" y="6422936"/>
              <a:ext cx="608330" cy="435609"/>
            </a:xfrm>
            <a:custGeom>
              <a:avLst/>
              <a:gdLst/>
              <a:ahLst/>
              <a:cxnLst/>
              <a:rect l="l" t="t" r="r" b="b"/>
              <a:pathLst>
                <a:path w="608329" h="435609">
                  <a:moveTo>
                    <a:pt x="2285" y="0"/>
                  </a:moveTo>
                  <a:lnTo>
                    <a:pt x="941" y="3189"/>
                  </a:lnTo>
                  <a:lnTo>
                    <a:pt x="432436" y="435061"/>
                  </a:lnTo>
                  <a:lnTo>
                    <a:pt x="602026" y="435061"/>
                  </a:lnTo>
                  <a:lnTo>
                    <a:pt x="601307" y="434341"/>
                  </a:lnTo>
                  <a:lnTo>
                    <a:pt x="436118" y="434341"/>
                  </a:lnTo>
                  <a:lnTo>
                    <a:pt x="433958" y="433410"/>
                  </a:lnTo>
                  <a:lnTo>
                    <a:pt x="435188" y="433410"/>
                  </a:lnTo>
                  <a:lnTo>
                    <a:pt x="2285" y="0"/>
                  </a:lnTo>
                  <a:close/>
                </a:path>
                <a:path w="608329" h="435609">
                  <a:moveTo>
                    <a:pt x="171957" y="4495"/>
                  </a:moveTo>
                  <a:lnTo>
                    <a:pt x="602026" y="435061"/>
                  </a:lnTo>
                  <a:lnTo>
                    <a:pt x="606553" y="435061"/>
                  </a:lnTo>
                  <a:lnTo>
                    <a:pt x="177289" y="5422"/>
                  </a:lnTo>
                  <a:lnTo>
                    <a:pt x="174117" y="5422"/>
                  </a:lnTo>
                  <a:lnTo>
                    <a:pt x="171957" y="4495"/>
                  </a:lnTo>
                  <a:close/>
                </a:path>
                <a:path w="608329" h="435609">
                  <a:moveTo>
                    <a:pt x="608076" y="433410"/>
                  </a:moveTo>
                  <a:lnTo>
                    <a:pt x="604903" y="433410"/>
                  </a:lnTo>
                  <a:lnTo>
                    <a:pt x="606553" y="435061"/>
                  </a:lnTo>
                  <a:lnTo>
                    <a:pt x="607379" y="435061"/>
                  </a:lnTo>
                  <a:lnTo>
                    <a:pt x="608076" y="433410"/>
                  </a:lnTo>
                  <a:close/>
                </a:path>
                <a:path w="608329" h="435609">
                  <a:moveTo>
                    <a:pt x="435188" y="433410"/>
                  </a:moveTo>
                  <a:lnTo>
                    <a:pt x="433958" y="433410"/>
                  </a:lnTo>
                  <a:lnTo>
                    <a:pt x="436118" y="434341"/>
                  </a:lnTo>
                  <a:lnTo>
                    <a:pt x="435188" y="433410"/>
                  </a:lnTo>
                  <a:close/>
                </a:path>
                <a:path w="608329" h="435609">
                  <a:moveTo>
                    <a:pt x="600377" y="433410"/>
                  </a:moveTo>
                  <a:lnTo>
                    <a:pt x="435188" y="433410"/>
                  </a:lnTo>
                  <a:lnTo>
                    <a:pt x="436118" y="434341"/>
                  </a:lnTo>
                  <a:lnTo>
                    <a:pt x="601307" y="434341"/>
                  </a:lnTo>
                  <a:lnTo>
                    <a:pt x="600377" y="433410"/>
                  </a:lnTo>
                  <a:close/>
                </a:path>
                <a:path w="608329" h="435609">
                  <a:moveTo>
                    <a:pt x="941" y="3189"/>
                  </a:moveTo>
                  <a:lnTo>
                    <a:pt x="0" y="5422"/>
                  </a:lnTo>
                  <a:lnTo>
                    <a:pt x="3172" y="5422"/>
                  </a:lnTo>
                  <a:lnTo>
                    <a:pt x="941" y="3189"/>
                  </a:lnTo>
                  <a:close/>
                </a:path>
                <a:path w="608329" h="435609">
                  <a:moveTo>
                    <a:pt x="174117" y="2247"/>
                  </a:moveTo>
                  <a:lnTo>
                    <a:pt x="4531" y="2247"/>
                  </a:lnTo>
                  <a:lnTo>
                    <a:pt x="7702" y="5422"/>
                  </a:lnTo>
                  <a:lnTo>
                    <a:pt x="172884" y="5422"/>
                  </a:lnTo>
                  <a:lnTo>
                    <a:pt x="171957" y="4495"/>
                  </a:lnTo>
                  <a:lnTo>
                    <a:pt x="176362" y="4495"/>
                  </a:lnTo>
                  <a:lnTo>
                    <a:pt x="174117" y="2247"/>
                  </a:lnTo>
                  <a:close/>
                </a:path>
                <a:path w="608329" h="435609">
                  <a:moveTo>
                    <a:pt x="176362" y="4495"/>
                  </a:moveTo>
                  <a:lnTo>
                    <a:pt x="171957" y="4495"/>
                  </a:lnTo>
                  <a:lnTo>
                    <a:pt x="174117" y="5422"/>
                  </a:lnTo>
                  <a:lnTo>
                    <a:pt x="177289" y="5422"/>
                  </a:lnTo>
                  <a:lnTo>
                    <a:pt x="176362" y="4495"/>
                  </a:lnTo>
                  <a:close/>
                </a:path>
                <a:path w="608329" h="435609">
                  <a:moveTo>
                    <a:pt x="1338" y="2247"/>
                  </a:moveTo>
                  <a:lnTo>
                    <a:pt x="0" y="2247"/>
                  </a:lnTo>
                  <a:lnTo>
                    <a:pt x="941" y="3189"/>
                  </a:lnTo>
                  <a:lnTo>
                    <a:pt x="1338" y="2247"/>
                  </a:lnTo>
                  <a:close/>
                </a:path>
              </a:pathLst>
            </a:custGeom>
            <a:solidFill>
              <a:srgbClr val="093B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41080" y="6425178"/>
              <a:ext cx="605027" cy="43282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5766815"/>
              <a:ext cx="1703832" cy="109118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418576" y="5961888"/>
              <a:ext cx="2596896" cy="89611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851135" y="0"/>
              <a:ext cx="2282698" cy="42062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753856" y="6362700"/>
              <a:ext cx="349757" cy="31926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754744" y="6364389"/>
              <a:ext cx="350520" cy="318770"/>
            </a:xfrm>
            <a:custGeom>
              <a:avLst/>
              <a:gdLst/>
              <a:ahLst/>
              <a:cxnLst/>
              <a:rect l="l" t="t" r="r" b="b"/>
              <a:pathLst>
                <a:path w="350520" h="318770">
                  <a:moveTo>
                    <a:pt x="350393" y="206235"/>
                  </a:moveTo>
                  <a:lnTo>
                    <a:pt x="235203" y="128346"/>
                  </a:lnTo>
                  <a:lnTo>
                    <a:pt x="217804" y="0"/>
                  </a:lnTo>
                  <a:lnTo>
                    <a:pt x="138683" y="102476"/>
                  </a:lnTo>
                  <a:lnTo>
                    <a:pt x="0" y="112344"/>
                  </a:lnTo>
                  <a:lnTo>
                    <a:pt x="115188" y="190233"/>
                  </a:lnTo>
                  <a:lnTo>
                    <a:pt x="132460" y="318579"/>
                  </a:lnTo>
                  <a:lnTo>
                    <a:pt x="211708" y="216090"/>
                  </a:lnTo>
                  <a:lnTo>
                    <a:pt x="350393" y="206235"/>
                  </a:lnTo>
                </a:path>
              </a:pathLst>
            </a:custGeom>
            <a:ln w="12700">
              <a:solidFill>
                <a:srgbClr val="3493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410956" y="6577583"/>
              <a:ext cx="128016" cy="117347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412480" y="6579107"/>
              <a:ext cx="127000" cy="116205"/>
            </a:xfrm>
            <a:custGeom>
              <a:avLst/>
              <a:gdLst/>
              <a:ahLst/>
              <a:cxnLst/>
              <a:rect l="l" t="t" r="r" b="b"/>
              <a:pathLst>
                <a:path w="127000" h="116204">
                  <a:moveTo>
                    <a:pt x="126492" y="57912"/>
                  </a:moveTo>
                  <a:lnTo>
                    <a:pt x="121521" y="35372"/>
                  </a:lnTo>
                  <a:lnTo>
                    <a:pt x="107965" y="16964"/>
                  </a:lnTo>
                  <a:lnTo>
                    <a:pt x="87862" y="4551"/>
                  </a:lnTo>
                  <a:lnTo>
                    <a:pt x="63246" y="0"/>
                  </a:lnTo>
                  <a:lnTo>
                    <a:pt x="38629" y="4551"/>
                  </a:lnTo>
                  <a:lnTo>
                    <a:pt x="18526" y="16964"/>
                  </a:lnTo>
                  <a:lnTo>
                    <a:pt x="4970" y="35372"/>
                  </a:lnTo>
                  <a:lnTo>
                    <a:pt x="0" y="57912"/>
                  </a:lnTo>
                  <a:lnTo>
                    <a:pt x="4970" y="80451"/>
                  </a:lnTo>
                  <a:lnTo>
                    <a:pt x="18526" y="98859"/>
                  </a:lnTo>
                  <a:lnTo>
                    <a:pt x="38629" y="111272"/>
                  </a:lnTo>
                  <a:lnTo>
                    <a:pt x="63246" y="115824"/>
                  </a:lnTo>
                  <a:lnTo>
                    <a:pt x="87862" y="111272"/>
                  </a:lnTo>
                  <a:lnTo>
                    <a:pt x="107965" y="98859"/>
                  </a:lnTo>
                  <a:lnTo>
                    <a:pt x="121521" y="80451"/>
                  </a:lnTo>
                  <a:lnTo>
                    <a:pt x="126492" y="57912"/>
                  </a:lnTo>
                  <a:close/>
                </a:path>
              </a:pathLst>
            </a:custGeom>
            <a:ln w="12700">
              <a:solidFill>
                <a:srgbClr val="3493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003792" y="6092952"/>
              <a:ext cx="204850" cy="186461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9005951" y="6095149"/>
              <a:ext cx="203200" cy="184785"/>
            </a:xfrm>
            <a:custGeom>
              <a:avLst/>
              <a:gdLst/>
              <a:ahLst/>
              <a:cxnLst/>
              <a:rect l="l" t="t" r="r" b="b"/>
              <a:pathLst>
                <a:path w="203200" h="184785">
                  <a:moveTo>
                    <a:pt x="202692" y="106781"/>
                  </a:moveTo>
                  <a:lnTo>
                    <a:pt x="132969" y="70789"/>
                  </a:lnTo>
                  <a:lnTo>
                    <a:pt x="114680" y="0"/>
                  </a:lnTo>
                  <a:lnTo>
                    <a:pt x="77089" y="62725"/>
                  </a:lnTo>
                  <a:lnTo>
                    <a:pt x="0" y="77482"/>
                  </a:lnTo>
                  <a:lnTo>
                    <a:pt x="69723" y="113474"/>
                  </a:lnTo>
                  <a:lnTo>
                    <a:pt x="88010" y="184264"/>
                  </a:lnTo>
                  <a:lnTo>
                    <a:pt x="125602" y="121539"/>
                  </a:lnTo>
                  <a:lnTo>
                    <a:pt x="202692" y="106781"/>
                  </a:lnTo>
                  <a:close/>
                </a:path>
              </a:pathLst>
            </a:custGeom>
            <a:ln w="12700">
              <a:solidFill>
                <a:srgbClr val="3493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682228" y="6153911"/>
              <a:ext cx="97536" cy="89915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8683752" y="6155435"/>
              <a:ext cx="96520" cy="88900"/>
            </a:xfrm>
            <a:custGeom>
              <a:avLst/>
              <a:gdLst/>
              <a:ahLst/>
              <a:cxnLst/>
              <a:rect l="l" t="t" r="r" b="b"/>
              <a:pathLst>
                <a:path w="96520" h="88900">
                  <a:moveTo>
                    <a:pt x="96012" y="44195"/>
                  </a:moveTo>
                  <a:lnTo>
                    <a:pt x="92243" y="26992"/>
                  </a:lnTo>
                  <a:lnTo>
                    <a:pt x="81962" y="12944"/>
                  </a:lnTo>
                  <a:lnTo>
                    <a:pt x="66704" y="3473"/>
                  </a:lnTo>
                  <a:lnTo>
                    <a:pt x="48005" y="0"/>
                  </a:lnTo>
                  <a:lnTo>
                    <a:pt x="29307" y="3473"/>
                  </a:lnTo>
                  <a:lnTo>
                    <a:pt x="14049" y="12944"/>
                  </a:lnTo>
                  <a:lnTo>
                    <a:pt x="3768" y="26992"/>
                  </a:lnTo>
                  <a:lnTo>
                    <a:pt x="0" y="44195"/>
                  </a:lnTo>
                  <a:lnTo>
                    <a:pt x="3768" y="61399"/>
                  </a:lnTo>
                  <a:lnTo>
                    <a:pt x="14049" y="75447"/>
                  </a:lnTo>
                  <a:lnTo>
                    <a:pt x="29307" y="84918"/>
                  </a:lnTo>
                  <a:lnTo>
                    <a:pt x="48005" y="88391"/>
                  </a:lnTo>
                  <a:lnTo>
                    <a:pt x="66704" y="84918"/>
                  </a:lnTo>
                  <a:lnTo>
                    <a:pt x="81962" y="75447"/>
                  </a:lnTo>
                  <a:lnTo>
                    <a:pt x="92243" y="61399"/>
                  </a:lnTo>
                  <a:lnTo>
                    <a:pt x="96012" y="44195"/>
                  </a:lnTo>
                  <a:close/>
                </a:path>
              </a:pathLst>
            </a:custGeom>
            <a:ln w="12699">
              <a:solidFill>
                <a:srgbClr val="3493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343643" y="6291071"/>
              <a:ext cx="128015" cy="117348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9345168" y="6292596"/>
              <a:ext cx="127000" cy="116205"/>
            </a:xfrm>
            <a:custGeom>
              <a:avLst/>
              <a:gdLst/>
              <a:ahLst/>
              <a:cxnLst/>
              <a:rect l="l" t="t" r="r" b="b"/>
              <a:pathLst>
                <a:path w="127000" h="116204">
                  <a:moveTo>
                    <a:pt x="126491" y="57911"/>
                  </a:moveTo>
                  <a:lnTo>
                    <a:pt x="121521" y="35372"/>
                  </a:lnTo>
                  <a:lnTo>
                    <a:pt x="107965" y="16964"/>
                  </a:lnTo>
                  <a:lnTo>
                    <a:pt x="87862" y="4551"/>
                  </a:lnTo>
                  <a:lnTo>
                    <a:pt x="63246" y="0"/>
                  </a:lnTo>
                  <a:lnTo>
                    <a:pt x="38629" y="4551"/>
                  </a:lnTo>
                  <a:lnTo>
                    <a:pt x="18526" y="16964"/>
                  </a:lnTo>
                  <a:lnTo>
                    <a:pt x="4970" y="35372"/>
                  </a:lnTo>
                  <a:lnTo>
                    <a:pt x="0" y="57911"/>
                  </a:lnTo>
                  <a:lnTo>
                    <a:pt x="4970" y="80451"/>
                  </a:lnTo>
                  <a:lnTo>
                    <a:pt x="18526" y="98859"/>
                  </a:lnTo>
                  <a:lnTo>
                    <a:pt x="38629" y="111272"/>
                  </a:lnTo>
                  <a:lnTo>
                    <a:pt x="63246" y="115823"/>
                  </a:lnTo>
                  <a:lnTo>
                    <a:pt x="87862" y="111272"/>
                  </a:lnTo>
                  <a:lnTo>
                    <a:pt x="107965" y="98859"/>
                  </a:lnTo>
                  <a:lnTo>
                    <a:pt x="121521" y="80451"/>
                  </a:lnTo>
                  <a:lnTo>
                    <a:pt x="126491" y="57911"/>
                  </a:lnTo>
                  <a:close/>
                </a:path>
              </a:pathLst>
            </a:custGeom>
            <a:ln w="12700">
              <a:solidFill>
                <a:srgbClr val="3493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221723" y="6330696"/>
              <a:ext cx="73151" cy="67055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9223247" y="6332220"/>
              <a:ext cx="71755" cy="66040"/>
            </a:xfrm>
            <a:custGeom>
              <a:avLst/>
              <a:gdLst/>
              <a:ahLst/>
              <a:cxnLst/>
              <a:rect l="l" t="t" r="r" b="b"/>
              <a:pathLst>
                <a:path w="71754" h="66039">
                  <a:moveTo>
                    <a:pt x="71627" y="32765"/>
                  </a:moveTo>
                  <a:lnTo>
                    <a:pt x="68818" y="20011"/>
                  </a:lnTo>
                  <a:lnTo>
                    <a:pt x="61150" y="9596"/>
                  </a:lnTo>
                  <a:lnTo>
                    <a:pt x="49768" y="2574"/>
                  </a:lnTo>
                  <a:lnTo>
                    <a:pt x="35813" y="0"/>
                  </a:lnTo>
                  <a:lnTo>
                    <a:pt x="21859" y="2574"/>
                  </a:lnTo>
                  <a:lnTo>
                    <a:pt x="10477" y="9596"/>
                  </a:lnTo>
                  <a:lnTo>
                    <a:pt x="2809" y="20011"/>
                  </a:lnTo>
                  <a:lnTo>
                    <a:pt x="0" y="32765"/>
                  </a:lnTo>
                  <a:lnTo>
                    <a:pt x="2809" y="45520"/>
                  </a:lnTo>
                  <a:lnTo>
                    <a:pt x="10477" y="55935"/>
                  </a:lnTo>
                  <a:lnTo>
                    <a:pt x="21859" y="62957"/>
                  </a:lnTo>
                  <a:lnTo>
                    <a:pt x="35813" y="65531"/>
                  </a:lnTo>
                  <a:lnTo>
                    <a:pt x="49768" y="62957"/>
                  </a:lnTo>
                  <a:lnTo>
                    <a:pt x="61150" y="55935"/>
                  </a:lnTo>
                  <a:lnTo>
                    <a:pt x="68818" y="45520"/>
                  </a:lnTo>
                  <a:lnTo>
                    <a:pt x="71627" y="32765"/>
                  </a:lnTo>
                  <a:close/>
                </a:path>
              </a:pathLst>
            </a:custGeom>
            <a:ln w="12700">
              <a:solidFill>
                <a:srgbClr val="3493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529828" y="6380988"/>
              <a:ext cx="73151" cy="67056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8531352" y="6382511"/>
              <a:ext cx="71755" cy="66040"/>
            </a:xfrm>
            <a:custGeom>
              <a:avLst/>
              <a:gdLst/>
              <a:ahLst/>
              <a:cxnLst/>
              <a:rect l="l" t="t" r="r" b="b"/>
              <a:pathLst>
                <a:path w="71754" h="66039">
                  <a:moveTo>
                    <a:pt x="71627" y="32765"/>
                  </a:moveTo>
                  <a:lnTo>
                    <a:pt x="68818" y="20011"/>
                  </a:lnTo>
                  <a:lnTo>
                    <a:pt x="61150" y="9596"/>
                  </a:lnTo>
                  <a:lnTo>
                    <a:pt x="49768" y="2574"/>
                  </a:lnTo>
                  <a:lnTo>
                    <a:pt x="35814" y="0"/>
                  </a:lnTo>
                  <a:lnTo>
                    <a:pt x="21859" y="2574"/>
                  </a:lnTo>
                  <a:lnTo>
                    <a:pt x="10477" y="9596"/>
                  </a:lnTo>
                  <a:lnTo>
                    <a:pt x="2809" y="20011"/>
                  </a:lnTo>
                  <a:lnTo>
                    <a:pt x="0" y="32765"/>
                  </a:lnTo>
                  <a:lnTo>
                    <a:pt x="2809" y="45520"/>
                  </a:lnTo>
                  <a:lnTo>
                    <a:pt x="10477" y="55935"/>
                  </a:lnTo>
                  <a:lnTo>
                    <a:pt x="21859" y="62957"/>
                  </a:lnTo>
                  <a:lnTo>
                    <a:pt x="35814" y="65531"/>
                  </a:lnTo>
                  <a:lnTo>
                    <a:pt x="49768" y="62957"/>
                  </a:lnTo>
                  <a:lnTo>
                    <a:pt x="61150" y="55935"/>
                  </a:lnTo>
                  <a:lnTo>
                    <a:pt x="68818" y="45520"/>
                  </a:lnTo>
                  <a:lnTo>
                    <a:pt x="71627" y="32765"/>
                  </a:lnTo>
                  <a:close/>
                </a:path>
              </a:pathLst>
            </a:custGeom>
            <a:ln w="12700">
              <a:solidFill>
                <a:srgbClr val="3493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371076" y="6518147"/>
              <a:ext cx="204597" cy="186004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9372981" y="6519900"/>
              <a:ext cx="203200" cy="184785"/>
            </a:xfrm>
            <a:custGeom>
              <a:avLst/>
              <a:gdLst/>
              <a:ahLst/>
              <a:cxnLst/>
              <a:rect l="l" t="t" r="r" b="b"/>
              <a:pathLst>
                <a:path w="203200" h="184784">
                  <a:moveTo>
                    <a:pt x="202692" y="106781"/>
                  </a:moveTo>
                  <a:lnTo>
                    <a:pt x="132969" y="70789"/>
                  </a:lnTo>
                  <a:lnTo>
                    <a:pt x="114680" y="0"/>
                  </a:lnTo>
                  <a:lnTo>
                    <a:pt x="77089" y="62712"/>
                  </a:lnTo>
                  <a:lnTo>
                    <a:pt x="0" y="77469"/>
                  </a:lnTo>
                  <a:lnTo>
                    <a:pt x="69850" y="113461"/>
                  </a:lnTo>
                  <a:lnTo>
                    <a:pt x="88011" y="184251"/>
                  </a:lnTo>
                  <a:lnTo>
                    <a:pt x="125602" y="121538"/>
                  </a:lnTo>
                  <a:lnTo>
                    <a:pt x="202692" y="106781"/>
                  </a:lnTo>
                </a:path>
              </a:pathLst>
            </a:custGeom>
            <a:ln w="12700">
              <a:solidFill>
                <a:srgbClr val="3493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713976" y="6617207"/>
              <a:ext cx="73151" cy="67056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709150" y="6391655"/>
              <a:ext cx="1830197" cy="36086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518647" y="307847"/>
              <a:ext cx="1330452" cy="1330452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77012" y="307847"/>
              <a:ext cx="3761232" cy="1568196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1182116" y="2358897"/>
            <a:ext cx="9580245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Would</a:t>
            </a:r>
            <a:r>
              <a:rPr sz="2400" spc="-5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85" dirty="0">
                <a:solidFill>
                  <a:srgbClr val="093B70"/>
                </a:solidFill>
                <a:latin typeface="Trebuchet MS"/>
                <a:cs typeface="Trebuchet MS"/>
              </a:rPr>
              <a:t>you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14" dirty="0">
                <a:solidFill>
                  <a:srgbClr val="093B70"/>
                </a:solidFill>
                <a:latin typeface="Trebuchet MS"/>
                <a:cs typeface="Trebuchet MS"/>
              </a:rPr>
              <a:t>rather</a:t>
            </a:r>
            <a:r>
              <a:rPr sz="2400" spc="-5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work</a:t>
            </a:r>
            <a:r>
              <a:rPr sz="2400" spc="-5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40" dirty="0">
                <a:solidFill>
                  <a:srgbClr val="093B70"/>
                </a:solidFill>
                <a:latin typeface="Trebuchet MS"/>
                <a:cs typeface="Trebuchet MS"/>
              </a:rPr>
              <a:t>in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45" dirty="0">
                <a:solidFill>
                  <a:srgbClr val="093B70"/>
                </a:solidFill>
                <a:latin typeface="Trebuchet MS"/>
                <a:cs typeface="Trebuchet MS"/>
              </a:rPr>
              <a:t>a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60" dirty="0">
                <a:solidFill>
                  <a:srgbClr val="093B70"/>
                </a:solidFill>
                <a:latin typeface="Trebuchet MS"/>
                <a:cs typeface="Trebuchet MS"/>
              </a:rPr>
              <a:t>mechanistic</a:t>
            </a:r>
            <a:r>
              <a:rPr sz="2400" spc="-5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or</a:t>
            </a:r>
            <a:r>
              <a:rPr sz="2400" spc="-4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85" dirty="0">
                <a:solidFill>
                  <a:srgbClr val="093B70"/>
                </a:solidFill>
                <a:latin typeface="Trebuchet MS"/>
                <a:cs typeface="Trebuchet MS"/>
              </a:rPr>
              <a:t>an</a:t>
            </a:r>
            <a:r>
              <a:rPr sz="2400" spc="-5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20" dirty="0">
                <a:solidFill>
                  <a:srgbClr val="093B70"/>
                </a:solidFill>
                <a:latin typeface="Trebuchet MS"/>
                <a:cs typeface="Trebuchet MS"/>
              </a:rPr>
              <a:t>organic</a:t>
            </a:r>
            <a:r>
              <a:rPr sz="2400" spc="-4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30" dirty="0">
                <a:solidFill>
                  <a:srgbClr val="093B70"/>
                </a:solidFill>
                <a:latin typeface="Trebuchet MS"/>
                <a:cs typeface="Trebuchet MS"/>
              </a:rPr>
              <a:t>organization?</a:t>
            </a:r>
            <a:r>
              <a:rPr sz="2400" spc="-35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Why?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Clr>
                <a:srgbClr val="093B70"/>
              </a:buClr>
              <a:buFont typeface="Arial MT"/>
              <a:buChar char="•"/>
            </a:pPr>
            <a:endParaRPr sz="2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How</a:t>
            </a:r>
            <a:r>
              <a:rPr sz="2400" spc="-6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to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00" dirty="0">
                <a:solidFill>
                  <a:srgbClr val="093B70"/>
                </a:solidFill>
                <a:latin typeface="Trebuchet MS"/>
                <a:cs typeface="Trebuchet MS"/>
              </a:rPr>
              <a:t>effectively</a:t>
            </a:r>
            <a:r>
              <a:rPr sz="2400" spc="-9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45" dirty="0">
                <a:solidFill>
                  <a:srgbClr val="093B70"/>
                </a:solidFill>
                <a:latin typeface="Trebuchet MS"/>
                <a:cs typeface="Trebuchet MS"/>
              </a:rPr>
              <a:t>assign</a:t>
            </a:r>
            <a:r>
              <a:rPr sz="2400" spc="-5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35" dirty="0">
                <a:solidFill>
                  <a:srgbClr val="093B70"/>
                </a:solidFill>
                <a:latin typeface="Trebuchet MS"/>
                <a:cs typeface="Trebuchet MS"/>
              </a:rPr>
              <a:t>task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to</a:t>
            </a:r>
            <a:r>
              <a:rPr sz="2400" spc="-7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75" dirty="0">
                <a:solidFill>
                  <a:srgbClr val="093B70"/>
                </a:solidFill>
                <a:latin typeface="Trebuchet MS"/>
                <a:cs typeface="Trebuchet MS"/>
              </a:rPr>
              <a:t>other</a:t>
            </a:r>
            <a:r>
              <a:rPr sz="2400" spc="-5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20" dirty="0">
                <a:solidFill>
                  <a:srgbClr val="093B70"/>
                </a:solidFill>
                <a:latin typeface="Trebuchet MS"/>
                <a:cs typeface="Trebuchet MS"/>
              </a:rPr>
              <a:t>members</a:t>
            </a:r>
            <a:r>
              <a:rPr sz="2400" spc="-7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40" dirty="0">
                <a:solidFill>
                  <a:srgbClr val="093B70"/>
                </a:solidFill>
                <a:latin typeface="Trebuchet MS"/>
                <a:cs typeface="Trebuchet MS"/>
              </a:rPr>
              <a:t>in</a:t>
            </a:r>
            <a:r>
              <a:rPr sz="2400" spc="-6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55" dirty="0">
                <a:solidFill>
                  <a:srgbClr val="093B70"/>
                </a:solidFill>
                <a:latin typeface="Trebuchet MS"/>
                <a:cs typeface="Trebuchet MS"/>
              </a:rPr>
              <a:t>your</a:t>
            </a:r>
            <a:r>
              <a:rPr sz="2400" spc="-7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team?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Clr>
                <a:srgbClr val="093B70"/>
              </a:buClr>
              <a:buFont typeface="Arial MT"/>
              <a:buChar char="•"/>
            </a:pPr>
            <a:endParaRPr sz="2400">
              <a:latin typeface="Trebuchet MS"/>
              <a:cs typeface="Trebuchet MS"/>
            </a:endParaRPr>
          </a:p>
          <a:p>
            <a:pPr marL="297180" marR="5080" indent="-285115" algn="just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With</a:t>
            </a:r>
            <a:r>
              <a:rPr sz="2400" spc="1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the</a:t>
            </a:r>
            <a:r>
              <a:rPr sz="2400" spc="1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60" dirty="0">
                <a:solidFill>
                  <a:srgbClr val="093B70"/>
                </a:solidFill>
                <a:latin typeface="Trebuchet MS"/>
                <a:cs typeface="Trebuchet MS"/>
              </a:rPr>
              <a:t>availability</a:t>
            </a:r>
            <a:r>
              <a:rPr sz="2400" spc="1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of</a:t>
            </a:r>
            <a:r>
              <a:rPr sz="2400" spc="1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14" dirty="0">
                <a:solidFill>
                  <a:srgbClr val="093B70"/>
                </a:solidFill>
                <a:latin typeface="Trebuchet MS"/>
                <a:cs typeface="Trebuchet MS"/>
              </a:rPr>
              <a:t>advanced</a:t>
            </a:r>
            <a:r>
              <a:rPr sz="2400" spc="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093B70"/>
                </a:solidFill>
                <a:latin typeface="Trebuchet MS"/>
                <a:cs typeface="Trebuchet MS"/>
              </a:rPr>
              <a:t>information</a:t>
            </a:r>
            <a:r>
              <a:rPr sz="2400" spc="2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technology</a:t>
            </a:r>
            <a:r>
              <a:rPr sz="2400" spc="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that</a:t>
            </a:r>
            <a:r>
              <a:rPr sz="2400" spc="2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35" dirty="0">
                <a:solidFill>
                  <a:srgbClr val="093B70"/>
                </a:solidFill>
                <a:latin typeface="Trebuchet MS"/>
                <a:cs typeface="Trebuchet MS"/>
              </a:rPr>
              <a:t>allows</a:t>
            </a:r>
            <a:r>
              <a:rPr sz="2400" spc="1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an 	</a:t>
            </a:r>
            <a:r>
              <a:rPr sz="2400" spc="-150" dirty="0">
                <a:solidFill>
                  <a:srgbClr val="093B70"/>
                </a:solidFill>
                <a:latin typeface="Trebuchet MS"/>
                <a:cs typeface="Trebuchet MS"/>
              </a:rPr>
              <a:t>organization’s</a:t>
            </a:r>
            <a:r>
              <a:rPr sz="2400" spc="-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work</a:t>
            </a:r>
            <a:r>
              <a:rPr sz="2400" spc="-18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to</a:t>
            </a:r>
            <a:r>
              <a:rPr sz="2400" spc="-14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80" dirty="0">
                <a:solidFill>
                  <a:srgbClr val="093B70"/>
                </a:solidFill>
                <a:latin typeface="Trebuchet MS"/>
                <a:cs typeface="Trebuchet MS"/>
              </a:rPr>
              <a:t>be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093B70"/>
                </a:solidFill>
                <a:latin typeface="Trebuchet MS"/>
                <a:cs typeface="Trebuchet MS"/>
              </a:rPr>
              <a:t>done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35" dirty="0">
                <a:solidFill>
                  <a:srgbClr val="093B70"/>
                </a:solidFill>
                <a:latin typeface="Trebuchet MS"/>
                <a:cs typeface="Trebuchet MS"/>
              </a:rPr>
              <a:t>anywhere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60" dirty="0">
                <a:solidFill>
                  <a:srgbClr val="093B70"/>
                </a:solidFill>
                <a:latin typeface="Trebuchet MS"/>
                <a:cs typeface="Trebuchet MS"/>
              </a:rPr>
              <a:t>at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093B70"/>
                </a:solidFill>
                <a:latin typeface="Trebuchet MS"/>
                <a:cs typeface="Trebuchet MS"/>
              </a:rPr>
              <a:t>any</a:t>
            </a:r>
            <a:r>
              <a:rPr sz="2400" spc="-1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54" dirty="0">
                <a:solidFill>
                  <a:srgbClr val="093B70"/>
                </a:solidFill>
                <a:latin typeface="Trebuchet MS"/>
                <a:cs typeface="Trebuchet MS"/>
              </a:rPr>
              <a:t>time,</a:t>
            </a:r>
            <a:r>
              <a:rPr sz="2400" spc="7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is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20" dirty="0">
                <a:solidFill>
                  <a:srgbClr val="093B70"/>
                </a:solidFill>
                <a:latin typeface="Trebuchet MS"/>
                <a:cs typeface="Trebuchet MS"/>
              </a:rPr>
              <a:t>organizing</a:t>
            </a:r>
            <a:r>
              <a:rPr sz="2400" spc="-1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30" dirty="0">
                <a:solidFill>
                  <a:srgbClr val="093B70"/>
                </a:solidFill>
                <a:latin typeface="Trebuchet MS"/>
                <a:cs typeface="Trebuchet MS"/>
              </a:rPr>
              <a:t>still</a:t>
            </a:r>
            <a:r>
              <a:rPr sz="2400" spc="-1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an 	</a:t>
            </a:r>
            <a:r>
              <a:rPr sz="2400" spc="-125" dirty="0">
                <a:solidFill>
                  <a:srgbClr val="093B70"/>
                </a:solidFill>
                <a:latin typeface="Trebuchet MS"/>
                <a:cs typeface="Trebuchet MS"/>
              </a:rPr>
              <a:t>important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75" dirty="0">
                <a:solidFill>
                  <a:srgbClr val="093B70"/>
                </a:solidFill>
                <a:latin typeface="Trebuchet MS"/>
                <a:cs typeface="Trebuchet MS"/>
              </a:rPr>
              <a:t>managerial</a:t>
            </a:r>
            <a:r>
              <a:rPr sz="2400" spc="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40" dirty="0">
                <a:solidFill>
                  <a:srgbClr val="093B70"/>
                </a:solidFill>
                <a:latin typeface="Trebuchet MS"/>
                <a:cs typeface="Trebuchet MS"/>
              </a:rPr>
              <a:t>function?</a:t>
            </a:r>
            <a:r>
              <a:rPr sz="2400" spc="-34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Why</a:t>
            </a:r>
            <a:r>
              <a:rPr sz="2400" spc="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or</a:t>
            </a:r>
            <a:r>
              <a:rPr sz="2400" spc="1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45" dirty="0">
                <a:solidFill>
                  <a:srgbClr val="093B70"/>
                </a:solidFill>
                <a:latin typeface="Trebuchet MS"/>
                <a:cs typeface="Trebuchet MS"/>
              </a:rPr>
              <a:t>why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not?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944354" y="6463101"/>
            <a:ext cx="1299845" cy="1917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26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35"/>
              </a:lnSpc>
            </a:pPr>
            <a:r>
              <a:rPr spc="-25" dirty="0"/>
              <a:t>33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CEDBE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8439" y="6286500"/>
            <a:ext cx="1565160" cy="57283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28019" y="6388608"/>
            <a:ext cx="1363979" cy="469392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224790" y="76200"/>
            <a:ext cx="11909425" cy="6683375"/>
            <a:chOff x="224790" y="0"/>
            <a:chExt cx="11909425" cy="6683375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51135" y="0"/>
              <a:ext cx="2282698" cy="42062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3840" y="220979"/>
              <a:ext cx="11750675" cy="646226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34315" y="211454"/>
              <a:ext cx="11724005" cy="6435725"/>
            </a:xfrm>
            <a:custGeom>
              <a:avLst/>
              <a:gdLst/>
              <a:ahLst/>
              <a:cxnLst/>
              <a:rect l="l" t="t" r="r" b="b"/>
              <a:pathLst>
                <a:path w="11724005" h="6435725">
                  <a:moveTo>
                    <a:pt x="94018" y="0"/>
                  </a:moveTo>
                  <a:lnTo>
                    <a:pt x="11629643" y="0"/>
                  </a:lnTo>
                  <a:lnTo>
                    <a:pt x="11648186" y="1777"/>
                  </a:lnTo>
                  <a:lnTo>
                    <a:pt x="11695938" y="27813"/>
                  </a:lnTo>
                  <a:lnTo>
                    <a:pt x="11721973" y="75438"/>
                  </a:lnTo>
                  <a:lnTo>
                    <a:pt x="11723624" y="93979"/>
                  </a:lnTo>
                  <a:lnTo>
                    <a:pt x="11723624" y="6341706"/>
                  </a:lnTo>
                  <a:lnTo>
                    <a:pt x="11707367" y="6393916"/>
                  </a:lnTo>
                  <a:lnTo>
                    <a:pt x="11665966" y="6427851"/>
                  </a:lnTo>
                  <a:lnTo>
                    <a:pt x="11629643" y="6435331"/>
                  </a:lnTo>
                  <a:lnTo>
                    <a:pt x="94018" y="6435331"/>
                  </a:lnTo>
                  <a:lnTo>
                    <a:pt x="41452" y="6419037"/>
                  </a:lnTo>
                  <a:lnTo>
                    <a:pt x="7492" y="6378028"/>
                  </a:lnTo>
                  <a:lnTo>
                    <a:pt x="0" y="6341706"/>
                  </a:lnTo>
                  <a:lnTo>
                    <a:pt x="0" y="93979"/>
                  </a:lnTo>
                  <a:lnTo>
                    <a:pt x="16294" y="41401"/>
                  </a:lnTo>
                  <a:lnTo>
                    <a:pt x="57746" y="7493"/>
                  </a:lnTo>
                  <a:lnTo>
                    <a:pt x="94018" y="0"/>
                  </a:lnTo>
                  <a:close/>
                </a:path>
              </a:pathLst>
            </a:custGeom>
            <a:ln w="19050">
              <a:solidFill>
                <a:srgbClr val="093B7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05100" y="2353055"/>
              <a:ext cx="6781800" cy="2152015"/>
            </a:xfrm>
            <a:custGeom>
              <a:avLst/>
              <a:gdLst/>
              <a:ahLst/>
              <a:cxnLst/>
              <a:rect l="l" t="t" r="r" b="b"/>
              <a:pathLst>
                <a:path w="6781800" h="2152015">
                  <a:moveTo>
                    <a:pt x="6423152" y="0"/>
                  </a:moveTo>
                  <a:lnTo>
                    <a:pt x="358648" y="0"/>
                  </a:lnTo>
                  <a:lnTo>
                    <a:pt x="309972" y="3273"/>
                  </a:lnTo>
                  <a:lnTo>
                    <a:pt x="263289" y="12808"/>
                  </a:lnTo>
                  <a:lnTo>
                    <a:pt x="219027" y="28178"/>
                  </a:lnTo>
                  <a:lnTo>
                    <a:pt x="177611" y="48956"/>
                  </a:lnTo>
                  <a:lnTo>
                    <a:pt x="139470" y="74715"/>
                  </a:lnTo>
                  <a:lnTo>
                    <a:pt x="105028" y="105029"/>
                  </a:lnTo>
                  <a:lnTo>
                    <a:pt x="74715" y="139470"/>
                  </a:lnTo>
                  <a:lnTo>
                    <a:pt x="48956" y="177611"/>
                  </a:lnTo>
                  <a:lnTo>
                    <a:pt x="28178" y="219027"/>
                  </a:lnTo>
                  <a:lnTo>
                    <a:pt x="12808" y="263289"/>
                  </a:lnTo>
                  <a:lnTo>
                    <a:pt x="3273" y="309972"/>
                  </a:lnTo>
                  <a:lnTo>
                    <a:pt x="0" y="358648"/>
                  </a:lnTo>
                  <a:lnTo>
                    <a:pt x="0" y="1793240"/>
                  </a:lnTo>
                  <a:lnTo>
                    <a:pt x="3273" y="1841915"/>
                  </a:lnTo>
                  <a:lnTo>
                    <a:pt x="12808" y="1888598"/>
                  </a:lnTo>
                  <a:lnTo>
                    <a:pt x="28178" y="1932860"/>
                  </a:lnTo>
                  <a:lnTo>
                    <a:pt x="48956" y="1974276"/>
                  </a:lnTo>
                  <a:lnTo>
                    <a:pt x="74715" y="2012417"/>
                  </a:lnTo>
                  <a:lnTo>
                    <a:pt x="105028" y="2046859"/>
                  </a:lnTo>
                  <a:lnTo>
                    <a:pt x="139470" y="2077172"/>
                  </a:lnTo>
                  <a:lnTo>
                    <a:pt x="177611" y="2102931"/>
                  </a:lnTo>
                  <a:lnTo>
                    <a:pt x="219027" y="2123709"/>
                  </a:lnTo>
                  <a:lnTo>
                    <a:pt x="263289" y="2139079"/>
                  </a:lnTo>
                  <a:lnTo>
                    <a:pt x="309972" y="2148614"/>
                  </a:lnTo>
                  <a:lnTo>
                    <a:pt x="358648" y="2151888"/>
                  </a:lnTo>
                  <a:lnTo>
                    <a:pt x="6423152" y="2151888"/>
                  </a:lnTo>
                  <a:lnTo>
                    <a:pt x="6471827" y="2148614"/>
                  </a:lnTo>
                  <a:lnTo>
                    <a:pt x="6518510" y="2139079"/>
                  </a:lnTo>
                  <a:lnTo>
                    <a:pt x="6562772" y="2123709"/>
                  </a:lnTo>
                  <a:lnTo>
                    <a:pt x="6604188" y="2102931"/>
                  </a:lnTo>
                  <a:lnTo>
                    <a:pt x="6642329" y="2077172"/>
                  </a:lnTo>
                  <a:lnTo>
                    <a:pt x="6676770" y="2046859"/>
                  </a:lnTo>
                  <a:lnTo>
                    <a:pt x="6707084" y="2012417"/>
                  </a:lnTo>
                  <a:lnTo>
                    <a:pt x="6732843" y="1974276"/>
                  </a:lnTo>
                  <a:lnTo>
                    <a:pt x="6753621" y="1932860"/>
                  </a:lnTo>
                  <a:lnTo>
                    <a:pt x="6768991" y="1888598"/>
                  </a:lnTo>
                  <a:lnTo>
                    <a:pt x="6778526" y="1841915"/>
                  </a:lnTo>
                  <a:lnTo>
                    <a:pt x="6781800" y="1793240"/>
                  </a:lnTo>
                  <a:lnTo>
                    <a:pt x="6781800" y="358648"/>
                  </a:lnTo>
                  <a:lnTo>
                    <a:pt x="6778526" y="309972"/>
                  </a:lnTo>
                  <a:lnTo>
                    <a:pt x="6768991" y="263289"/>
                  </a:lnTo>
                  <a:lnTo>
                    <a:pt x="6753621" y="219027"/>
                  </a:lnTo>
                  <a:lnTo>
                    <a:pt x="6732843" y="177611"/>
                  </a:lnTo>
                  <a:lnTo>
                    <a:pt x="6707084" y="139470"/>
                  </a:lnTo>
                  <a:lnTo>
                    <a:pt x="6676771" y="105028"/>
                  </a:lnTo>
                  <a:lnTo>
                    <a:pt x="6642329" y="74715"/>
                  </a:lnTo>
                  <a:lnTo>
                    <a:pt x="6604188" y="48956"/>
                  </a:lnTo>
                  <a:lnTo>
                    <a:pt x="6562772" y="28178"/>
                  </a:lnTo>
                  <a:lnTo>
                    <a:pt x="6518510" y="12808"/>
                  </a:lnTo>
                  <a:lnTo>
                    <a:pt x="6471827" y="3273"/>
                  </a:lnTo>
                  <a:lnTo>
                    <a:pt x="6423152" y="0"/>
                  </a:lnTo>
                  <a:close/>
                </a:path>
              </a:pathLst>
            </a:custGeom>
            <a:solidFill>
              <a:srgbClr val="3493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703575" y="2360167"/>
              <a:ext cx="6784975" cy="2146300"/>
            </a:xfrm>
            <a:custGeom>
              <a:avLst/>
              <a:gdLst/>
              <a:ahLst/>
              <a:cxnLst/>
              <a:rect l="l" t="t" r="r" b="b"/>
              <a:pathLst>
                <a:path w="6784975" h="2146300">
                  <a:moveTo>
                    <a:pt x="6532753" y="2133599"/>
                  </a:moveTo>
                  <a:lnTo>
                    <a:pt x="252222" y="2133599"/>
                  </a:lnTo>
                  <a:lnTo>
                    <a:pt x="269113" y="2146299"/>
                  </a:lnTo>
                  <a:lnTo>
                    <a:pt x="6515608" y="2146299"/>
                  </a:lnTo>
                  <a:lnTo>
                    <a:pt x="6532753" y="2133599"/>
                  </a:lnTo>
                  <a:close/>
                </a:path>
                <a:path w="6784975" h="2146300">
                  <a:moveTo>
                    <a:pt x="255778" y="2120899"/>
                  </a:moveTo>
                  <a:lnTo>
                    <a:pt x="219201" y="2120899"/>
                  </a:lnTo>
                  <a:lnTo>
                    <a:pt x="235457" y="2133599"/>
                  </a:lnTo>
                  <a:lnTo>
                    <a:pt x="272034" y="2133599"/>
                  </a:lnTo>
                  <a:lnTo>
                    <a:pt x="255778" y="2120899"/>
                  </a:lnTo>
                  <a:close/>
                </a:path>
                <a:path w="6784975" h="2146300">
                  <a:moveTo>
                    <a:pt x="6565646" y="2120899"/>
                  </a:moveTo>
                  <a:lnTo>
                    <a:pt x="6528689" y="2120899"/>
                  </a:lnTo>
                  <a:lnTo>
                    <a:pt x="6512179" y="2133599"/>
                  </a:lnTo>
                  <a:lnTo>
                    <a:pt x="6549390" y="2133599"/>
                  </a:lnTo>
                  <a:lnTo>
                    <a:pt x="6565646" y="2120899"/>
                  </a:lnTo>
                  <a:close/>
                </a:path>
                <a:path w="6784975" h="2146300">
                  <a:moveTo>
                    <a:pt x="193675" y="2095499"/>
                  </a:moveTo>
                  <a:lnTo>
                    <a:pt x="172719" y="2095499"/>
                  </a:lnTo>
                  <a:lnTo>
                    <a:pt x="187832" y="2108199"/>
                  </a:lnTo>
                  <a:lnTo>
                    <a:pt x="203200" y="2120899"/>
                  </a:lnTo>
                  <a:lnTo>
                    <a:pt x="239522" y="2120899"/>
                  </a:lnTo>
                  <a:lnTo>
                    <a:pt x="223774" y="2108199"/>
                  </a:lnTo>
                  <a:lnTo>
                    <a:pt x="208534" y="2108199"/>
                  </a:lnTo>
                  <a:lnTo>
                    <a:pt x="193675" y="2095499"/>
                  </a:lnTo>
                  <a:close/>
                </a:path>
                <a:path w="6784975" h="2146300">
                  <a:moveTo>
                    <a:pt x="6612001" y="2095499"/>
                  </a:moveTo>
                  <a:lnTo>
                    <a:pt x="6590792" y="2095499"/>
                  </a:lnTo>
                  <a:lnTo>
                    <a:pt x="6575806" y="2108199"/>
                  </a:lnTo>
                  <a:lnTo>
                    <a:pt x="6560439" y="2108199"/>
                  </a:lnTo>
                  <a:lnTo>
                    <a:pt x="6544818" y="2120899"/>
                  </a:lnTo>
                  <a:lnTo>
                    <a:pt x="6581521" y="2120899"/>
                  </a:lnTo>
                  <a:lnTo>
                    <a:pt x="6597142" y="2108199"/>
                  </a:lnTo>
                  <a:lnTo>
                    <a:pt x="6612001" y="2095499"/>
                  </a:lnTo>
                  <a:close/>
                </a:path>
                <a:path w="6784975" h="2146300">
                  <a:moveTo>
                    <a:pt x="165607" y="63500"/>
                  </a:moveTo>
                  <a:lnTo>
                    <a:pt x="144144" y="63500"/>
                  </a:lnTo>
                  <a:lnTo>
                    <a:pt x="130556" y="76200"/>
                  </a:lnTo>
                  <a:lnTo>
                    <a:pt x="93218" y="114300"/>
                  </a:lnTo>
                  <a:lnTo>
                    <a:pt x="61341" y="152400"/>
                  </a:lnTo>
                  <a:lnTo>
                    <a:pt x="43306" y="190500"/>
                  </a:lnTo>
                  <a:lnTo>
                    <a:pt x="35432" y="203200"/>
                  </a:lnTo>
                  <a:lnTo>
                    <a:pt x="28193" y="215900"/>
                  </a:lnTo>
                  <a:lnTo>
                    <a:pt x="21843" y="228600"/>
                  </a:lnTo>
                  <a:lnTo>
                    <a:pt x="16129" y="254000"/>
                  </a:lnTo>
                  <a:lnTo>
                    <a:pt x="11303" y="266700"/>
                  </a:lnTo>
                  <a:lnTo>
                    <a:pt x="7366" y="279400"/>
                  </a:lnTo>
                  <a:lnTo>
                    <a:pt x="4063" y="304800"/>
                  </a:lnTo>
                  <a:lnTo>
                    <a:pt x="1778" y="317500"/>
                  </a:lnTo>
                  <a:lnTo>
                    <a:pt x="507" y="342900"/>
                  </a:lnTo>
                  <a:lnTo>
                    <a:pt x="0" y="355600"/>
                  </a:lnTo>
                  <a:lnTo>
                    <a:pt x="0" y="1790699"/>
                  </a:lnTo>
                  <a:lnTo>
                    <a:pt x="507" y="1816099"/>
                  </a:lnTo>
                  <a:lnTo>
                    <a:pt x="1778" y="1828799"/>
                  </a:lnTo>
                  <a:lnTo>
                    <a:pt x="4063" y="1854199"/>
                  </a:lnTo>
                  <a:lnTo>
                    <a:pt x="7238" y="1866899"/>
                  </a:lnTo>
                  <a:lnTo>
                    <a:pt x="11175" y="1879599"/>
                  </a:lnTo>
                  <a:lnTo>
                    <a:pt x="16129" y="1904999"/>
                  </a:lnTo>
                  <a:lnTo>
                    <a:pt x="21717" y="1917699"/>
                  </a:lnTo>
                  <a:lnTo>
                    <a:pt x="28193" y="1930399"/>
                  </a:lnTo>
                  <a:lnTo>
                    <a:pt x="35306" y="1943099"/>
                  </a:lnTo>
                  <a:lnTo>
                    <a:pt x="43306" y="1968499"/>
                  </a:lnTo>
                  <a:lnTo>
                    <a:pt x="71247" y="2006599"/>
                  </a:lnTo>
                  <a:lnTo>
                    <a:pt x="105156" y="2044699"/>
                  </a:lnTo>
                  <a:lnTo>
                    <a:pt x="144144" y="2082799"/>
                  </a:lnTo>
                  <a:lnTo>
                    <a:pt x="158242" y="2095499"/>
                  </a:lnTo>
                  <a:lnTo>
                    <a:pt x="179069" y="2095499"/>
                  </a:lnTo>
                  <a:lnTo>
                    <a:pt x="165100" y="2082799"/>
                  </a:lnTo>
                  <a:lnTo>
                    <a:pt x="151637" y="2070099"/>
                  </a:lnTo>
                  <a:lnTo>
                    <a:pt x="138430" y="2057399"/>
                  </a:lnTo>
                  <a:lnTo>
                    <a:pt x="125856" y="2044699"/>
                  </a:lnTo>
                  <a:lnTo>
                    <a:pt x="113918" y="2031999"/>
                  </a:lnTo>
                  <a:lnTo>
                    <a:pt x="102488" y="2031999"/>
                  </a:lnTo>
                  <a:lnTo>
                    <a:pt x="91440" y="2019299"/>
                  </a:lnTo>
                  <a:lnTo>
                    <a:pt x="81280" y="2006599"/>
                  </a:lnTo>
                  <a:lnTo>
                    <a:pt x="71628" y="1981199"/>
                  </a:lnTo>
                  <a:lnTo>
                    <a:pt x="62611" y="1968499"/>
                  </a:lnTo>
                  <a:lnTo>
                    <a:pt x="39750" y="1930399"/>
                  </a:lnTo>
                  <a:lnTo>
                    <a:pt x="28193" y="1892299"/>
                  </a:lnTo>
                  <a:lnTo>
                    <a:pt x="23494" y="1879599"/>
                  </a:lnTo>
                  <a:lnTo>
                    <a:pt x="19557" y="1866899"/>
                  </a:lnTo>
                  <a:lnTo>
                    <a:pt x="16637" y="1841499"/>
                  </a:lnTo>
                  <a:lnTo>
                    <a:pt x="14350" y="1828799"/>
                  </a:lnTo>
                  <a:lnTo>
                    <a:pt x="13081" y="1816099"/>
                  </a:lnTo>
                  <a:lnTo>
                    <a:pt x="12700" y="1790699"/>
                  </a:lnTo>
                  <a:lnTo>
                    <a:pt x="12700" y="355600"/>
                  </a:lnTo>
                  <a:lnTo>
                    <a:pt x="13207" y="342900"/>
                  </a:lnTo>
                  <a:lnTo>
                    <a:pt x="14478" y="317500"/>
                  </a:lnTo>
                  <a:lnTo>
                    <a:pt x="16637" y="304800"/>
                  </a:lnTo>
                  <a:lnTo>
                    <a:pt x="19812" y="292100"/>
                  </a:lnTo>
                  <a:lnTo>
                    <a:pt x="23749" y="266700"/>
                  </a:lnTo>
                  <a:lnTo>
                    <a:pt x="28321" y="254000"/>
                  </a:lnTo>
                  <a:lnTo>
                    <a:pt x="33781" y="241300"/>
                  </a:lnTo>
                  <a:lnTo>
                    <a:pt x="40005" y="215900"/>
                  </a:lnTo>
                  <a:lnTo>
                    <a:pt x="62992" y="177800"/>
                  </a:lnTo>
                  <a:lnTo>
                    <a:pt x="91948" y="139700"/>
                  </a:lnTo>
                  <a:lnTo>
                    <a:pt x="126365" y="101600"/>
                  </a:lnTo>
                  <a:lnTo>
                    <a:pt x="152019" y="76200"/>
                  </a:lnTo>
                  <a:lnTo>
                    <a:pt x="165607" y="63500"/>
                  </a:lnTo>
                  <a:close/>
                </a:path>
                <a:path w="6784975" h="2146300">
                  <a:moveTo>
                    <a:pt x="6640703" y="63500"/>
                  </a:moveTo>
                  <a:lnTo>
                    <a:pt x="6619748" y="63500"/>
                  </a:lnTo>
                  <a:lnTo>
                    <a:pt x="6633337" y="76200"/>
                  </a:lnTo>
                  <a:lnTo>
                    <a:pt x="6646418" y="88900"/>
                  </a:lnTo>
                  <a:lnTo>
                    <a:pt x="6682485" y="127000"/>
                  </a:lnTo>
                  <a:lnTo>
                    <a:pt x="6713220" y="165100"/>
                  </a:lnTo>
                  <a:lnTo>
                    <a:pt x="6738239" y="203200"/>
                  </a:lnTo>
                  <a:lnTo>
                    <a:pt x="6751193" y="241300"/>
                  </a:lnTo>
                  <a:lnTo>
                    <a:pt x="6756781" y="254000"/>
                  </a:lnTo>
                  <a:lnTo>
                    <a:pt x="6761226" y="266700"/>
                  </a:lnTo>
                  <a:lnTo>
                    <a:pt x="6765163" y="292100"/>
                  </a:lnTo>
                  <a:lnTo>
                    <a:pt x="6768210" y="304800"/>
                  </a:lnTo>
                  <a:lnTo>
                    <a:pt x="6770370" y="317500"/>
                  </a:lnTo>
                  <a:lnTo>
                    <a:pt x="6771767" y="342900"/>
                  </a:lnTo>
                  <a:lnTo>
                    <a:pt x="6772148" y="355600"/>
                  </a:lnTo>
                  <a:lnTo>
                    <a:pt x="6772148" y="1790699"/>
                  </a:lnTo>
                  <a:lnTo>
                    <a:pt x="6771640" y="1816099"/>
                  </a:lnTo>
                  <a:lnTo>
                    <a:pt x="6770370" y="1828799"/>
                  </a:lnTo>
                  <a:lnTo>
                    <a:pt x="6768210" y="1841499"/>
                  </a:lnTo>
                  <a:lnTo>
                    <a:pt x="6765035" y="1866899"/>
                  </a:lnTo>
                  <a:lnTo>
                    <a:pt x="6761099" y="1879599"/>
                  </a:lnTo>
                  <a:lnTo>
                    <a:pt x="6756527" y="1892299"/>
                  </a:lnTo>
                  <a:lnTo>
                    <a:pt x="6751066" y="1917699"/>
                  </a:lnTo>
                  <a:lnTo>
                    <a:pt x="6730238" y="1955799"/>
                  </a:lnTo>
                  <a:lnTo>
                    <a:pt x="6712966" y="1981199"/>
                  </a:lnTo>
                  <a:lnTo>
                    <a:pt x="6703187" y="2006599"/>
                  </a:lnTo>
                  <a:lnTo>
                    <a:pt x="6692900" y="2019299"/>
                  </a:lnTo>
                  <a:lnTo>
                    <a:pt x="6682105" y="2031999"/>
                  </a:lnTo>
                  <a:lnTo>
                    <a:pt x="6670548" y="2044699"/>
                  </a:lnTo>
                  <a:lnTo>
                    <a:pt x="6658483" y="2044699"/>
                  </a:lnTo>
                  <a:lnTo>
                    <a:pt x="6645909" y="2057399"/>
                  </a:lnTo>
                  <a:lnTo>
                    <a:pt x="6632829" y="2070099"/>
                  </a:lnTo>
                  <a:lnTo>
                    <a:pt x="6619240" y="2082799"/>
                  </a:lnTo>
                  <a:lnTo>
                    <a:pt x="6605270" y="2095499"/>
                  </a:lnTo>
                  <a:lnTo>
                    <a:pt x="6626606" y="2095499"/>
                  </a:lnTo>
                  <a:lnTo>
                    <a:pt x="6667246" y="2057399"/>
                  </a:lnTo>
                  <a:lnTo>
                    <a:pt x="6702933" y="2019299"/>
                  </a:lnTo>
                  <a:lnTo>
                    <a:pt x="6732905" y="1981199"/>
                  </a:lnTo>
                  <a:lnTo>
                    <a:pt x="6749542" y="1943099"/>
                  </a:lnTo>
                  <a:lnTo>
                    <a:pt x="6756654" y="1930399"/>
                  </a:lnTo>
                  <a:lnTo>
                    <a:pt x="6763004" y="1917699"/>
                  </a:lnTo>
                  <a:lnTo>
                    <a:pt x="6768719" y="1904999"/>
                  </a:lnTo>
                  <a:lnTo>
                    <a:pt x="6773545" y="1879599"/>
                  </a:lnTo>
                  <a:lnTo>
                    <a:pt x="6777482" y="1866899"/>
                  </a:lnTo>
                  <a:lnTo>
                    <a:pt x="6780783" y="1854199"/>
                  </a:lnTo>
                  <a:lnTo>
                    <a:pt x="6783070" y="1828799"/>
                  </a:lnTo>
                  <a:lnTo>
                    <a:pt x="6784340" y="1816099"/>
                  </a:lnTo>
                  <a:lnTo>
                    <a:pt x="6784848" y="1790699"/>
                  </a:lnTo>
                  <a:lnTo>
                    <a:pt x="6784848" y="355600"/>
                  </a:lnTo>
                  <a:lnTo>
                    <a:pt x="6784340" y="342900"/>
                  </a:lnTo>
                  <a:lnTo>
                    <a:pt x="6782943" y="317500"/>
                  </a:lnTo>
                  <a:lnTo>
                    <a:pt x="6780657" y="304800"/>
                  </a:lnTo>
                  <a:lnTo>
                    <a:pt x="6777482" y="279400"/>
                  </a:lnTo>
                  <a:lnTo>
                    <a:pt x="6773545" y="266700"/>
                  </a:lnTo>
                  <a:lnTo>
                    <a:pt x="6768719" y="254000"/>
                  </a:lnTo>
                  <a:lnTo>
                    <a:pt x="6763004" y="228600"/>
                  </a:lnTo>
                  <a:lnTo>
                    <a:pt x="6756654" y="215900"/>
                  </a:lnTo>
                  <a:lnTo>
                    <a:pt x="6749542" y="203200"/>
                  </a:lnTo>
                  <a:lnTo>
                    <a:pt x="6741541" y="190500"/>
                  </a:lnTo>
                  <a:lnTo>
                    <a:pt x="6732905" y="165100"/>
                  </a:lnTo>
                  <a:lnTo>
                    <a:pt x="6702933" y="127000"/>
                  </a:lnTo>
                  <a:lnTo>
                    <a:pt x="6667246" y="88900"/>
                  </a:lnTo>
                  <a:lnTo>
                    <a:pt x="6654292" y="76200"/>
                  </a:lnTo>
                  <a:lnTo>
                    <a:pt x="6640703" y="63500"/>
                  </a:lnTo>
                  <a:close/>
                </a:path>
                <a:path w="6784975" h="2146300">
                  <a:moveTo>
                    <a:pt x="209042" y="38100"/>
                  </a:moveTo>
                  <a:lnTo>
                    <a:pt x="187832" y="38100"/>
                  </a:lnTo>
                  <a:lnTo>
                    <a:pt x="172719" y="50800"/>
                  </a:lnTo>
                  <a:lnTo>
                    <a:pt x="158242" y="63500"/>
                  </a:lnTo>
                  <a:lnTo>
                    <a:pt x="179578" y="63500"/>
                  </a:lnTo>
                  <a:lnTo>
                    <a:pt x="194182" y="50800"/>
                  </a:lnTo>
                  <a:lnTo>
                    <a:pt x="209042" y="38100"/>
                  </a:lnTo>
                  <a:close/>
                </a:path>
                <a:path w="6784975" h="2146300">
                  <a:moveTo>
                    <a:pt x="6565773" y="25400"/>
                  </a:moveTo>
                  <a:lnTo>
                    <a:pt x="6545326" y="25400"/>
                  </a:lnTo>
                  <a:lnTo>
                    <a:pt x="6561201" y="38100"/>
                  </a:lnTo>
                  <a:lnTo>
                    <a:pt x="6576314" y="50800"/>
                  </a:lnTo>
                  <a:lnTo>
                    <a:pt x="6591300" y="50800"/>
                  </a:lnTo>
                  <a:lnTo>
                    <a:pt x="6605778" y="63500"/>
                  </a:lnTo>
                  <a:lnTo>
                    <a:pt x="6626606" y="63500"/>
                  </a:lnTo>
                  <a:lnTo>
                    <a:pt x="6612128" y="50800"/>
                  </a:lnTo>
                  <a:lnTo>
                    <a:pt x="6597142" y="38100"/>
                  </a:lnTo>
                  <a:lnTo>
                    <a:pt x="6581521" y="38100"/>
                  </a:lnTo>
                  <a:lnTo>
                    <a:pt x="6565773" y="25400"/>
                  </a:lnTo>
                  <a:close/>
                </a:path>
                <a:path w="6784975" h="2146300">
                  <a:moveTo>
                    <a:pt x="240030" y="25400"/>
                  </a:moveTo>
                  <a:lnTo>
                    <a:pt x="219201" y="25400"/>
                  </a:lnTo>
                  <a:lnTo>
                    <a:pt x="203200" y="38100"/>
                  </a:lnTo>
                  <a:lnTo>
                    <a:pt x="224409" y="38100"/>
                  </a:lnTo>
                  <a:lnTo>
                    <a:pt x="240030" y="25400"/>
                  </a:lnTo>
                  <a:close/>
                </a:path>
                <a:path w="6784975" h="2146300">
                  <a:moveTo>
                    <a:pt x="289306" y="12700"/>
                  </a:moveTo>
                  <a:lnTo>
                    <a:pt x="252094" y="12700"/>
                  </a:lnTo>
                  <a:lnTo>
                    <a:pt x="235457" y="25400"/>
                  </a:lnTo>
                  <a:lnTo>
                    <a:pt x="272669" y="25400"/>
                  </a:lnTo>
                  <a:lnTo>
                    <a:pt x="289306" y="12700"/>
                  </a:lnTo>
                  <a:close/>
                </a:path>
                <a:path w="6784975" h="2146300">
                  <a:moveTo>
                    <a:pt x="6532753" y="12700"/>
                  </a:moveTo>
                  <a:lnTo>
                    <a:pt x="6496050" y="12700"/>
                  </a:lnTo>
                  <a:lnTo>
                    <a:pt x="6512941" y="25400"/>
                  </a:lnTo>
                  <a:lnTo>
                    <a:pt x="6549390" y="25400"/>
                  </a:lnTo>
                  <a:lnTo>
                    <a:pt x="6532753" y="12700"/>
                  </a:lnTo>
                  <a:close/>
                </a:path>
                <a:path w="6784975" h="2146300">
                  <a:moveTo>
                    <a:pt x="6498335" y="0"/>
                  </a:moveTo>
                  <a:lnTo>
                    <a:pt x="286512" y="0"/>
                  </a:lnTo>
                  <a:lnTo>
                    <a:pt x="269113" y="12700"/>
                  </a:lnTo>
                  <a:lnTo>
                    <a:pt x="6515734" y="12700"/>
                  </a:lnTo>
                  <a:lnTo>
                    <a:pt x="6498335" y="0"/>
                  </a:lnTo>
                  <a:close/>
                </a:path>
              </a:pathLst>
            </a:custGeom>
            <a:solidFill>
              <a:srgbClr val="0E16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909440" y="3028010"/>
            <a:ext cx="437515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640" dirty="0">
                <a:solidFill>
                  <a:srgbClr val="FFFFFF"/>
                </a:solidFill>
                <a:latin typeface="Trebuchet MS"/>
                <a:cs typeface="Trebuchet MS"/>
              </a:rPr>
              <a:t>THANK</a:t>
            </a:r>
            <a:r>
              <a:rPr sz="4800" spc="-94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800" spc="-10" dirty="0">
                <a:solidFill>
                  <a:srgbClr val="FFFFFF"/>
                </a:solidFill>
                <a:latin typeface="Trebuchet MS"/>
                <a:cs typeface="Trebuchet MS"/>
              </a:rPr>
              <a:t>YOU!!!</a:t>
            </a:r>
            <a:endParaRPr sz="4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976</Words>
  <Application>Microsoft Office PowerPoint</Application>
  <PresentationFormat>Widescreen</PresentationFormat>
  <Paragraphs>196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Arial MT</vt:lpstr>
      <vt:lpstr>Trebuchet MS</vt:lpstr>
      <vt:lpstr>Wingdings</vt:lpstr>
      <vt:lpstr>Office Theme</vt:lpstr>
      <vt:lpstr>PowerPoint Presentation</vt:lpstr>
      <vt:lpstr>PowerPoint Presentation</vt:lpstr>
      <vt:lpstr>PowerPoint Presentation</vt:lpstr>
      <vt:lpstr>DESIGNING ORGANIZATIONAL STRUCTURE</vt:lpstr>
      <vt:lpstr>DESIGNING ORGANIZATIONAL STRUCTURE</vt:lpstr>
      <vt:lpstr>DESIGNING ORGANIZATIONAL STRUCTURE</vt:lpstr>
      <vt:lpstr>WORK SPECIALIZATION</vt:lpstr>
      <vt:lpstr>WORK SPECIALIZATION</vt:lpstr>
      <vt:lpstr>WORK SPECIALIZATION</vt:lpstr>
      <vt:lpstr>CHAIN OF COMMAND</vt:lpstr>
      <vt:lpstr>CHAIN OF COMMAND</vt:lpstr>
      <vt:lpstr>CHAIN OF COMMAND</vt:lpstr>
      <vt:lpstr>CHAIN OF COMMAND</vt:lpstr>
      <vt:lpstr>SPAN OF CONTROL</vt:lpstr>
      <vt:lpstr>SPAN OF CONTROL</vt:lpstr>
      <vt:lpstr>SPAN OF CONTROL</vt:lpstr>
      <vt:lpstr>CENTRALIZATION AND DECENTRALIZATION</vt:lpstr>
      <vt:lpstr>CENTRALIZATION AND DECENTRALIZATION</vt:lpstr>
      <vt:lpstr>FORMALIZATION</vt:lpstr>
      <vt:lpstr>DEPARTMENTALIZATION</vt:lpstr>
      <vt:lpstr>DEPARTMENTALIZATION</vt:lpstr>
      <vt:lpstr>DEPARTMENTALIZATION</vt:lpstr>
      <vt:lpstr>DEPARTMENTALIZATION</vt:lpstr>
      <vt:lpstr>DEPARTMENTALIZATION</vt:lpstr>
      <vt:lpstr>DEPARTMENTALIZATION</vt:lpstr>
      <vt:lpstr>MECHANISTIC AND ORGANIC STRUCTURES</vt:lpstr>
      <vt:lpstr>MECHANISTIC AND ORGANIC STRUCTURES</vt:lpstr>
      <vt:lpstr>CONTINGENCY FACTORS AFFECTING STRUCTURAL CHOICE</vt:lpstr>
      <vt:lpstr>TRADITIONAL ORGANIZATIONAL DESIGN OPTIONS</vt:lpstr>
      <vt:lpstr>TRADITIONAL ORGANIZATIONAL DESIGN OPTIONS</vt:lpstr>
      <vt:lpstr>TRADITIONAL ORGANIZATIONAL DESIGN OPTIONS</vt:lpstr>
      <vt:lpstr>TRADITIONAL ORGANIZATIONAL DESIGN OPTIONS</vt:lpstr>
      <vt:lpstr>ORGANIZING FOR FLEXIBILITY IN THE 21ST CENTURY</vt:lpstr>
      <vt:lpstr>ORGANIZING FOR FLEXIBILITY IN THE 21ST CENTURY</vt:lpstr>
      <vt:lpstr>PowerPoint Presentation</vt:lpstr>
      <vt:lpstr>THANK YOU!!!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Tung Le</dc:creator>
  <cp:lastModifiedBy>Tung Le</cp:lastModifiedBy>
  <cp:revision>2</cp:revision>
  <dcterms:created xsi:type="dcterms:W3CDTF">2024-06-23T14:59:46Z</dcterms:created>
  <dcterms:modified xsi:type="dcterms:W3CDTF">2024-06-23T15:31:35Z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2020-12-27T00:00:00Z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2024-06-23T00:00:00Z</vt:filetime>
  </property>
  <property fmtid="{D5CDD505-2E9C-101B-9397-08002B2CF9AE}" pid="5" name="Producer">
    <vt:lpwstr>Microsoft® PowerPoint® 2016</vt:lpwstr>
  </property>
</Properties>
</file>