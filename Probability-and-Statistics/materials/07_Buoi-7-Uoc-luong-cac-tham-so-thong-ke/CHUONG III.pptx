
<file path=[Content_Types].xml><?xml version="1.0" encoding="utf-8"?>
<Types xmlns="http://schemas.openxmlformats.org/package/2006/content-types">
  <Default Extension="docx" ContentType="application/vnd.openxmlformats-officedocument.wordprocessingml.documen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2"/>
  </p:notesMasterIdLst>
  <p:sldIdLst>
    <p:sldId id="256" r:id="rId2"/>
    <p:sldId id="265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88" autoAdjust="0"/>
    <p:restoredTop sz="94624" autoAdjust="0"/>
  </p:normalViewPr>
  <p:slideViewPr>
    <p:cSldViewPr>
      <p:cViewPr varScale="1">
        <p:scale>
          <a:sx n="80" d="100"/>
          <a:sy n="80" d="100"/>
        </p:scale>
        <p:origin x="1526" y="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5" d="100"/>
          <a:sy n="55" d="100"/>
        </p:scale>
        <p:origin x="-2904" y="-102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3T06:09:16.4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1778 3342 1140 0 0,'0'1'28'0'0,"-1"-1"-1"0"0,1 0 1 0 0,-1 0-1 0 0,0 0 1 0 0,1 0-1 0 0,-1 0 1 0 0,0 0-1 0 0,1 0 1 0 0,-1 0-1 0 0,0 0 1 0 0,1 0-1 0 0,-1 0 1 0 0,0 0-1 0 0,1 0 1 0 0,-1-1-1 0 0,0 1 1 0 0,1 0 0 0 0,-1-1-1 0 0,1 1 1 0 0,-1 0-1 0 0,1-1 1 0 0,-1 1-1 0 0,0 0 1 0 0,1-1-1 0 0,0 1 1 0 0,-1-1-1 0 0,1 1 1 0 0,-1-1-1 0 0,1 1 1 0 0,-1-1-1 0 0,1 0 1 0 0,0 1-1 0 0,0-1 1 0 0,-1 1-1 0 0,1-1 1 0 0,0 0 0 0 0,0 1-1 0 0,0-1 1 0 0,-1 0-1 0 0,1 1 1 0 0,0-1-1 0 0,0 0 1 0 0,0 1-1 0 0,0-1 1 0 0,0-1-1 0 0,0-1 1083 0 0,0 3-1054 0 0,-1 1-1 0 0,0-1 1 0 0,0 0-1 0 0,0 0 1 0 0,0 0-1 0 0,0 0 1 0 0,0 1-1 0 0,0-1 0 0 0,0 0 1 0 0,0-1-1 0 0,0 1 1 0 0,0 0-1 0 0,0 0 1 0 0,0 0-1 0 0,0-1 1 0 0,0 1-1 0 0,0 0 1 0 0,0-1-1 0 0,0 1 0 0 0,0-1 1 0 0,1 1-1 0 0,-1-1 1 0 0,0 1-1 0 0,0-1 1 0 0,0 0-1 0 0,1 1 1 0 0,-1-1-1 0 0,0 0 1 0 0,1 1-1 0 0,-2-3 1 0 0,-15-15 373 0 0,9 4 368 0 0,18 13-500 0 0,-5 1-348 0 0,131 6 494 0 0,178 30 1 0 0,79 55-221 0 0,-186-36-103 0 0,245 37-236 0 0,-249-66 119 0 0,375 2 1 0 0,-119-28-147 0 0,-230-10 222 0 0,-152 10-151 0 0,951 13-310 0 0,-649-10 52 0 0,-234-4 178 0 0,-121 1 126 0 0,0-1-1 0 0,47-9 1 0 0,24-3 7 0 0,536-60-1322 0 0,-493 46 1205 0 0,-2-5 0 0 0,-1-7 0 0 0,196-83 0 0 0,21-44-26 0 0,-237 109 88 0 0,21-8-19 0 0,177-93 216 0 0,-187 88-35 0 0,91-57 214 0 0,-65 39-262 0 0,-98 53-80 0 0,108-75 283 0 0,-136 90-39 0 0,0-2 0 0 0,-2-1-1 0 0,41-49 1 0 0,-30 29-49 0 0,-5 5-5 0 0,51-82 0 0 0,-68 97-77 0 0,-1-1 1 0 0,-1 0 0 0 0,-1-1 0 0 0,-1 0 0 0 0,-2-1 0 0 0,0 1-1 0 0,-2-1 1 0 0,-1-1 0 0 0,-1 1 0 0 0,0-31 0 0 0,-1 9 61 0 0,-1 25-79 0 0,0-1 1 0 0,-2 1-1 0 0,-5-33 0 0 0,-39-151 323 0 0,35 173-304 0 0,-2 1 0 0 0,0 0 0 0 0,-3 0 0 0 0,-21-35 0 0 0,2 14-29 0 0,-4 1 0 0 0,-1 2 0 0 0,-3 2 0 0 0,-2 2 0 0 0,-1 1-1 0 0,-77-57 1 0 0,80 72-42 0 0,-73-39 1 0 0,-117-54 14 0 0,156 88 10 0 0,-1 3 0 0 0,-117-33 0 0 0,131 46-53 0 0,-39-11 58 0 0,-62-10-20 0 0,-96-18-107 0 0,-59 0 42 0 0,-220-30 200 0 0,-109 11-161 0 0,565 71 13 0 0,-414-27-25 0 0,-318 19-100 0 0,774 16 111 0 0,-52 7 0 0 0,-25 2 25 0 0,-687 44 70 0 0,562-20-158 0 0,47-5 139 0 0,71-14-32 0 0,-426 63 280 0 0,-176 87 2 0 0,538-114-152 0 0,3 7 1 0 0,-340 159-1 0 0,-409 320-40 0 0,720-373-1149 0 0,14 18-5142 0 0,172-156 4974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DB29B91-E3D6-4BAF-8BB7-ED7D83044AF9}" type="datetimeFigureOut">
              <a:rPr lang="en-US" smtClean="0"/>
              <a:pPr/>
              <a:t>12/9/2023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42606C1-B873-4F0A-BE37-DDB2946563E7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42606C1-B873-4F0A-BE37-DDB2946563E7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514350" y="5349902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9" name="Title 28"/>
          <p:cNvSpPr>
            <a:spLocks noGrp="1"/>
          </p:cNvSpPr>
          <p:nvPr>
            <p:ph type="ctrTitle"/>
          </p:nvPr>
        </p:nvSpPr>
        <p:spPr>
          <a:xfrm>
            <a:off x="381000" y="4853411"/>
            <a:ext cx="8458200" cy="1222375"/>
          </a:xfrm>
        </p:spPr>
        <p:txBody>
          <a:bodyPr anchor="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381000" y="3886200"/>
            <a:ext cx="8458200" cy="914400"/>
          </a:xfrm>
        </p:spPr>
        <p:txBody>
          <a:bodyPr anchor="b"/>
          <a:lstStyle>
            <a:lvl1pPr marL="0" indent="0" algn="l">
              <a:buNone/>
              <a:defRPr sz="2400">
                <a:solidFill>
                  <a:schemeClr val="tx2">
                    <a:shade val="75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CAF3F-3C99-45AF-B8F4-CCAC0A114675}" type="datetimeFigureOut">
              <a:rPr lang="en-US" smtClean="0"/>
              <a:pPr/>
              <a:t>12/9/2023</a:t>
            </a:fld>
            <a:endParaRPr lang="en-US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12"/>
          </p:nvPr>
        </p:nvSpPr>
        <p:spPr>
          <a:xfrm>
            <a:off x="8229600" y="6473952"/>
            <a:ext cx="758952" cy="246888"/>
          </a:xfrm>
        </p:spPr>
        <p:txBody>
          <a:bodyPr/>
          <a:lstStyle/>
          <a:p>
            <a:fld id="{B0B5D043-2840-41D8-BFC1-E1B123B17BB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2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27" name="Content Placeholder 2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25" name="Date Placeholder 2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CAF3F-3C99-45AF-B8F4-CCAC0A114675}" type="datetimeFigureOut">
              <a:rPr lang="en-US" smtClean="0"/>
              <a:pPr/>
              <a:t>12/9/2023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>
          <a:xfrm>
            <a:off x="3581400" y="76200"/>
            <a:ext cx="2895600" cy="288925"/>
          </a:xfrm>
        </p:spPr>
        <p:txBody>
          <a:bodyPr/>
          <a:lstStyle/>
          <a:p>
            <a:endParaRPr lang="en-US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2"/>
          </p:nvPr>
        </p:nvSpPr>
        <p:spPr>
          <a:xfrm>
            <a:off x="8229600" y="6473952"/>
            <a:ext cx="758952" cy="246888"/>
          </a:xfrm>
        </p:spPr>
        <p:txBody>
          <a:bodyPr/>
          <a:lstStyle/>
          <a:p>
            <a:fld id="{B0B5D043-2840-41D8-BFC1-E1B123B17BB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514350" y="3444902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>
          <a:xfrm>
            <a:off x="381000" y="1676400"/>
            <a:ext cx="8458200" cy="1219200"/>
          </a:xfrm>
        </p:spPr>
        <p:txBody>
          <a:bodyPr anchor="b"/>
          <a:lstStyle>
            <a:lvl1pPr marL="0" indent="0" algn="r">
              <a:buNone/>
              <a:defRPr sz="2000">
                <a:solidFill>
                  <a:schemeClr val="tx2">
                    <a:shade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19" name="Date Placeholder 1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CAF3F-3C99-45AF-B8F4-CCAC0A114675}" type="datetimeFigureOut">
              <a:rPr lang="en-US" smtClean="0"/>
              <a:pPr/>
              <a:t>12/9/2023</a:t>
            </a:fld>
            <a:endParaRPr lang="en-US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5D043-2840-41D8-BFC1-E1B123B17BB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80475" y="2947085"/>
            <a:ext cx="8686800" cy="1184825"/>
          </a:xfrm>
        </p:spPr>
        <p:txBody>
          <a:bodyPr rtlCol="0" anchor="t"/>
          <a:lstStyle>
            <a:lvl1pPr algn="r"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/>
          <p:cNvSpPr>
            <a:spLocks noGrp="1"/>
          </p:cNvSpPr>
          <p:nvPr>
            <p:ph type="title"/>
          </p:nvPr>
        </p:nvSpPr>
        <p:spPr>
          <a:xfrm>
            <a:off x="301752" y="457200"/>
            <a:ext cx="8686800" cy="841248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sz="half" idx="1"/>
          </p:nvPr>
        </p:nvSpPr>
        <p:spPr>
          <a:xfrm>
            <a:off x="304800" y="1600200"/>
            <a:ext cx="4191000" cy="4724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343400" cy="4724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21" name="Date Placeholder 20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CAF3F-3C99-45AF-B8F4-CCAC0A114675}" type="datetimeFigureOut">
              <a:rPr lang="en-US" smtClean="0"/>
              <a:pPr/>
              <a:t>12/9/2023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1" name="Slide Number Placeholder 3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5D043-2840-41D8-BFC1-E1B123B17BB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28"/>
          <p:cNvSpPr>
            <a:spLocks noGrp="1"/>
          </p:cNvSpPr>
          <p:nvPr>
            <p:ph type="title"/>
          </p:nvPr>
        </p:nvSpPr>
        <p:spPr>
          <a:xfrm>
            <a:off x="304800" y="5410200"/>
            <a:ext cx="8610600" cy="88265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281444" y="666750"/>
            <a:ext cx="4290556" cy="639762"/>
          </a:xfrm>
        </p:spPr>
        <p:txBody>
          <a:bodyPr anchor="ctr"/>
          <a:lstStyle>
            <a:lvl1pPr marL="0" indent="0">
              <a:buNone/>
              <a:defRPr sz="1800" b="0" cap="all" baseline="0">
                <a:solidFill>
                  <a:schemeClr val="accent1">
                    <a:shade val="50000"/>
                  </a:schemeClr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25" name="Text Placeholder 24"/>
          <p:cNvSpPr>
            <a:spLocks noGrp="1"/>
          </p:cNvSpPr>
          <p:nvPr>
            <p:ph type="body" sz="half" idx="3"/>
          </p:nvPr>
        </p:nvSpPr>
        <p:spPr>
          <a:xfrm>
            <a:off x="4645025" y="666750"/>
            <a:ext cx="4292241" cy="639762"/>
          </a:xfrm>
        </p:spPr>
        <p:txBody>
          <a:bodyPr anchor="ctr"/>
          <a:lstStyle>
            <a:lvl1pPr marL="0" indent="0">
              <a:buNone/>
              <a:defRPr sz="1800" b="0" cap="all" baseline="0">
                <a:solidFill>
                  <a:schemeClr val="accent1">
                    <a:shade val="50000"/>
                  </a:schemeClr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281444" y="1316037"/>
            <a:ext cx="4290556" cy="39417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28" name="Content Placeholder 27"/>
          <p:cNvSpPr>
            <a:spLocks noGrp="1"/>
          </p:cNvSpPr>
          <p:nvPr>
            <p:ph sz="quarter" idx="4"/>
          </p:nvPr>
        </p:nvSpPr>
        <p:spPr>
          <a:xfrm>
            <a:off x="4648730" y="1316037"/>
            <a:ext cx="4288536" cy="39417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CAF3F-3C99-45AF-B8F4-CCAC0A114675}" type="datetimeFigureOut">
              <a:rPr lang="en-US" smtClean="0"/>
              <a:pPr/>
              <a:t>12/9/2023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229600" y="6477000"/>
            <a:ext cx="762000" cy="246888"/>
          </a:xfrm>
        </p:spPr>
        <p:txBody>
          <a:bodyPr/>
          <a:lstStyle/>
          <a:p>
            <a:fld id="{B0B5D043-2840-41D8-BFC1-E1B123B17BB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514350" y="6019800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29"/>
          <p:cNvSpPr>
            <a:spLocks noGrp="1"/>
          </p:cNvSpPr>
          <p:nvPr>
            <p:ph type="title"/>
          </p:nvPr>
        </p:nvSpPr>
        <p:spPr>
          <a:xfrm>
            <a:off x="301752" y="457200"/>
            <a:ext cx="8686800" cy="841248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CAF3F-3C99-45AF-B8F4-CCAC0A114675}" type="datetimeFigureOut">
              <a:rPr lang="en-US" smtClean="0"/>
              <a:pPr/>
              <a:t>12/9/2023</a:t>
            </a:fld>
            <a:endParaRPr lang="en-US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5D043-2840-41D8-BFC1-E1B123B17BB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CAF3F-3C99-45AF-B8F4-CCAC0A114675}" type="datetimeFigureOut">
              <a:rPr lang="en-US" smtClean="0"/>
              <a:pPr/>
              <a:t>12/9/2023</a:t>
            </a:fld>
            <a:endParaRPr lang="en-US"/>
          </a:p>
        </p:txBody>
      </p:sp>
      <p:sp>
        <p:nvSpPr>
          <p:cNvPr id="24" name="Footer Placeholder 2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5D043-2840-41D8-BFC1-E1B123B17BB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514350" y="5849117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457200" y="5486400"/>
            <a:ext cx="8458200" cy="520700"/>
          </a:xfrm>
        </p:spPr>
        <p:txBody>
          <a:bodyPr anchor="ctr"/>
          <a:lstStyle>
            <a:lvl1pPr algn="l">
              <a:buNone/>
              <a:defRPr sz="2000" b="1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26" name="Text Placeholder 25"/>
          <p:cNvSpPr>
            <a:spLocks noGrp="1"/>
          </p:cNvSpPr>
          <p:nvPr>
            <p:ph type="body" idx="2"/>
          </p:nvPr>
        </p:nvSpPr>
        <p:spPr>
          <a:xfrm>
            <a:off x="457200" y="609600"/>
            <a:ext cx="3008313" cy="4800600"/>
          </a:xfrm>
        </p:spPr>
        <p:txBody>
          <a:bodyPr/>
          <a:lstStyle>
            <a:lvl1pPr marL="0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sz="half" idx="1"/>
          </p:nvPr>
        </p:nvSpPr>
        <p:spPr>
          <a:xfrm>
            <a:off x="3575050" y="609600"/>
            <a:ext cx="5340350" cy="48006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25" name="Date Placeholder 2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CAF3F-3C99-45AF-B8F4-CCAC0A114675}" type="datetimeFigureOut">
              <a:rPr lang="en-US" smtClean="0"/>
              <a:pPr/>
              <a:t>12/9/2023</a:t>
            </a:fld>
            <a:endParaRPr lang="en-US"/>
          </a:p>
        </p:txBody>
      </p:sp>
      <p:sp>
        <p:nvSpPr>
          <p:cNvPr id="29" name="Footer Placeholder 2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5D043-2840-41D8-BFC1-E1B123B17BB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2"/>
          <p:cNvSpPr>
            <a:spLocks noGrp="1"/>
          </p:cNvSpPr>
          <p:nvPr>
            <p:ph type="pic" idx="1"/>
          </p:nvPr>
        </p:nvSpPr>
        <p:spPr>
          <a:xfrm>
            <a:off x="3505200" y="616634"/>
            <a:ext cx="5029200" cy="3657600"/>
          </a:xfrm>
          <a:solidFill>
            <a:schemeClr val="bg1"/>
          </a:solidFill>
          <a:ln w="6350">
            <a:solidFill>
              <a:schemeClr val="accent1"/>
            </a:solidFill>
          </a:ln>
          <a:effectLst>
            <a:reflection blurRad="1000" stA="49000" endA="500" endPos="10000" dist="900" dir="5400000" sy="-90000" algn="bl" rotWithShape="0"/>
          </a:effectLst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CAF3F-3C99-45AF-B8F4-CCAC0A114675}" type="datetimeFigureOut">
              <a:rPr lang="en-US" smtClean="0"/>
              <a:pPr/>
              <a:t>12/9/2023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1" name="Slide Number Placeholder 3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5D043-2840-41D8-BFC1-E1B123B17BB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7" name="Title 16"/>
          <p:cNvSpPr>
            <a:spLocks noGrp="1"/>
          </p:cNvSpPr>
          <p:nvPr>
            <p:ph type="title"/>
          </p:nvPr>
        </p:nvSpPr>
        <p:spPr>
          <a:xfrm>
            <a:off x="381000" y="4993760"/>
            <a:ext cx="5867400" cy="522288"/>
          </a:xfrm>
        </p:spPr>
        <p:txBody>
          <a:bodyPr anchor="ctr"/>
          <a:lstStyle>
            <a:lvl1pPr algn="l">
              <a:buNone/>
              <a:defRPr sz="2000" b="1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26" name="Text Placeholder 25"/>
          <p:cNvSpPr>
            <a:spLocks noGrp="1"/>
          </p:cNvSpPr>
          <p:nvPr>
            <p:ph type="body" sz="half" idx="2"/>
          </p:nvPr>
        </p:nvSpPr>
        <p:spPr>
          <a:xfrm>
            <a:off x="381000" y="5533218"/>
            <a:ext cx="5867400" cy="768350"/>
          </a:xfrm>
        </p:spPr>
        <p:txBody>
          <a:bodyPr lIns="109728" tIns="0"/>
          <a:lstStyle>
            <a:lvl1pPr marL="0" indent="0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CAF3F-3C99-45AF-B8F4-CCAC0A114675}" type="datetimeFigureOut">
              <a:rPr lang="en-US" smtClean="0"/>
              <a:pPr/>
              <a:t>12/9/2023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5D043-2840-41D8-BFC1-E1B123B17BB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58000" y="549276"/>
            <a:ext cx="182880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549276"/>
            <a:ext cx="62484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CAF3F-3C99-45AF-B8F4-CCAC0A114675}" type="datetimeFigureOut">
              <a:rPr lang="en-US" smtClean="0"/>
              <a:pPr/>
              <a:t>12/9/2023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5D043-2840-41D8-BFC1-E1B123B17BB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514350" y="1050898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8" name="Text Placeholder 7"/>
          <p:cNvSpPr>
            <a:spLocks noGrp="1"/>
          </p:cNvSpPr>
          <p:nvPr>
            <p:ph type="body" idx="1"/>
          </p:nvPr>
        </p:nvSpPr>
        <p:spPr>
          <a:xfrm>
            <a:off x="304800" y="1554162"/>
            <a:ext cx="8686800" cy="45259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1" name="Date Placeholder 10"/>
          <p:cNvSpPr>
            <a:spLocks noGrp="1"/>
          </p:cNvSpPr>
          <p:nvPr>
            <p:ph type="dt" sz="half" idx="2"/>
          </p:nvPr>
        </p:nvSpPr>
        <p:spPr>
          <a:xfrm>
            <a:off x="6477000" y="76200"/>
            <a:ext cx="2514600" cy="288925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200">
                <a:solidFill>
                  <a:schemeClr val="accent1">
                    <a:shade val="75000"/>
                  </a:schemeClr>
                </a:solidFill>
              </a:defRPr>
            </a:lvl1pPr>
          </a:lstStyle>
          <a:p>
            <a:fld id="{E10CAF3F-3C99-45AF-B8F4-CCAC0A114675}" type="datetimeFigureOut">
              <a:rPr lang="en-US" smtClean="0"/>
              <a:pPr/>
              <a:t>12/9/2023</a:t>
            </a:fld>
            <a:endParaRPr lang="en-US"/>
          </a:p>
        </p:txBody>
      </p:sp>
      <p:sp>
        <p:nvSpPr>
          <p:cNvPr id="28" name="Footer Placeholder 27"/>
          <p:cNvSpPr>
            <a:spLocks noGrp="1"/>
          </p:cNvSpPr>
          <p:nvPr>
            <p:ph type="ftr" sz="quarter" idx="3"/>
          </p:nvPr>
        </p:nvSpPr>
        <p:spPr>
          <a:xfrm>
            <a:off x="3124200" y="76200"/>
            <a:ext cx="3352800" cy="288925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200">
                <a:solidFill>
                  <a:schemeClr val="accent1">
                    <a:shade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8229600" y="6477000"/>
            <a:ext cx="762000" cy="244475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200">
                <a:solidFill>
                  <a:schemeClr val="accent1">
                    <a:shade val="75000"/>
                  </a:schemeClr>
                </a:solidFill>
              </a:defRPr>
            </a:lvl1pPr>
          </a:lstStyle>
          <a:p>
            <a:fld id="{B0B5D043-2840-41D8-BFC1-E1B123B17BB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Title Placeholder 9"/>
          <p:cNvSpPr>
            <a:spLocks noGrp="1"/>
          </p:cNvSpPr>
          <p:nvPr>
            <p:ph type="title"/>
          </p:nvPr>
        </p:nvSpPr>
        <p:spPr>
          <a:xfrm>
            <a:off x="304800" y="457200"/>
            <a:ext cx="8686800" cy="8382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514350" y="1050898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Straight Connector 11"/>
          <p:cNvSpPr>
            <a:spLocks noChangeShapeType="1"/>
          </p:cNvSpPr>
          <p:nvPr/>
        </p:nvSpPr>
        <p:spPr bwMode="auto">
          <a:xfrm>
            <a:off x="514350" y="1057986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3600" kern="1200" cap="all" baseline="0">
          <a:solidFill>
            <a:schemeClr val="tx2"/>
          </a:solidFill>
          <a:effectLst>
            <a:reflection blurRad="12700" stA="48000" endA="300" endPos="55000" dir="5400000" sy="-90000" algn="bl" rotWithShape="0"/>
          </a:effectLst>
          <a:latin typeface="+mj-lt"/>
          <a:ea typeface="+mj-ea"/>
          <a:cs typeface="+mj-cs"/>
        </a:defRPr>
      </a:lvl1pPr>
    </p:titleStyle>
    <p:bodyStyle>
      <a:lvl1pPr marL="342900" indent="-342900" algn="l" rtl="0" eaLnBrk="1" latinLnBrk="0" hangingPunct="1">
        <a:spcBef>
          <a:spcPct val="20000"/>
        </a:spcBef>
        <a:buClr>
          <a:schemeClr val="accent1"/>
        </a:buClr>
        <a:buSzPct val="70000"/>
        <a:buFont typeface="Wingdings 2"/>
        <a:buChar char=""/>
        <a:defRPr kumimoji="0" sz="3200" kern="1200">
          <a:solidFill>
            <a:schemeClr val="tx2"/>
          </a:solidFill>
          <a:latin typeface="+mn-lt"/>
          <a:ea typeface="+mn-ea"/>
          <a:cs typeface="+mn-cs"/>
        </a:defRPr>
      </a:lvl1pPr>
      <a:lvl2pPr marL="742950" indent="-285750" algn="l" rtl="0" eaLnBrk="1" latinLnBrk="0" hangingPunct="1">
        <a:spcBef>
          <a:spcPct val="20000"/>
        </a:spcBef>
        <a:buClr>
          <a:schemeClr val="accent1"/>
        </a:buClr>
        <a:buSzPct val="70000"/>
        <a:buFont typeface="Wingdings 2"/>
        <a:buChar char=""/>
        <a:defRPr kumimoji="0" sz="28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rtl="0" eaLnBrk="1" latinLnBrk="0" hangingPunct="1">
        <a:spcBef>
          <a:spcPct val="20000"/>
        </a:spcBef>
        <a:buClr>
          <a:schemeClr val="accent1"/>
        </a:buClr>
        <a:buSzPct val="70000"/>
        <a:buFont typeface="Wingdings 2"/>
        <a:buChar char=""/>
        <a:defRPr kumimoji="0" sz="24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rtl="0" eaLnBrk="1" latinLnBrk="0" hangingPunct="1">
        <a:spcBef>
          <a:spcPct val="20000"/>
        </a:spcBef>
        <a:buClr>
          <a:schemeClr val="accent1"/>
        </a:buClr>
        <a:buSzPct val="70000"/>
        <a:buFont typeface="Wingdings 2"/>
        <a:buChar char=""/>
        <a:defRPr kumimoji="0" sz="20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rtl="0" eaLnBrk="1" latinLnBrk="0" hangingPunct="1">
        <a:spcBef>
          <a:spcPct val="20000"/>
        </a:spcBef>
        <a:buClr>
          <a:schemeClr val="accent1"/>
        </a:buClr>
        <a:buSzPct val="60000"/>
        <a:buFont typeface="Wingdings 2"/>
        <a:buChar char=""/>
        <a:defRPr kumimoji="0" sz="18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rtl="0" eaLnBrk="1" latinLnBrk="0" hangingPunct="1">
        <a:spcBef>
          <a:spcPct val="20000"/>
        </a:spcBef>
        <a:buClr>
          <a:schemeClr val="accent1"/>
        </a:buClr>
        <a:buSzPct val="60000"/>
        <a:buFont typeface="Wingdings 2"/>
        <a:buChar char=""/>
        <a:defRPr kumimoji="0" sz="1800" kern="1200">
          <a:solidFill>
            <a:schemeClr val="tx2"/>
          </a:solidFill>
          <a:latin typeface="+mn-lt"/>
          <a:ea typeface="+mn-ea"/>
          <a:cs typeface="+mn-cs"/>
        </a:defRPr>
      </a:lvl6pPr>
      <a:lvl7pPr marL="2971800" indent="-228600" algn="l" rtl="0" eaLnBrk="1" latinLnBrk="0" hangingPunct="1">
        <a:spcBef>
          <a:spcPct val="20000"/>
        </a:spcBef>
        <a:buClr>
          <a:schemeClr val="accent1"/>
        </a:buClr>
        <a:buSzPct val="60000"/>
        <a:buFont typeface="Wingdings 2"/>
        <a:buChar char=""/>
        <a:defRPr kumimoji="0" sz="1600" kern="1200">
          <a:solidFill>
            <a:schemeClr val="tx2"/>
          </a:solidFill>
          <a:latin typeface="+mn-lt"/>
          <a:ea typeface="+mn-ea"/>
          <a:cs typeface="+mn-cs"/>
        </a:defRPr>
      </a:lvl7pPr>
      <a:lvl8pPr marL="3429000" indent="-228600" algn="l" rtl="0" eaLnBrk="1" latinLnBrk="0" hangingPunct="1">
        <a:spcBef>
          <a:spcPct val="20000"/>
        </a:spcBef>
        <a:buClr>
          <a:schemeClr val="accent1"/>
        </a:buClr>
        <a:buSzPct val="60000"/>
        <a:buFont typeface="Wingdings 2"/>
        <a:buChar char=""/>
        <a:defRPr kumimoji="0" sz="1600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3886200" indent="-228600" algn="l" rtl="0" eaLnBrk="1" latinLnBrk="0" hangingPunct="1">
        <a:spcBef>
          <a:spcPct val="20000"/>
        </a:spcBef>
        <a:buClr>
          <a:schemeClr val="accent1"/>
        </a:buClr>
        <a:buSzPct val="60000"/>
        <a:buFont typeface="Wingdings 2"/>
        <a:buChar char="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Document.docx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customXml" Target="../ink/ink1.xml"/><Relationship Id="rId4" Type="http://schemas.openxmlformats.org/officeDocument/2006/relationships/image" Target="../media/image3.em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package" Target="../embeddings/Microsoft_Word_Document1.docx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emf"/><Relationship Id="rId4" Type="http://schemas.openxmlformats.org/officeDocument/2006/relationships/package" Target="../embeddings/Microsoft_Word_Document2.docx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package" Target="../embeddings/Microsoft_Word_Document6.docx"/><Relationship Id="rId3" Type="http://schemas.openxmlformats.org/officeDocument/2006/relationships/image" Target="../media/image5.emf"/><Relationship Id="rId7" Type="http://schemas.openxmlformats.org/officeDocument/2006/relationships/image" Target="../media/image7.emf"/><Relationship Id="rId2" Type="http://schemas.openxmlformats.org/officeDocument/2006/relationships/package" Target="../embeddings/Microsoft_Word_Document3.docx"/><Relationship Id="rId1" Type="http://schemas.openxmlformats.org/officeDocument/2006/relationships/slideLayout" Target="../slideLayouts/slideLayout2.xml"/><Relationship Id="rId6" Type="http://schemas.openxmlformats.org/officeDocument/2006/relationships/package" Target="../embeddings/Microsoft_Word_Document5.docx"/><Relationship Id="rId5" Type="http://schemas.openxmlformats.org/officeDocument/2006/relationships/image" Target="../media/image6.emf"/><Relationship Id="rId4" Type="http://schemas.openxmlformats.org/officeDocument/2006/relationships/package" Target="../embeddings/Microsoft_Word_Document4.docx"/><Relationship Id="rId9" Type="http://schemas.openxmlformats.org/officeDocument/2006/relationships/image" Target="../media/image8.e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package" Target="../embeddings/Microsoft_Word_Document7.docx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emf"/><Relationship Id="rId4" Type="http://schemas.openxmlformats.org/officeDocument/2006/relationships/package" Target="../embeddings/Microsoft_Word_Document8.docx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package" Target="../embeddings/Microsoft_Word_Document9.docx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emf"/><Relationship Id="rId4" Type="http://schemas.openxmlformats.org/officeDocument/2006/relationships/package" Target="../embeddings/Microsoft_Word_Document10.docx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package" Target="../embeddings/Microsoft_Word_Document14.docx"/><Relationship Id="rId3" Type="http://schemas.openxmlformats.org/officeDocument/2006/relationships/image" Target="../media/image13.emf"/><Relationship Id="rId7" Type="http://schemas.openxmlformats.org/officeDocument/2006/relationships/image" Target="../media/image15.emf"/><Relationship Id="rId2" Type="http://schemas.openxmlformats.org/officeDocument/2006/relationships/package" Target="../embeddings/Microsoft_Word_Document11.docx"/><Relationship Id="rId1" Type="http://schemas.openxmlformats.org/officeDocument/2006/relationships/slideLayout" Target="../slideLayouts/slideLayout2.xml"/><Relationship Id="rId6" Type="http://schemas.openxmlformats.org/officeDocument/2006/relationships/package" Target="../embeddings/Microsoft_Word_Document13.docx"/><Relationship Id="rId5" Type="http://schemas.openxmlformats.org/officeDocument/2006/relationships/image" Target="../media/image14.emf"/><Relationship Id="rId4" Type="http://schemas.openxmlformats.org/officeDocument/2006/relationships/package" Target="../embeddings/Microsoft_Word_Document12.docx"/><Relationship Id="rId9" Type="http://schemas.openxmlformats.org/officeDocument/2006/relationships/image" Target="../media/image16.emf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package" Target="../embeddings/Microsoft_Word_Document18.docx"/><Relationship Id="rId13" Type="http://schemas.openxmlformats.org/officeDocument/2006/relationships/image" Target="../media/image13.emf"/><Relationship Id="rId3" Type="http://schemas.openxmlformats.org/officeDocument/2006/relationships/image" Target="../media/image17.emf"/><Relationship Id="rId7" Type="http://schemas.openxmlformats.org/officeDocument/2006/relationships/image" Target="../media/image19.emf"/><Relationship Id="rId12" Type="http://schemas.openxmlformats.org/officeDocument/2006/relationships/package" Target="../embeddings/Microsoft_Word_Document20.docx"/><Relationship Id="rId2" Type="http://schemas.openxmlformats.org/officeDocument/2006/relationships/package" Target="../embeddings/Microsoft_Word_Document15.docx"/><Relationship Id="rId1" Type="http://schemas.openxmlformats.org/officeDocument/2006/relationships/slideLayout" Target="../slideLayouts/slideLayout2.xml"/><Relationship Id="rId6" Type="http://schemas.openxmlformats.org/officeDocument/2006/relationships/package" Target="../embeddings/Microsoft_Word_Document17.docx"/><Relationship Id="rId11" Type="http://schemas.openxmlformats.org/officeDocument/2006/relationships/image" Target="../media/image21.emf"/><Relationship Id="rId5" Type="http://schemas.openxmlformats.org/officeDocument/2006/relationships/image" Target="../media/image18.emf"/><Relationship Id="rId10" Type="http://schemas.openxmlformats.org/officeDocument/2006/relationships/package" Target="../embeddings/Microsoft_Word_Document19.docx"/><Relationship Id="rId4" Type="http://schemas.openxmlformats.org/officeDocument/2006/relationships/package" Target="../embeddings/Microsoft_Word_Document16.docx"/><Relationship Id="rId9" Type="http://schemas.openxmlformats.org/officeDocument/2006/relationships/image" Target="../media/image20.em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package" Target="../embeddings/Microsoft_Word_Document24.docx"/><Relationship Id="rId13" Type="http://schemas.openxmlformats.org/officeDocument/2006/relationships/image" Target="../media/image27.emf"/><Relationship Id="rId3" Type="http://schemas.openxmlformats.org/officeDocument/2006/relationships/image" Target="../media/image22.emf"/><Relationship Id="rId7" Type="http://schemas.openxmlformats.org/officeDocument/2006/relationships/image" Target="../media/image24.emf"/><Relationship Id="rId12" Type="http://schemas.openxmlformats.org/officeDocument/2006/relationships/package" Target="../embeddings/Microsoft_Word_Document26.docx"/><Relationship Id="rId2" Type="http://schemas.openxmlformats.org/officeDocument/2006/relationships/package" Target="../embeddings/Microsoft_Word_Document21.docx"/><Relationship Id="rId1" Type="http://schemas.openxmlformats.org/officeDocument/2006/relationships/slideLayout" Target="../slideLayouts/slideLayout2.xml"/><Relationship Id="rId6" Type="http://schemas.openxmlformats.org/officeDocument/2006/relationships/package" Target="../embeddings/Microsoft_Word_Document23.docx"/><Relationship Id="rId11" Type="http://schemas.openxmlformats.org/officeDocument/2006/relationships/image" Target="../media/image26.emf"/><Relationship Id="rId5" Type="http://schemas.openxmlformats.org/officeDocument/2006/relationships/image" Target="../media/image23.emf"/><Relationship Id="rId15" Type="http://schemas.openxmlformats.org/officeDocument/2006/relationships/image" Target="../media/image28.emf"/><Relationship Id="rId10" Type="http://schemas.openxmlformats.org/officeDocument/2006/relationships/package" Target="../embeddings/Microsoft_Word_Document25.docx"/><Relationship Id="rId4" Type="http://schemas.openxmlformats.org/officeDocument/2006/relationships/package" Target="../embeddings/Microsoft_Word_Document22.docx"/><Relationship Id="rId9" Type="http://schemas.openxmlformats.org/officeDocument/2006/relationships/image" Target="../media/image25.emf"/><Relationship Id="rId14" Type="http://schemas.openxmlformats.org/officeDocument/2006/relationships/package" Target="../embeddings/Microsoft_Word_Document27.docx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emf"/><Relationship Id="rId7" Type="http://schemas.openxmlformats.org/officeDocument/2006/relationships/image" Target="../media/image22.emf"/><Relationship Id="rId2" Type="http://schemas.openxmlformats.org/officeDocument/2006/relationships/package" Target="../embeddings/Microsoft_Word_Document28.docx"/><Relationship Id="rId1" Type="http://schemas.openxmlformats.org/officeDocument/2006/relationships/slideLayout" Target="../slideLayouts/slideLayout2.xml"/><Relationship Id="rId6" Type="http://schemas.openxmlformats.org/officeDocument/2006/relationships/package" Target="../embeddings/Microsoft_Word_Document30.docx"/><Relationship Id="rId5" Type="http://schemas.openxmlformats.org/officeDocument/2006/relationships/image" Target="../media/image30.emf"/><Relationship Id="rId4" Type="http://schemas.openxmlformats.org/officeDocument/2006/relationships/package" Target="../embeddings/Microsoft_Word_Document29.docx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package" Target="../embeddings/Microsoft_Word_Document34.docx"/><Relationship Id="rId3" Type="http://schemas.openxmlformats.org/officeDocument/2006/relationships/image" Target="../media/image31.emf"/><Relationship Id="rId7" Type="http://schemas.openxmlformats.org/officeDocument/2006/relationships/image" Target="../media/image33.emf"/><Relationship Id="rId2" Type="http://schemas.openxmlformats.org/officeDocument/2006/relationships/package" Target="../embeddings/Microsoft_Word_Document31.docx"/><Relationship Id="rId1" Type="http://schemas.openxmlformats.org/officeDocument/2006/relationships/slideLayout" Target="../slideLayouts/slideLayout2.xml"/><Relationship Id="rId6" Type="http://schemas.openxmlformats.org/officeDocument/2006/relationships/package" Target="../embeddings/Microsoft_Word_Document33.docx"/><Relationship Id="rId11" Type="http://schemas.openxmlformats.org/officeDocument/2006/relationships/image" Target="../media/image35.emf"/><Relationship Id="rId5" Type="http://schemas.openxmlformats.org/officeDocument/2006/relationships/image" Target="../media/image32.emf"/><Relationship Id="rId10" Type="http://schemas.openxmlformats.org/officeDocument/2006/relationships/package" Target="../embeddings/Microsoft_Word_Document35.docx"/><Relationship Id="rId4" Type="http://schemas.openxmlformats.org/officeDocument/2006/relationships/package" Target="../embeddings/Microsoft_Word_Document32.docx"/><Relationship Id="rId9" Type="http://schemas.openxmlformats.org/officeDocument/2006/relationships/image" Target="../media/image34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6" name="Object 2"/>
          <p:cNvGraphicFramePr>
            <a:graphicFrameLocks/>
          </p:cNvGraphicFramePr>
          <p:nvPr/>
        </p:nvGraphicFramePr>
        <p:xfrm>
          <a:off x="457200" y="2057400"/>
          <a:ext cx="86106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3" imgW="5949456" imgH="233640" progId="Word.Document.12">
                  <p:embed/>
                </p:oleObj>
              </mc:Choice>
              <mc:Fallback>
                <p:oleObj name="Document" r:id="rId3" imgW="5949456" imgH="233640" progId="Word.Document.12">
                  <p:embed/>
                  <p:pic>
                    <p:nvPicPr>
                      <p:cNvPr id="0" name="Picture 2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2057400"/>
                        <a:ext cx="8610600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9FD1EC61-BEA0-2F2E-EF47-3F9E4810F7A4}"/>
                  </a:ext>
                </a:extLst>
              </p14:cNvPr>
              <p14:cNvContentPartPr/>
              <p14:nvPr/>
            </p14:nvContentPartPr>
            <p14:xfrm>
              <a:off x="1744650" y="1437690"/>
              <a:ext cx="3566520" cy="130284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9FD1EC61-BEA0-2F2E-EF47-3F9E4810F7A4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735650" y="1429050"/>
                <a:ext cx="3584160" cy="13204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4578" name="Object 2"/>
          <p:cNvGraphicFramePr>
            <a:graphicFrameLocks/>
          </p:cNvGraphicFramePr>
          <p:nvPr/>
        </p:nvGraphicFramePr>
        <p:xfrm>
          <a:off x="457200" y="457200"/>
          <a:ext cx="86106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5949456" imgH="233640" progId="Word.Document.12">
                  <p:embed/>
                </p:oleObj>
              </mc:Choice>
              <mc:Fallback>
                <p:oleObj name="Document" r:id="rId2" imgW="5949456" imgH="233640" progId="Word.Document.12">
                  <p:embed/>
                  <p:pic>
                    <p:nvPicPr>
                      <p:cNvPr id="0" name="Picture 2"/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457200"/>
                        <a:ext cx="8610600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79" name="Object 3"/>
          <p:cNvGraphicFramePr>
            <a:graphicFrameLocks/>
          </p:cNvGraphicFramePr>
          <p:nvPr/>
        </p:nvGraphicFramePr>
        <p:xfrm>
          <a:off x="76200" y="1890713"/>
          <a:ext cx="8793163" cy="1965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4" imgW="5949456" imgH="1168560" progId="Word.Document.12">
                  <p:embed/>
                </p:oleObj>
              </mc:Choice>
              <mc:Fallback>
                <p:oleObj name="Document" r:id="rId4" imgW="5949456" imgH="1168560" progId="Word.Document.12">
                  <p:embed/>
                  <p:pic>
                    <p:nvPicPr>
                      <p:cNvPr id="0" name="Picture 3"/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" y="1890713"/>
                        <a:ext cx="8793163" cy="1965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50" name="Object 2"/>
          <p:cNvGraphicFramePr>
            <a:graphicFrameLocks noChangeAspect="1"/>
          </p:cNvGraphicFramePr>
          <p:nvPr/>
        </p:nvGraphicFramePr>
        <p:xfrm>
          <a:off x="152400" y="609600"/>
          <a:ext cx="8623300" cy="338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5949456" imgH="233640" progId="Word.Document.12">
                  <p:embed/>
                </p:oleObj>
              </mc:Choice>
              <mc:Fallback>
                <p:oleObj name="Document" r:id="rId2" imgW="5949456" imgH="233640" progId="Word.Document.12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" y="609600"/>
                        <a:ext cx="8623300" cy="3381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51" name="Object 3"/>
          <p:cNvGraphicFramePr>
            <a:graphicFrameLocks noChangeAspect="1"/>
          </p:cNvGraphicFramePr>
          <p:nvPr/>
        </p:nvGraphicFramePr>
        <p:xfrm>
          <a:off x="225425" y="1219200"/>
          <a:ext cx="8623300" cy="677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4" imgW="5949456" imgH="467280" progId="Word.Document.12">
                  <p:embed/>
                </p:oleObj>
              </mc:Choice>
              <mc:Fallback>
                <p:oleObj name="Document" r:id="rId4" imgW="5949456" imgH="467280" progId="Word.Document.12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5425" y="1219200"/>
                        <a:ext cx="8623300" cy="677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52" name="Object 4"/>
          <p:cNvGraphicFramePr>
            <a:graphicFrameLocks noChangeAspect="1"/>
          </p:cNvGraphicFramePr>
          <p:nvPr/>
        </p:nvGraphicFramePr>
        <p:xfrm>
          <a:off x="152400" y="2209800"/>
          <a:ext cx="8623300" cy="338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6" imgW="5949456" imgH="233640" progId="Word.Document.12">
                  <p:embed/>
                </p:oleObj>
              </mc:Choice>
              <mc:Fallback>
                <p:oleObj name="Document" r:id="rId6" imgW="5949456" imgH="233640" progId="Word.Document.12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" y="2209800"/>
                        <a:ext cx="8623300" cy="3381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53" name="Object 5"/>
          <p:cNvGraphicFramePr>
            <a:graphicFrameLocks noChangeAspect="1"/>
          </p:cNvGraphicFramePr>
          <p:nvPr/>
        </p:nvGraphicFramePr>
        <p:xfrm>
          <a:off x="152400" y="2971800"/>
          <a:ext cx="8623300" cy="203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8" imgW="5949456" imgH="1401840" progId="Word.Document.12">
                  <p:embed/>
                </p:oleObj>
              </mc:Choice>
              <mc:Fallback>
                <p:oleObj name="Document" r:id="rId8" imgW="5949456" imgH="1401840" progId="Word.Document.12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" y="2971800"/>
                        <a:ext cx="8623300" cy="2032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74" name="Object 2"/>
          <p:cNvGraphicFramePr>
            <a:graphicFrameLocks noChangeAspect="1"/>
          </p:cNvGraphicFramePr>
          <p:nvPr/>
        </p:nvGraphicFramePr>
        <p:xfrm>
          <a:off x="228600" y="1238250"/>
          <a:ext cx="8623300" cy="1352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5949456" imgH="933120" progId="Word.Document.12">
                  <p:embed/>
                </p:oleObj>
              </mc:Choice>
              <mc:Fallback>
                <p:oleObj name="Document" r:id="rId2" imgW="5949456" imgH="933120" progId="Word.Document.12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" y="1238250"/>
                        <a:ext cx="8623300" cy="1352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5" name="Object 3"/>
          <p:cNvGraphicFramePr>
            <a:graphicFrameLocks noChangeAspect="1"/>
          </p:cNvGraphicFramePr>
          <p:nvPr/>
        </p:nvGraphicFramePr>
        <p:xfrm>
          <a:off x="228600" y="2717800"/>
          <a:ext cx="8623300" cy="101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4" imgW="5949456" imgH="700920" progId="Word.Document.12">
                  <p:embed/>
                </p:oleObj>
              </mc:Choice>
              <mc:Fallback>
                <p:oleObj name="Document" r:id="rId4" imgW="5949456" imgH="700920" progId="Word.Document.12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" y="2717800"/>
                        <a:ext cx="8623300" cy="1016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098" name="Object 2"/>
          <p:cNvGraphicFramePr>
            <a:graphicFrameLocks noChangeAspect="1"/>
          </p:cNvGraphicFramePr>
          <p:nvPr/>
        </p:nvGraphicFramePr>
        <p:xfrm>
          <a:off x="304800" y="609600"/>
          <a:ext cx="8623300" cy="338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5949456" imgH="233640" progId="Word.Document.12">
                  <p:embed/>
                </p:oleObj>
              </mc:Choice>
              <mc:Fallback>
                <p:oleObj name="Document" r:id="rId2" imgW="5949456" imgH="233640" progId="Word.Document.12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" y="609600"/>
                        <a:ext cx="8623300" cy="3381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00" name="Object 4"/>
          <p:cNvGraphicFramePr>
            <a:graphicFrameLocks noChangeAspect="1"/>
          </p:cNvGraphicFramePr>
          <p:nvPr/>
        </p:nvGraphicFramePr>
        <p:xfrm>
          <a:off x="304800" y="1295400"/>
          <a:ext cx="8623300" cy="3416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4" imgW="5949456" imgH="2356560" progId="Word.Document.12">
                  <p:embed/>
                </p:oleObj>
              </mc:Choice>
              <mc:Fallback>
                <p:oleObj name="Document" r:id="rId4" imgW="5949456" imgH="2356560" progId="Word.Document.12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" y="1295400"/>
                        <a:ext cx="8623300" cy="3416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458" name="Object 2"/>
          <p:cNvGraphicFramePr>
            <a:graphicFrameLocks noChangeAspect="1"/>
          </p:cNvGraphicFramePr>
          <p:nvPr/>
        </p:nvGraphicFramePr>
        <p:xfrm>
          <a:off x="228600" y="652462"/>
          <a:ext cx="8623300" cy="338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5949456" imgH="233640" progId="Word.Document.12">
                  <p:embed/>
                </p:oleObj>
              </mc:Choice>
              <mc:Fallback>
                <p:oleObj name="Document" r:id="rId2" imgW="5949456" imgH="233640" progId="Word.Document.12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" y="652462"/>
                        <a:ext cx="8623300" cy="3381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59" name="Object 3"/>
          <p:cNvGraphicFramePr>
            <a:graphicFrameLocks noChangeAspect="1"/>
          </p:cNvGraphicFramePr>
          <p:nvPr/>
        </p:nvGraphicFramePr>
        <p:xfrm>
          <a:off x="228600" y="1219200"/>
          <a:ext cx="8623300" cy="338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4" imgW="5949456" imgH="233640" progId="Word.Document.12">
                  <p:embed/>
                </p:oleObj>
              </mc:Choice>
              <mc:Fallback>
                <p:oleObj name="Document" r:id="rId4" imgW="5949456" imgH="233640" progId="Word.Document.12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" y="1219200"/>
                        <a:ext cx="8623300" cy="3381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60" name="Object 4"/>
          <p:cNvGraphicFramePr>
            <a:graphicFrameLocks noChangeAspect="1"/>
          </p:cNvGraphicFramePr>
          <p:nvPr/>
        </p:nvGraphicFramePr>
        <p:xfrm>
          <a:off x="228600" y="1752600"/>
          <a:ext cx="8623300" cy="1200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6" imgW="5949456" imgH="828360" progId="Word.Document.12">
                  <p:embed/>
                </p:oleObj>
              </mc:Choice>
              <mc:Fallback>
                <p:oleObj name="Document" r:id="rId6" imgW="5949456" imgH="828360" progId="Word.Document.12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" y="1752600"/>
                        <a:ext cx="8623300" cy="1200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61" name="Object 5"/>
          <p:cNvGraphicFramePr>
            <a:graphicFrameLocks noChangeAspect="1"/>
          </p:cNvGraphicFramePr>
          <p:nvPr/>
        </p:nvGraphicFramePr>
        <p:xfrm>
          <a:off x="228600" y="3124200"/>
          <a:ext cx="8623300" cy="549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8" imgW="5949456" imgH="378720" progId="Word.Document.12">
                  <p:embed/>
                </p:oleObj>
              </mc:Choice>
              <mc:Fallback>
                <p:oleObj name="Document" r:id="rId8" imgW="5949456" imgH="378720" progId="Word.Document.12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" y="3124200"/>
                        <a:ext cx="8623300" cy="549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482" name="Object 2"/>
          <p:cNvGraphicFramePr>
            <a:graphicFrameLocks noChangeAspect="1"/>
          </p:cNvGraphicFramePr>
          <p:nvPr/>
        </p:nvGraphicFramePr>
        <p:xfrm>
          <a:off x="152400" y="1219200"/>
          <a:ext cx="8623300" cy="338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5949456" imgH="233640" progId="Word.Document.12">
                  <p:embed/>
                </p:oleObj>
              </mc:Choice>
              <mc:Fallback>
                <p:oleObj name="Document" r:id="rId2" imgW="5949456" imgH="233640" progId="Word.Document.12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" y="1219200"/>
                        <a:ext cx="8623300" cy="3381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83" name="Object 3"/>
          <p:cNvGraphicFramePr>
            <a:graphicFrameLocks noChangeAspect="1"/>
          </p:cNvGraphicFramePr>
          <p:nvPr/>
        </p:nvGraphicFramePr>
        <p:xfrm>
          <a:off x="152400" y="1600200"/>
          <a:ext cx="8623300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4" imgW="5949456" imgH="665640" progId="Word.Document.12">
                  <p:embed/>
                </p:oleObj>
              </mc:Choice>
              <mc:Fallback>
                <p:oleObj name="Document" r:id="rId4" imgW="5949456" imgH="665640" progId="Word.Document.12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" y="1600200"/>
                        <a:ext cx="8623300" cy="965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84" name="Object 4"/>
          <p:cNvGraphicFramePr>
            <a:graphicFrameLocks noChangeAspect="1"/>
          </p:cNvGraphicFramePr>
          <p:nvPr/>
        </p:nvGraphicFramePr>
        <p:xfrm>
          <a:off x="152400" y="2701925"/>
          <a:ext cx="8623300" cy="498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6" imgW="5949456" imgH="344160" progId="Word.Document.12">
                  <p:embed/>
                </p:oleObj>
              </mc:Choice>
              <mc:Fallback>
                <p:oleObj name="Document" r:id="rId6" imgW="5949456" imgH="344160" progId="Word.Document.12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" y="2701925"/>
                        <a:ext cx="8623300" cy="498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85" name="Object 5"/>
          <p:cNvGraphicFramePr>
            <a:graphicFrameLocks noChangeAspect="1"/>
          </p:cNvGraphicFramePr>
          <p:nvPr/>
        </p:nvGraphicFramePr>
        <p:xfrm>
          <a:off x="152400" y="3581400"/>
          <a:ext cx="8623300" cy="471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8" imgW="5949456" imgH="325080" progId="Word.Document.12">
                  <p:embed/>
                </p:oleObj>
              </mc:Choice>
              <mc:Fallback>
                <p:oleObj name="Document" r:id="rId8" imgW="5949456" imgH="325080" progId="Word.Document.12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" y="3581400"/>
                        <a:ext cx="8623300" cy="471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86" name="Object 6"/>
          <p:cNvGraphicFramePr>
            <a:graphicFrameLocks noChangeAspect="1"/>
          </p:cNvGraphicFramePr>
          <p:nvPr/>
        </p:nvGraphicFramePr>
        <p:xfrm>
          <a:off x="381000" y="4419600"/>
          <a:ext cx="8623300" cy="498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10" imgW="5949456" imgH="344160" progId="Word.Document.12">
                  <p:embed/>
                </p:oleObj>
              </mc:Choice>
              <mc:Fallback>
                <p:oleObj name="Document" r:id="rId10" imgW="5949456" imgH="344160" progId="Word.Document.12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4419600"/>
                        <a:ext cx="8623300" cy="498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87" name="Object 7"/>
          <p:cNvGraphicFramePr>
            <a:graphicFrameLocks noChangeAspect="1"/>
          </p:cNvGraphicFramePr>
          <p:nvPr/>
        </p:nvGraphicFramePr>
        <p:xfrm>
          <a:off x="228600" y="652463"/>
          <a:ext cx="8623300" cy="338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12" imgW="5949456" imgH="233640" progId="Word.Document.12">
                  <p:embed/>
                </p:oleObj>
              </mc:Choice>
              <mc:Fallback>
                <p:oleObj name="Document" r:id="rId12" imgW="5949456" imgH="233640" progId="Word.Document.12">
                  <p:embed/>
                  <p:pic>
                    <p:nvPicPr>
                      <p:cNvPr id="0" name="Picture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" y="652463"/>
                        <a:ext cx="8623300" cy="3381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1506" name="Object 2"/>
          <p:cNvGraphicFramePr>
            <a:graphicFrameLocks noChangeAspect="1"/>
          </p:cNvGraphicFramePr>
          <p:nvPr/>
        </p:nvGraphicFramePr>
        <p:xfrm>
          <a:off x="215900" y="609600"/>
          <a:ext cx="8623300" cy="338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5949456" imgH="233640" progId="Word.Document.12">
                  <p:embed/>
                </p:oleObj>
              </mc:Choice>
              <mc:Fallback>
                <p:oleObj name="Document" r:id="rId2" imgW="5949456" imgH="233640" progId="Word.Document.12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5900" y="609600"/>
                        <a:ext cx="8623300" cy="3381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07" name="Object 3"/>
          <p:cNvGraphicFramePr>
            <a:graphicFrameLocks noChangeAspect="1"/>
          </p:cNvGraphicFramePr>
          <p:nvPr/>
        </p:nvGraphicFramePr>
        <p:xfrm>
          <a:off x="215900" y="1219200"/>
          <a:ext cx="8623300" cy="693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4" imgW="5949456" imgH="478080" progId="Word.Document.12">
                  <p:embed/>
                </p:oleObj>
              </mc:Choice>
              <mc:Fallback>
                <p:oleObj name="Document" r:id="rId4" imgW="5949456" imgH="478080" progId="Word.Document.12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5900" y="1219200"/>
                        <a:ext cx="8623300" cy="6937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08" name="Object 4"/>
          <p:cNvGraphicFramePr>
            <a:graphicFrameLocks noChangeAspect="1"/>
          </p:cNvGraphicFramePr>
          <p:nvPr/>
        </p:nvGraphicFramePr>
        <p:xfrm>
          <a:off x="215900" y="2093913"/>
          <a:ext cx="8623300" cy="338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6" imgW="5949456" imgH="233640" progId="Word.Document.12">
                  <p:embed/>
                </p:oleObj>
              </mc:Choice>
              <mc:Fallback>
                <p:oleObj name="Document" r:id="rId6" imgW="5949456" imgH="233640" progId="Word.Document.12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5900" y="2093913"/>
                        <a:ext cx="8623300" cy="3381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09" name="Object 5"/>
          <p:cNvGraphicFramePr>
            <a:graphicFrameLocks noChangeAspect="1"/>
          </p:cNvGraphicFramePr>
          <p:nvPr/>
        </p:nvGraphicFramePr>
        <p:xfrm>
          <a:off x="215900" y="2663825"/>
          <a:ext cx="8623300" cy="993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8" imgW="5949456" imgH="685800" progId="Word.Document.12">
                  <p:embed/>
                </p:oleObj>
              </mc:Choice>
              <mc:Fallback>
                <p:oleObj name="Document" r:id="rId8" imgW="5949456" imgH="685800" progId="Word.Document.12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5900" y="2663825"/>
                        <a:ext cx="8623300" cy="993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10" name="Object 6"/>
          <p:cNvGraphicFramePr>
            <a:graphicFrameLocks noChangeAspect="1"/>
          </p:cNvGraphicFramePr>
          <p:nvPr/>
        </p:nvGraphicFramePr>
        <p:xfrm>
          <a:off x="152400" y="3505200"/>
          <a:ext cx="8623300" cy="338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10" imgW="5949456" imgH="233640" progId="Word.Document.12">
                  <p:embed/>
                </p:oleObj>
              </mc:Choice>
              <mc:Fallback>
                <p:oleObj name="Document" r:id="rId10" imgW="5949456" imgH="233640" progId="Word.Document.12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" y="3505200"/>
                        <a:ext cx="8623300" cy="3381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11" name="Object 7"/>
          <p:cNvGraphicFramePr>
            <a:graphicFrameLocks noChangeAspect="1"/>
          </p:cNvGraphicFramePr>
          <p:nvPr/>
        </p:nvGraphicFramePr>
        <p:xfrm>
          <a:off x="158750" y="3995737"/>
          <a:ext cx="8832850" cy="1185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12" imgW="6093237" imgH="818640" progId="Word.Document.12">
                  <p:embed/>
                </p:oleObj>
              </mc:Choice>
              <mc:Fallback>
                <p:oleObj name="Document" r:id="rId12" imgW="6093237" imgH="818640" progId="Word.Document.12">
                  <p:embed/>
                  <p:pic>
                    <p:nvPicPr>
                      <p:cNvPr id="0" name="Picture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750" y="3995737"/>
                        <a:ext cx="8832850" cy="1185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12" name="Object 8"/>
          <p:cNvGraphicFramePr>
            <a:graphicFrameLocks noChangeAspect="1"/>
          </p:cNvGraphicFramePr>
          <p:nvPr/>
        </p:nvGraphicFramePr>
        <p:xfrm>
          <a:off x="300037" y="5105400"/>
          <a:ext cx="8623300" cy="1265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14" imgW="5949456" imgH="873000" progId="Word.Document.12">
                  <p:embed/>
                </p:oleObj>
              </mc:Choice>
              <mc:Fallback>
                <p:oleObj name="Document" r:id="rId14" imgW="5949456" imgH="873000" progId="Word.Document.12">
                  <p:embed/>
                  <p:pic>
                    <p:nvPicPr>
                      <p:cNvPr id="0" name="Picture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0037" y="5105400"/>
                        <a:ext cx="8623300" cy="1265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533" name="Object 5"/>
          <p:cNvGraphicFramePr>
            <a:graphicFrameLocks noChangeAspect="1"/>
          </p:cNvGraphicFramePr>
          <p:nvPr/>
        </p:nvGraphicFramePr>
        <p:xfrm>
          <a:off x="228600" y="1219200"/>
          <a:ext cx="8623300" cy="338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5949456" imgH="233640" progId="Word.Document.12">
                  <p:embed/>
                </p:oleObj>
              </mc:Choice>
              <mc:Fallback>
                <p:oleObj name="Document" r:id="rId2" imgW="5949456" imgH="233640" progId="Word.Document.12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" y="1219200"/>
                        <a:ext cx="8623300" cy="3381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34" name="Object 6"/>
          <p:cNvGraphicFramePr>
            <a:graphicFrameLocks noChangeAspect="1"/>
          </p:cNvGraphicFramePr>
          <p:nvPr/>
        </p:nvGraphicFramePr>
        <p:xfrm>
          <a:off x="228600" y="1752600"/>
          <a:ext cx="8623300" cy="1354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4" imgW="5949456" imgH="934560" progId="Word.Document.12">
                  <p:embed/>
                </p:oleObj>
              </mc:Choice>
              <mc:Fallback>
                <p:oleObj name="Document" r:id="rId4" imgW="5949456" imgH="934560" progId="Word.Document.12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" y="1752600"/>
                        <a:ext cx="8623300" cy="13541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35" name="Object 7"/>
          <p:cNvGraphicFramePr>
            <a:graphicFrameLocks noChangeAspect="1"/>
          </p:cNvGraphicFramePr>
          <p:nvPr/>
        </p:nvGraphicFramePr>
        <p:xfrm>
          <a:off x="215900" y="609600"/>
          <a:ext cx="8623300" cy="338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6" imgW="5949456" imgH="233640" progId="Word.Document.12">
                  <p:embed/>
                </p:oleObj>
              </mc:Choice>
              <mc:Fallback>
                <p:oleObj name="Document" r:id="rId6" imgW="5949456" imgH="233640" progId="Word.Document.12">
                  <p:embed/>
                  <p:pic>
                    <p:nvPicPr>
                      <p:cNvPr id="0" name="Picture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5900" y="609600"/>
                        <a:ext cx="8623300" cy="3381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554" name="Object 2"/>
          <p:cNvGraphicFramePr>
            <a:graphicFrameLocks noChangeAspect="1"/>
          </p:cNvGraphicFramePr>
          <p:nvPr/>
        </p:nvGraphicFramePr>
        <p:xfrm>
          <a:off x="215900" y="609600"/>
          <a:ext cx="8623300" cy="338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5949456" imgH="233640" progId="Word.Document.12">
                  <p:embed/>
                </p:oleObj>
              </mc:Choice>
              <mc:Fallback>
                <p:oleObj name="Document" r:id="rId2" imgW="5949456" imgH="233640" progId="Word.Document.12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5900" y="609600"/>
                        <a:ext cx="8623300" cy="3381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55" name="Object 3"/>
          <p:cNvGraphicFramePr>
            <a:graphicFrameLocks noChangeAspect="1"/>
          </p:cNvGraphicFramePr>
          <p:nvPr/>
        </p:nvGraphicFramePr>
        <p:xfrm>
          <a:off x="215900" y="1185862"/>
          <a:ext cx="8623300" cy="338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4" imgW="5949456" imgH="233640" progId="Word.Document.12">
                  <p:embed/>
                </p:oleObj>
              </mc:Choice>
              <mc:Fallback>
                <p:oleObj name="Document" r:id="rId4" imgW="5949456" imgH="233640" progId="Word.Document.12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5900" y="1185862"/>
                        <a:ext cx="8623300" cy="3381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56" name="Object 4"/>
          <p:cNvGraphicFramePr>
            <a:graphicFrameLocks noChangeAspect="1"/>
          </p:cNvGraphicFramePr>
          <p:nvPr/>
        </p:nvGraphicFramePr>
        <p:xfrm>
          <a:off x="139700" y="1600200"/>
          <a:ext cx="8623300" cy="1000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6" imgW="5949456" imgH="690120" progId="Word.Document.12">
                  <p:embed/>
                </p:oleObj>
              </mc:Choice>
              <mc:Fallback>
                <p:oleObj name="Document" r:id="rId6" imgW="5949456" imgH="690120" progId="Word.Document.12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9700" y="1600200"/>
                        <a:ext cx="8623300" cy="1000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57" name="Object 5"/>
          <p:cNvGraphicFramePr>
            <a:graphicFrameLocks noChangeAspect="1"/>
          </p:cNvGraphicFramePr>
          <p:nvPr/>
        </p:nvGraphicFramePr>
        <p:xfrm>
          <a:off x="152400" y="2786062"/>
          <a:ext cx="8620125" cy="338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8" imgW="5949456" imgH="233640" progId="Word.Document.12">
                  <p:embed/>
                </p:oleObj>
              </mc:Choice>
              <mc:Fallback>
                <p:oleObj name="Document" r:id="rId8" imgW="5949456" imgH="233640" progId="Word.Document.12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" y="2786062"/>
                        <a:ext cx="8620125" cy="3381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58" name="Object 6"/>
          <p:cNvGraphicFramePr>
            <a:graphicFrameLocks noChangeAspect="1"/>
          </p:cNvGraphicFramePr>
          <p:nvPr/>
        </p:nvGraphicFramePr>
        <p:xfrm>
          <a:off x="215900" y="3386137"/>
          <a:ext cx="8623300" cy="2176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10" imgW="5949456" imgH="1501920" progId="Word.Document.12">
                  <p:embed/>
                </p:oleObj>
              </mc:Choice>
              <mc:Fallback>
                <p:oleObj name="Document" r:id="rId10" imgW="5949456" imgH="1501920" progId="Word.Document.12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5900" y="3386137"/>
                        <a:ext cx="8623300" cy="2176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Trek">
  <a:themeElements>
    <a:clrScheme name="Trek">
      <a:dk1>
        <a:sysClr val="windowText" lastClr="000000"/>
      </a:dk1>
      <a:lt1>
        <a:sysClr val="window" lastClr="FFFFFF"/>
      </a:lt1>
      <a:dk2>
        <a:srgbClr val="4E3B30"/>
      </a:dk2>
      <a:lt2>
        <a:srgbClr val="FBEEC9"/>
      </a:lt2>
      <a:accent1>
        <a:srgbClr val="F0A22E"/>
      </a:accent1>
      <a:accent2>
        <a:srgbClr val="A5644E"/>
      </a:accent2>
      <a:accent3>
        <a:srgbClr val="B58B80"/>
      </a:accent3>
      <a:accent4>
        <a:srgbClr val="C3986D"/>
      </a:accent4>
      <a:accent5>
        <a:srgbClr val="A19574"/>
      </a:accent5>
      <a:accent6>
        <a:srgbClr val="C17529"/>
      </a:accent6>
      <a:hlink>
        <a:srgbClr val="AD1F1F"/>
      </a:hlink>
      <a:folHlink>
        <a:srgbClr val="FFC42F"/>
      </a:folHlink>
    </a:clrScheme>
    <a:fontScheme name="Trek">
      <a:majorFont>
        <a:latin typeface="Franklin Gothic Medium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Franklin Gothic Book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Trek">
      <a:fillStyleLst>
        <a:solidFill>
          <a:schemeClr val="phClr"/>
        </a:solidFill>
        <a:gradFill rotWithShape="1">
          <a:gsLst>
            <a:gs pos="0">
              <a:schemeClr val="phClr">
                <a:tint val="30000"/>
                <a:satMod val="250000"/>
              </a:schemeClr>
            </a:gs>
            <a:gs pos="72000">
              <a:schemeClr val="phClr">
                <a:tint val="75000"/>
                <a:satMod val="210000"/>
              </a:schemeClr>
            </a:gs>
            <a:gs pos="100000">
              <a:schemeClr val="phClr">
                <a:tint val="85000"/>
                <a:satMod val="21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5000"/>
                <a:shade val="85000"/>
                <a:satMod val="230000"/>
              </a:schemeClr>
            </a:gs>
            <a:gs pos="25000">
              <a:schemeClr val="phClr">
                <a:tint val="90000"/>
                <a:shade val="70000"/>
                <a:satMod val="220000"/>
              </a:schemeClr>
            </a:gs>
            <a:gs pos="50000">
              <a:schemeClr val="phClr">
                <a:tint val="90000"/>
                <a:shade val="58000"/>
                <a:satMod val="225000"/>
              </a:schemeClr>
            </a:gs>
            <a:gs pos="65000">
              <a:schemeClr val="phClr">
                <a:tint val="90000"/>
                <a:shade val="58000"/>
                <a:satMod val="225000"/>
              </a:schemeClr>
            </a:gs>
            <a:gs pos="80000">
              <a:schemeClr val="phClr">
                <a:tint val="90000"/>
                <a:shade val="69000"/>
                <a:satMod val="220000"/>
              </a:schemeClr>
            </a:gs>
            <a:gs pos="100000">
              <a:schemeClr val="phClr">
                <a:tint val="77000"/>
                <a:shade val="80000"/>
                <a:satMod val="230000"/>
              </a:schemeClr>
            </a:gs>
          </a:gsLst>
          <a:lin ang="5400000" scaled="1"/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76200" dist="50800" dir="5400000" rotWithShape="0">
              <a:srgbClr val="4E3B30">
                <a:alpha val="60000"/>
              </a:srgbClr>
            </a:outerShdw>
          </a:effectLst>
        </a:effectStyle>
        <a:effectStyle>
          <a:effectLst>
            <a:outerShdw blurRad="76200" dist="50800" dir="5400000" rotWithShape="0">
              <a:srgbClr val="4E3B3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0"/>
            </a:lightRig>
          </a:scene3d>
          <a:sp3d prstMaterial="metal">
            <a:bevelT w="10000" h="10000"/>
          </a:sp3d>
        </a:effectStyle>
        <a:effectStyle>
          <a:effectLst>
            <a:outerShdw blurRad="76200" dist="50800" dir="5400000" rotWithShape="0">
              <a:srgbClr val="4E3B30">
                <a:alpha val="60000"/>
              </a:srgbClr>
            </a:outerShdw>
          </a:effectLst>
          <a:scene3d>
            <a:camera prst="obliqueTopLeft" fov="600000">
              <a:rot lat="0" lon="0" rev="0"/>
            </a:camera>
            <a:lightRig rig="balanced" dir="t">
              <a:rot lat="0" lon="0" rev="19200000"/>
            </a:lightRig>
          </a:scene3d>
          <a:sp3d contourW="12700" prstMaterial="matte">
            <a:bevelT w="60000" h="50800"/>
            <a:contourClr>
              <a:schemeClr val="phClr">
                <a:shade val="60000"/>
                <a:satMod val="110000"/>
              </a:schemeClr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05000"/>
              </a:schemeClr>
            </a:duotone>
          </a:blip>
          <a:tile tx="0" ty="0" sx="95000" sy="95000" flip="none" algn="t"/>
        </a:blipFill>
        <a:blipFill>
          <a:blip xmlns:r="http://schemas.openxmlformats.org/officeDocument/2006/relationships" r:embed="rId2">
            <a:duotone>
              <a:schemeClr val="phClr">
                <a:shade val="30000"/>
                <a:satMod val="455000"/>
              </a:schemeClr>
              <a:schemeClr val="phClr">
                <a:tint val="95000"/>
                <a:satMod val="120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Trek</Template>
  <TotalTime>62</TotalTime>
  <Words>1</Words>
  <Application>Microsoft Office PowerPoint</Application>
  <PresentationFormat>On-screen Show (4:3)</PresentationFormat>
  <Paragraphs>1</Paragraphs>
  <Slides>10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Calibri</vt:lpstr>
      <vt:lpstr>Franklin Gothic Book</vt:lpstr>
      <vt:lpstr>Franklin Gothic Medium</vt:lpstr>
      <vt:lpstr>Wingdings 2</vt:lpstr>
      <vt:lpstr>Trek</vt:lpstr>
      <vt:lpstr>Document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USER</dc:creator>
  <cp:lastModifiedBy>Vo thuy</cp:lastModifiedBy>
  <cp:revision>27</cp:revision>
  <dcterms:created xsi:type="dcterms:W3CDTF">2015-01-22T09:15:45Z</dcterms:created>
  <dcterms:modified xsi:type="dcterms:W3CDTF">2023-12-09T03:57:30Z</dcterms:modified>
</cp:coreProperties>
</file>