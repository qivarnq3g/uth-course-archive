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docx" ContentType="application/vnd.openxmlformats-officedocument.wordprocessingml.document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2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emf"/><Relationship Id="rId4" Type="http://schemas.openxmlformats.org/officeDocument/2006/relationships/image" Target="../media/image9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image" Target="../media/image17.emf"/><Relationship Id="rId4" Type="http://schemas.openxmlformats.org/officeDocument/2006/relationships/image" Target="../media/image9.e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image" Target="../media/image20.emf"/><Relationship Id="rId5" Type="http://schemas.openxmlformats.org/officeDocument/2006/relationships/image" Target="../media/image9.emf"/><Relationship Id="rId4" Type="http://schemas.openxmlformats.org/officeDocument/2006/relationships/image" Target="../media/image23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5349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Title 28"/>
          <p:cNvSpPr>
            <a:spLocks noGrp="1"/>
          </p:cNvSpPr>
          <p:nvPr>
            <p:ph type="ctrTitle"/>
          </p:nvPr>
        </p:nvSpPr>
        <p:spPr>
          <a:xfrm>
            <a:off x="381000" y="4853411"/>
            <a:ext cx="8458200" cy="1222375"/>
          </a:xfrm>
        </p:spPr>
        <p:txBody>
          <a:bodyPr anchor="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81000" y="3886200"/>
            <a:ext cx="8458200" cy="914400"/>
          </a:xfrm>
        </p:spPr>
        <p:txBody>
          <a:bodyPr anchor="b"/>
          <a:lstStyle>
            <a:lvl1pPr marL="0" indent="0" algn="l">
              <a:buNone/>
              <a:defRPr sz="2400">
                <a:solidFill>
                  <a:schemeClr val="tx2">
                    <a:shade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7" name="Content Placeholder 2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581400" y="76200"/>
            <a:ext cx="2895600" cy="288925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229600" y="6473952"/>
            <a:ext cx="758952" cy="246888"/>
          </a:xfrm>
        </p:spPr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3444902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381000" y="1676400"/>
            <a:ext cx="8458200" cy="1219200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2">
                    <a:shade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9" name="Date Placeholder 1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80475" y="2947085"/>
            <a:ext cx="8686800" cy="1184825"/>
          </a:xfrm>
        </p:spPr>
        <p:txBody>
          <a:bodyPr rtlCol="0" anchor="t"/>
          <a:lstStyle>
            <a:lvl1pPr algn="r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04800" y="1600200"/>
            <a:ext cx="4191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3434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>
          <a:xfrm>
            <a:off x="304800" y="5410200"/>
            <a:ext cx="8610600" cy="8826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281444" y="666750"/>
            <a:ext cx="4290556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sz="half" idx="3"/>
          </p:nvPr>
        </p:nvSpPr>
        <p:spPr>
          <a:xfrm>
            <a:off x="4645025" y="666750"/>
            <a:ext cx="4292241" cy="639762"/>
          </a:xfrm>
        </p:spPr>
        <p:txBody>
          <a:bodyPr anchor="ctr"/>
          <a:lstStyle>
            <a:lvl1pPr marL="0" indent="0">
              <a:buNone/>
              <a:defRPr sz="1800" b="0" cap="all" baseline="0">
                <a:solidFill>
                  <a:schemeClr val="accent1">
                    <a:shade val="50000"/>
                  </a:schemeClr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281444" y="1316037"/>
            <a:ext cx="429055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8" name="Content Placeholder 27"/>
          <p:cNvSpPr>
            <a:spLocks noGrp="1"/>
          </p:cNvSpPr>
          <p:nvPr>
            <p:ph sz="quarter" idx="4"/>
          </p:nvPr>
        </p:nvSpPr>
        <p:spPr>
          <a:xfrm>
            <a:off x="4648730" y="1316037"/>
            <a:ext cx="4288536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29600" y="6477000"/>
            <a:ext cx="762000" cy="246888"/>
          </a:xfrm>
        </p:spPr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514350" y="6019800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29"/>
          <p:cNvSpPr>
            <a:spLocks noGrp="1"/>
          </p:cNvSpPr>
          <p:nvPr>
            <p:ph type="title"/>
          </p:nvPr>
        </p:nvSpPr>
        <p:spPr>
          <a:xfrm>
            <a:off x="301752" y="457200"/>
            <a:ext cx="8686800" cy="841248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514350" y="5849117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457200" y="5486400"/>
            <a:ext cx="8458200" cy="520700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idx="2"/>
          </p:nvPr>
        </p:nvSpPr>
        <p:spPr>
          <a:xfrm>
            <a:off x="457200" y="609600"/>
            <a:ext cx="3008313" cy="48006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sz="half" idx="1"/>
          </p:nvPr>
        </p:nvSpPr>
        <p:spPr>
          <a:xfrm>
            <a:off x="3575050" y="609600"/>
            <a:ext cx="5340350" cy="48006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Date Placeholder 2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29" name="Footer Placeholder 2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505200" y="616634"/>
            <a:ext cx="5029200" cy="3657600"/>
          </a:xfrm>
          <a:solidFill>
            <a:schemeClr val="bg1"/>
          </a:solidFill>
          <a:ln w="6350">
            <a:solidFill>
              <a:schemeClr val="accent1"/>
            </a:solidFill>
          </a:ln>
          <a:effectLst>
            <a:reflection blurRad="1000" stA="49000" endA="500" endPos="10000" dist="900" dir="5400000" sy="-90000" algn="bl" rotWithShape="0"/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381000" y="4993760"/>
            <a:ext cx="5867400" cy="522288"/>
          </a:xfrm>
        </p:spPr>
        <p:txBody>
          <a:bodyPr anchor="ctr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6" name="Text Placeholder 25"/>
          <p:cNvSpPr>
            <a:spLocks noGrp="1"/>
          </p:cNvSpPr>
          <p:nvPr>
            <p:ph type="body" sz="half" idx="2"/>
          </p:nvPr>
        </p:nvSpPr>
        <p:spPr>
          <a:xfrm>
            <a:off x="381000" y="5533218"/>
            <a:ext cx="5867400" cy="768350"/>
          </a:xfrm>
        </p:spPr>
        <p:txBody>
          <a:bodyPr lIns="109728" tIns="0"/>
          <a:lstStyle>
            <a:lvl1pPr marL="0" indent="0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549276"/>
            <a:ext cx="1828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49276"/>
            <a:ext cx="62484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>
          <a:xfrm>
            <a:off x="304800" y="1554162"/>
            <a:ext cx="86868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"/>
          </p:nvPr>
        </p:nvSpPr>
        <p:spPr>
          <a:xfrm>
            <a:off x="6477000" y="76200"/>
            <a:ext cx="2514600" cy="288925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3C8D621A-2904-48D9-8E5B-3399A857F561}" type="datetimeFigureOut">
              <a:rPr lang="en-US" smtClean="0"/>
              <a:pPr/>
              <a:t>1/25/2015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3"/>
          </p:nvPr>
        </p:nvSpPr>
        <p:spPr>
          <a:xfrm>
            <a:off x="3124200" y="76200"/>
            <a:ext cx="3352800" cy="28892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229600" y="6477000"/>
            <a:ext cx="762000" cy="244475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200">
                <a:solidFill>
                  <a:schemeClr val="accent1">
                    <a:shade val="75000"/>
                  </a:schemeClr>
                </a:solidFill>
              </a:defRPr>
            </a:lvl1pPr>
          </a:lstStyle>
          <a:p>
            <a:fld id="{7DDCD45C-E90E-4013-B269-97CC911F89E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Placeholder 9"/>
          <p:cNvSpPr>
            <a:spLocks noGrp="1"/>
          </p:cNvSpPr>
          <p:nvPr>
            <p:ph type="title"/>
          </p:nvPr>
        </p:nvSpPr>
        <p:spPr>
          <a:xfrm>
            <a:off x="304800" y="457200"/>
            <a:ext cx="8686800" cy="8382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514350" y="1050898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514350" y="1057986"/>
            <a:ext cx="8629650" cy="2381"/>
          </a:xfrm>
          <a:prstGeom prst="line">
            <a:avLst/>
          </a:prstGeom>
          <a:noFill/>
          <a:ln w="9525" cap="flat" cmpd="sng" algn="ctr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7000">
                  <a:schemeClr val="accent1"/>
                </a:gs>
                <a:gs pos="100000">
                  <a:schemeClr val="accent1"/>
                </a:gs>
              </a:gsLst>
              <a:lin ang="0" scaled="1"/>
              <a:tileRect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600" kern="1200" cap="all" baseline="0">
          <a:solidFill>
            <a:schemeClr val="tx2"/>
          </a:solidFill>
          <a:effectLst>
            <a:reflection blurRad="12700" stA="48000" endA="300" endPos="55000" dir="5400000" sy="-90000" algn="bl" rotWithShape="0"/>
          </a:effectLst>
          <a:latin typeface="+mj-lt"/>
          <a:ea typeface="+mj-ea"/>
          <a:cs typeface="+mj-cs"/>
        </a:defRPr>
      </a:lvl1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"/>
        <a:defRPr kumimoji="0"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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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1"/>
        </a:buClr>
        <a:buSzPct val="70000"/>
        <a:buFont typeface="Wingdings 2"/>
        <a:buChar char="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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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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"/>
        <a:defRPr kumimoji="0" sz="16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lr>
          <a:schemeClr val="accent1"/>
        </a:buClr>
        <a:buSzPct val="60000"/>
        <a:buFont typeface="Wingdings 2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package" Target="../embeddings/Microsoft_Office_Word_Document4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package" Target="../embeddings/Microsoft_Office_Word_Document7.docx"/><Relationship Id="rId4" Type="http://schemas.openxmlformats.org/officeDocument/2006/relationships/package" Target="../embeddings/Microsoft_Office_Word_Document6.docx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8.docx"/><Relationship Id="rId7" Type="http://schemas.openxmlformats.org/officeDocument/2006/relationships/package" Target="../embeddings/Microsoft_Office_Word_Document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package" Target="../embeddings/Microsoft_Office_Word_Document11.docx"/><Relationship Id="rId5" Type="http://schemas.openxmlformats.org/officeDocument/2006/relationships/package" Target="../embeddings/Microsoft_Office_Word_Document10.docx"/><Relationship Id="rId4" Type="http://schemas.openxmlformats.org/officeDocument/2006/relationships/package" Target="../embeddings/Microsoft_Office_Word_Document9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3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package" Target="../embeddings/Microsoft_Office_Word_Document16.docx"/><Relationship Id="rId5" Type="http://schemas.openxmlformats.org/officeDocument/2006/relationships/package" Target="../embeddings/Microsoft_Office_Word_Document15.docx"/><Relationship Id="rId4" Type="http://schemas.openxmlformats.org/officeDocument/2006/relationships/package" Target="../embeddings/Microsoft_Office_Word_Document14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17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package" Target="../embeddings/Microsoft_Office_Word_Document20.docx"/><Relationship Id="rId5" Type="http://schemas.openxmlformats.org/officeDocument/2006/relationships/package" Target="../embeddings/Microsoft_Office_Word_Document19.docx"/><Relationship Id="rId4" Type="http://schemas.openxmlformats.org/officeDocument/2006/relationships/package" Target="../embeddings/Microsoft_Office_Word_Document18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Office_Word_Document21.docx"/><Relationship Id="rId7" Type="http://schemas.openxmlformats.org/officeDocument/2006/relationships/package" Target="../embeddings/Microsoft_Office_Word_Document25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package" Target="../embeddings/Microsoft_Office_Word_Document24.docx"/><Relationship Id="rId5" Type="http://schemas.openxmlformats.org/officeDocument/2006/relationships/package" Target="../embeddings/Microsoft_Office_Word_Document23.docx"/><Relationship Id="rId4" Type="http://schemas.openxmlformats.org/officeDocument/2006/relationships/package" Target="../embeddings/Microsoft_Office_Word_Document22.docx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/>
          </p:cNvGraphicFramePr>
          <p:nvPr/>
        </p:nvGraphicFramePr>
        <p:xfrm>
          <a:off x="152400" y="1676400"/>
          <a:ext cx="8763000" cy="1143000"/>
        </p:xfrm>
        <a:graphic>
          <a:graphicData uri="http://schemas.openxmlformats.org/presentationml/2006/ole">
            <p:oleObj spid="_x0000_s1026" name="Document" r:id="rId3" imgW="5949456" imgH="23364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dirty="0" err="1" smtClean="0"/>
              <a:t>Đặt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endParaRPr lang="en-US" dirty="0" smtClean="0"/>
          </a:p>
          <a:p>
            <a:pPr marL="514350" indent="-514350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quyết</a:t>
            </a:r>
            <a:r>
              <a:rPr lang="en-US" dirty="0" smtClean="0"/>
              <a:t> </a:t>
            </a:r>
            <a:r>
              <a:rPr lang="en-US" dirty="0" err="1" smtClean="0"/>
              <a:t>vấn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endParaRPr lang="en-US" dirty="0" smtClean="0"/>
          </a:p>
          <a:p>
            <a:pPr marL="514350" indent="-514350"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toán</a:t>
            </a:r>
            <a:r>
              <a:rPr lang="en-US" dirty="0" smtClean="0"/>
              <a:t> </a:t>
            </a:r>
            <a:r>
              <a:rPr lang="en-US" dirty="0" err="1" smtClean="0"/>
              <a:t>ước</a:t>
            </a:r>
            <a:r>
              <a:rPr lang="en-US" dirty="0" smtClean="0"/>
              <a:t> </a:t>
            </a:r>
            <a:r>
              <a:rPr lang="en-US" dirty="0" err="1" smtClean="0"/>
              <a:t>lượng</a:t>
            </a:r>
            <a:r>
              <a:rPr lang="en-US" dirty="0" smtClean="0"/>
              <a:t> </a:t>
            </a:r>
            <a:r>
              <a:rPr lang="en-US" dirty="0" err="1" smtClean="0"/>
              <a:t>khoảng</a:t>
            </a:r>
            <a:r>
              <a:rPr lang="en-US" dirty="0" smtClean="0"/>
              <a:t> tin </a:t>
            </a:r>
            <a:r>
              <a:rPr lang="en-US" dirty="0" err="1" smtClean="0"/>
              <a:t>cậy</a:t>
            </a:r>
            <a:endParaRPr lang="en-US" dirty="0"/>
          </a:p>
        </p:txBody>
      </p:sp>
      <p:graphicFrame>
        <p:nvGraphicFramePr>
          <p:cNvPr id="21506" name="Object 2"/>
          <p:cNvGraphicFramePr>
            <a:graphicFrameLocks/>
          </p:cNvGraphicFramePr>
          <p:nvPr/>
        </p:nvGraphicFramePr>
        <p:xfrm>
          <a:off x="76200" y="457200"/>
          <a:ext cx="8308975" cy="503238"/>
        </p:xfrm>
        <a:graphic>
          <a:graphicData uri="http://schemas.openxmlformats.org/presentationml/2006/ole">
            <p:oleObj spid="_x0000_s21506" name="Document" r:id="rId3" imgW="5949456" imgH="233640" progId="Word.Document.12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228600" y="652462"/>
          <a:ext cx="8623300" cy="338138"/>
        </p:xfrm>
        <a:graphic>
          <a:graphicData uri="http://schemas.openxmlformats.org/presentationml/2006/ole">
            <p:oleObj spid="_x0000_s3074" name="Document" r:id="rId3" imgW="5949456" imgH="233640" progId="Word.Document.12">
              <p:embed/>
            </p:oleObj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228600" y="1524000"/>
          <a:ext cx="8623300" cy="1736725"/>
        </p:xfrm>
        <a:graphic>
          <a:graphicData uri="http://schemas.openxmlformats.org/presentationml/2006/ole">
            <p:oleObj spid="_x0000_s3075" name="Document" r:id="rId4" imgW="5949456" imgH="119844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381000" y="609600"/>
          <a:ext cx="8623300" cy="338138"/>
        </p:xfrm>
        <a:graphic>
          <a:graphicData uri="http://schemas.openxmlformats.org/presentationml/2006/ole">
            <p:oleObj spid="_x0000_s4100" name="Document" r:id="rId3" imgW="5949456" imgH="233640" progId="Word.Document.12">
              <p:embed/>
            </p:oleObj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381000" y="1336675"/>
          <a:ext cx="8623300" cy="1635125"/>
        </p:xfrm>
        <a:graphic>
          <a:graphicData uri="http://schemas.openxmlformats.org/presentationml/2006/ole">
            <p:oleObj spid="_x0000_s4101" name="Document" r:id="rId4" imgW="5949456" imgH="1127520" progId="Word.Document.12">
              <p:embed/>
            </p:oleObj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381000" y="3124200"/>
          <a:ext cx="8623300" cy="1385887"/>
        </p:xfrm>
        <a:graphic>
          <a:graphicData uri="http://schemas.openxmlformats.org/presentationml/2006/ole">
            <p:oleObj spid="_x0000_s4102" name="Document" r:id="rId5" imgW="5949456" imgH="95652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36525" y="579438"/>
          <a:ext cx="8550275" cy="334962"/>
        </p:xfrm>
        <a:graphic>
          <a:graphicData uri="http://schemas.openxmlformats.org/presentationml/2006/ole">
            <p:oleObj spid="_x0000_s17410" name="Document" r:id="rId3" imgW="5949456" imgH="233640" progId="Word.Document.12">
              <p:embed/>
            </p:oleObj>
          </a:graphicData>
        </a:graphic>
      </p:graphicFrame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136525" y="1905000"/>
          <a:ext cx="8550275" cy="669925"/>
        </p:xfrm>
        <a:graphic>
          <a:graphicData uri="http://schemas.openxmlformats.org/presentationml/2006/ole">
            <p:oleObj spid="_x0000_s17413" name="Document" r:id="rId4" imgW="5949456" imgH="476280" progId="Word.Document.12">
              <p:embed/>
            </p:oleObj>
          </a:graphicData>
        </a:graphic>
      </p:graphicFrame>
      <p:graphicFrame>
        <p:nvGraphicFramePr>
          <p:cNvPr id="17414" name="Object 6"/>
          <p:cNvGraphicFramePr>
            <a:graphicFrameLocks noChangeAspect="1"/>
          </p:cNvGraphicFramePr>
          <p:nvPr/>
        </p:nvGraphicFramePr>
        <p:xfrm>
          <a:off x="152400" y="3581400"/>
          <a:ext cx="8623300" cy="2979738"/>
        </p:xfrm>
        <a:graphic>
          <a:graphicData uri="http://schemas.openxmlformats.org/presentationml/2006/ole">
            <p:oleObj spid="_x0000_s17414" name="Document" r:id="rId5" imgW="5949456" imgH="2055600" progId="Word.Document.12">
              <p:embed/>
            </p:oleObj>
          </a:graphicData>
        </a:graphic>
      </p:graphicFrame>
      <p:graphicFrame>
        <p:nvGraphicFramePr>
          <p:cNvPr id="17415" name="Object 7"/>
          <p:cNvGraphicFramePr>
            <a:graphicFrameLocks noChangeAspect="1"/>
          </p:cNvGraphicFramePr>
          <p:nvPr/>
        </p:nvGraphicFramePr>
        <p:xfrm>
          <a:off x="444500" y="2743200"/>
          <a:ext cx="8623300" cy="969963"/>
        </p:xfrm>
        <a:graphic>
          <a:graphicData uri="http://schemas.openxmlformats.org/presentationml/2006/ole">
            <p:oleObj spid="_x0000_s17415" name="Document" r:id="rId6" imgW="5949456" imgH="669600" progId="Word.Document.12">
              <p:embed/>
            </p:oleObj>
          </a:graphicData>
        </a:graphic>
      </p:graphicFrame>
      <p:graphicFrame>
        <p:nvGraphicFramePr>
          <p:cNvPr id="17416" name="Object 8"/>
          <p:cNvGraphicFramePr>
            <a:graphicFrameLocks noChangeAspect="1"/>
          </p:cNvGraphicFramePr>
          <p:nvPr/>
        </p:nvGraphicFramePr>
        <p:xfrm>
          <a:off x="60325" y="1143000"/>
          <a:ext cx="8550275" cy="669925"/>
        </p:xfrm>
        <a:graphic>
          <a:graphicData uri="http://schemas.openxmlformats.org/presentationml/2006/ole">
            <p:oleObj spid="_x0000_s17416" name="Document" r:id="rId7" imgW="5949456" imgH="46728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304800" y="1219200"/>
          <a:ext cx="8550275" cy="1676400"/>
        </p:xfrm>
        <a:graphic>
          <a:graphicData uri="http://schemas.openxmlformats.org/presentationml/2006/ole">
            <p:oleObj spid="_x0000_s18434" name="Document" r:id="rId3" imgW="5949456" imgH="1166760" progId="Word.Document.12">
              <p:embed/>
            </p:oleObj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304800" y="2971800"/>
          <a:ext cx="8623300" cy="573087"/>
        </p:xfrm>
        <a:graphic>
          <a:graphicData uri="http://schemas.openxmlformats.org/presentationml/2006/ole">
            <p:oleObj spid="_x0000_s18435" name="Document" r:id="rId4" imgW="5949456" imgH="395640" progId="Word.Document.12">
              <p:embed/>
            </p:oleObj>
          </a:graphicData>
        </a:graphic>
      </p:graphicFrame>
      <p:graphicFrame>
        <p:nvGraphicFramePr>
          <p:cNvPr id="18436" name="Object 4"/>
          <p:cNvGraphicFramePr>
            <a:graphicFrameLocks noChangeAspect="1"/>
          </p:cNvGraphicFramePr>
          <p:nvPr/>
        </p:nvGraphicFramePr>
        <p:xfrm>
          <a:off x="304800" y="3644900"/>
          <a:ext cx="8623300" cy="927100"/>
        </p:xfrm>
        <a:graphic>
          <a:graphicData uri="http://schemas.openxmlformats.org/presentationml/2006/ole">
            <p:oleObj spid="_x0000_s18436" name="Document" r:id="rId5" imgW="5949456" imgH="639360" progId="Word.Document.12">
              <p:embed/>
            </p:oleObj>
          </a:graphicData>
        </a:graphic>
      </p:graphicFrame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136525" y="579438"/>
          <a:ext cx="8550275" cy="334962"/>
        </p:xfrm>
        <a:graphic>
          <a:graphicData uri="http://schemas.openxmlformats.org/presentationml/2006/ole">
            <p:oleObj spid="_x0000_s18437" name="Document" r:id="rId6" imgW="5949456" imgH="23364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76200" y="1219200"/>
          <a:ext cx="8623300" cy="1693863"/>
        </p:xfrm>
        <a:graphic>
          <a:graphicData uri="http://schemas.openxmlformats.org/presentationml/2006/ole">
            <p:oleObj spid="_x0000_s20482" name="Document" r:id="rId3" imgW="5949456" imgH="1168200" progId="Word.Document.12">
              <p:embed/>
            </p:oleObj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/>
        </p:nvGraphicFramePr>
        <p:xfrm>
          <a:off x="76200" y="3059113"/>
          <a:ext cx="8832850" cy="1512887"/>
        </p:xfrm>
        <a:graphic>
          <a:graphicData uri="http://schemas.openxmlformats.org/presentationml/2006/ole">
            <p:oleObj spid="_x0000_s20483" name="Document" r:id="rId4" imgW="6093237" imgH="1043280" progId="Word.Document.12">
              <p:embed/>
            </p:oleObj>
          </a:graphicData>
        </a:graphic>
      </p:graphicFrame>
      <p:graphicFrame>
        <p:nvGraphicFramePr>
          <p:cNvPr id="20485" name="Object 5"/>
          <p:cNvGraphicFramePr>
            <a:graphicFrameLocks noChangeAspect="1"/>
          </p:cNvGraphicFramePr>
          <p:nvPr/>
        </p:nvGraphicFramePr>
        <p:xfrm>
          <a:off x="381000" y="4343400"/>
          <a:ext cx="8623300" cy="2032000"/>
        </p:xfrm>
        <a:graphic>
          <a:graphicData uri="http://schemas.openxmlformats.org/presentationml/2006/ole">
            <p:oleObj spid="_x0000_s20485" name="Document" r:id="rId5" imgW="5949456" imgH="1401840" progId="Word.Document.12">
              <p:embed/>
            </p:oleObj>
          </a:graphicData>
        </a:graphic>
      </p:graphicFrame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36525" y="655638"/>
          <a:ext cx="8550275" cy="334962"/>
        </p:xfrm>
        <a:graphic>
          <a:graphicData uri="http://schemas.openxmlformats.org/presentationml/2006/ole">
            <p:oleObj spid="_x0000_s20486" name="Document" r:id="rId6" imgW="5949456" imgH="233640" progId="Word.Document.12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/>
          <p:cNvGraphicFramePr>
            <a:graphicFrameLocks noChangeAspect="1"/>
          </p:cNvGraphicFramePr>
          <p:nvPr/>
        </p:nvGraphicFramePr>
        <p:xfrm>
          <a:off x="304800" y="1143000"/>
          <a:ext cx="8623300" cy="338138"/>
        </p:xfrm>
        <a:graphic>
          <a:graphicData uri="http://schemas.openxmlformats.org/presentationml/2006/ole">
            <p:oleObj spid="_x0000_s19458" name="Document" r:id="rId3" imgW="5949456" imgH="233640" progId="Word.Document.12">
              <p:embed/>
            </p:oleObj>
          </a:graphicData>
        </a:graphic>
      </p:graphicFrame>
      <p:graphicFrame>
        <p:nvGraphicFramePr>
          <p:cNvPr id="19459" name="Object 3"/>
          <p:cNvGraphicFramePr>
            <a:graphicFrameLocks noChangeAspect="1"/>
          </p:cNvGraphicFramePr>
          <p:nvPr/>
        </p:nvGraphicFramePr>
        <p:xfrm>
          <a:off x="304800" y="1651000"/>
          <a:ext cx="8623300" cy="1368425"/>
        </p:xfrm>
        <a:graphic>
          <a:graphicData uri="http://schemas.openxmlformats.org/presentationml/2006/ole">
            <p:oleObj spid="_x0000_s19459" name="Document" r:id="rId4" imgW="5949456" imgH="943560" progId="Word.Document.12">
              <p:embed/>
            </p:oleObj>
          </a:graphicData>
        </a:graphic>
      </p:graphicFrame>
      <p:graphicFrame>
        <p:nvGraphicFramePr>
          <p:cNvPr id="19460" name="Object 4"/>
          <p:cNvGraphicFramePr>
            <a:graphicFrameLocks noChangeAspect="1"/>
          </p:cNvGraphicFramePr>
          <p:nvPr/>
        </p:nvGraphicFramePr>
        <p:xfrm>
          <a:off x="304800" y="3119437"/>
          <a:ext cx="8623300" cy="969963"/>
        </p:xfrm>
        <a:graphic>
          <a:graphicData uri="http://schemas.openxmlformats.org/presentationml/2006/ole">
            <p:oleObj spid="_x0000_s19460" name="Document" r:id="rId5" imgW="5949456" imgH="669600" progId="Word.Document.12">
              <p:embed/>
            </p:oleObj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228600" y="4165600"/>
          <a:ext cx="8623300" cy="1625600"/>
        </p:xfrm>
        <a:graphic>
          <a:graphicData uri="http://schemas.openxmlformats.org/presentationml/2006/ole">
            <p:oleObj spid="_x0000_s19461" name="Document" r:id="rId6" imgW="5949456" imgH="1121400" progId="Word.Document.12">
              <p:embed/>
            </p:oleObj>
          </a:graphicData>
        </a:graphic>
      </p:graphicFrame>
      <p:graphicFrame>
        <p:nvGraphicFramePr>
          <p:cNvPr id="19462" name="Object 6"/>
          <p:cNvGraphicFramePr>
            <a:graphicFrameLocks noChangeAspect="1"/>
          </p:cNvGraphicFramePr>
          <p:nvPr/>
        </p:nvGraphicFramePr>
        <p:xfrm>
          <a:off x="136525" y="579438"/>
          <a:ext cx="8550275" cy="334962"/>
        </p:xfrm>
        <a:graphic>
          <a:graphicData uri="http://schemas.openxmlformats.org/presentationml/2006/ole">
            <p:oleObj spid="_x0000_s19462" name="Document" r:id="rId7" imgW="5949456" imgH="233640" progId="Word.Document.12">
              <p:embed/>
            </p:oleObj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rek">
  <a:themeElements>
    <a:clrScheme name="Trek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05000"/>
              </a:schemeClr>
            </a:duotone>
          </a:blip>
          <a:tile tx="0" ty="0" sx="95000" sy="95000" flip="none" algn="t"/>
        </a:blipFill>
        <a:blipFill>
          <a:blip xmlns:r="http://schemas.openxmlformats.org/officeDocument/2006/relationships" r:embed="rId2">
            <a:duotone>
              <a:schemeClr val="phClr">
                <a:shade val="30000"/>
                <a:satMod val="455000"/>
              </a:schemeClr>
              <a:schemeClr val="phClr">
                <a:tint val="95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Trek</Template>
  <TotalTime>128</TotalTime>
  <Words>16</Words>
  <Application>Microsoft Office PowerPoint</Application>
  <PresentationFormat>On-screen Show (4:3)</PresentationFormat>
  <Paragraphs>3</Paragraphs>
  <Slides>8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0" baseType="lpstr">
      <vt:lpstr>Trek</vt:lpstr>
      <vt:lpstr>Microsoft Office Word Document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USER</cp:lastModifiedBy>
  <cp:revision>43</cp:revision>
  <dcterms:created xsi:type="dcterms:W3CDTF">2015-01-23T07:36:16Z</dcterms:created>
  <dcterms:modified xsi:type="dcterms:W3CDTF">2015-01-25T04:25:06Z</dcterms:modified>
</cp:coreProperties>
</file>