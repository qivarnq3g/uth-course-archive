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D7FB2-8790-4E90-A707-4B65164CEF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097ECF-36F6-45AB-A836-346FD43C80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96000-6A5D-4B7E-87C0-31B151E37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32232-E973-4BFE-86FC-0D80A278506B}" type="datetimeFigureOut">
              <a:rPr lang="en-US" smtClean="0"/>
              <a:t>8/11/2020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37056-FF63-4A22-8E26-5DC208B9C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410F2-0ED0-4D4D-BD9F-E2DCE64F9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ED81-6527-4060-8714-B8A0448FB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55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C81DD-9321-475B-A487-6F572E6ED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1F167-8C11-4781-85D2-7B33D0AAE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7D704-13A8-4F92-9FDA-7D0707493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32232-E973-4BFE-86FC-0D80A278506B}" type="datetimeFigureOut">
              <a:rPr lang="en-US" smtClean="0"/>
              <a:t>8/11/2020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6E149-44CF-4228-93CD-BD6B6F3AB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8D198-CC30-42A0-9B77-998E4CB35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ED81-6527-4060-8714-B8A0448FB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329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BD00D-C000-47DC-B30F-3082B4DF1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0CD898-9F82-48F4-BBED-59B2A463D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A9CC0-1904-4230-97E5-77721D4B9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32232-E973-4BFE-86FC-0D80A278506B}" type="datetimeFigureOut">
              <a:rPr lang="en-US" smtClean="0"/>
              <a:t>8/11/2020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4EBFF-C9FE-451A-B722-1E79B98CF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FFC24-6911-480C-8FD9-E2DE57BC5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ED81-6527-4060-8714-B8A0448FB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893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A59A1-AFBA-42DA-AF82-FFFCB1026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9D0F5-6C36-49F5-A13C-1109917F30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20085D-D96D-49D7-B463-130D17B944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38B7CA-A407-47FF-8969-0C34734FA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32232-E973-4BFE-86FC-0D80A278506B}" type="datetimeFigureOut">
              <a:rPr lang="en-US" smtClean="0"/>
              <a:t>8/11/2020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4F7DB8-C595-4C6F-8043-83CBF89AA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630444-608B-4160-8398-36FFCE8F8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ED81-6527-4060-8714-B8A0448FB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447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1C953-A423-44D7-97A9-268AD1E03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0D8AB-BE31-42AA-927A-1DB30D89F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BBCDFC-6D56-4702-AC2A-55394856B1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8B576C-6469-4B33-964D-AA47B8CFA1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89922A-8041-4CED-B850-9F5145A7B2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A0F925-D190-4DD0-9647-77304C81C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32232-E973-4BFE-86FC-0D80A278506B}" type="datetimeFigureOut">
              <a:rPr lang="en-US" smtClean="0"/>
              <a:t>8/11/2020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7A235B-4EAB-40B5-B1A2-4BCE8117C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94A0F7-5D37-4092-929F-5D049E915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ED81-6527-4060-8714-B8A0448FB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46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59938-8BA5-4F25-829F-42CBDDD0D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22CE85-0FF3-4B1F-B845-C0CBC224D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32232-E973-4BFE-86FC-0D80A278506B}" type="datetimeFigureOut">
              <a:rPr lang="en-US" smtClean="0"/>
              <a:t>8/11/2020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F41BA7-3586-4741-BA19-1B4D3937F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1BA9A3-D3F5-45A6-9646-4B15ACCD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ED81-6527-4060-8714-B8A0448FB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332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B243B2-FE1D-48DD-806C-93B375A08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32232-E973-4BFE-86FC-0D80A278506B}" type="datetimeFigureOut">
              <a:rPr lang="en-US" smtClean="0"/>
              <a:t>8/11/2020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0FA4CC-5DD3-42BB-BD2E-EE87D3C83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0E456-56B8-4A54-B2D9-C7859DC13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ED81-6527-4060-8714-B8A0448FB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850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659AE-B231-4214-BAC2-C73C9E690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CD5D0-6466-4F4D-B7DD-F3F8E56BD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587707-940C-44BC-B3F0-AE4B4B4427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75DA9-7EC3-4CCD-8B2A-6919A932A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32232-E973-4BFE-86FC-0D80A278506B}" type="datetimeFigureOut">
              <a:rPr lang="en-US" smtClean="0"/>
              <a:t>8/11/2020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813F8-87B8-473A-8DD0-8BDA13CE7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64C2F-96BE-4F81-A3B8-46A4D37C0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ED81-6527-4060-8714-B8A0448FB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28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5B949-7B6E-4759-A0B9-BA900C845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2A9DB-ED48-4B0D-AFF8-C11334974D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565EB-6BEB-4075-A48D-BA1D3A0BE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FB0ADA-EA14-42BF-AC69-846492ABD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32232-E973-4BFE-86FC-0D80A278506B}" type="datetimeFigureOut">
              <a:rPr lang="en-US" smtClean="0"/>
              <a:t>8/11/2020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BD7217-ABE4-444C-BD0F-93E2924EF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DD0AD-B053-4D0F-8638-409724B26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ED81-6527-4060-8714-B8A0448FB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057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FC325-96F5-46F0-A398-EF9693446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65A925-3B53-43C1-B3F9-282E85F0F5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66DAF-B1D0-46CD-B1AA-E672740FA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32232-E973-4BFE-86FC-0D80A278506B}" type="datetimeFigureOut">
              <a:rPr lang="en-US" smtClean="0"/>
              <a:t>8/11/2020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2CB14-068D-44E1-8A5C-CB89F6AD7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697FE-F9C8-4112-A22E-7D765A845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ED81-6527-4060-8714-B8A0448FB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94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556CAB-13F2-4D65-91B7-66341D4FBA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284025-7060-4689-A8D4-6114F3BAF4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6A8F0-0208-4A2E-A094-6D1529F62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32232-E973-4BFE-86FC-0D80A278506B}" type="datetimeFigureOut">
              <a:rPr lang="en-US" smtClean="0"/>
              <a:t>8/11/2020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5E21F-1F37-4F2D-897B-0E112D9D8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34B9B-0E69-47CF-9E7E-91D609AD5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ED81-6527-4060-8714-B8A0448FB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885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920899-9912-44C4-B1D8-28315F20F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AC460-C74E-41CB-9644-21BB60BED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1F814-B895-4304-BC50-9E53624BB9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E32232-E973-4BFE-86FC-0D80A278506B}" type="datetimeFigureOut">
              <a:rPr lang="en-US" smtClean="0"/>
              <a:t>8/11/2020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45F0D-8EAD-44C5-8777-EA1F099DF3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28E7F-A14B-4F40-8058-05BB708C5C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1ED81-6527-4060-8714-B8A0448FB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687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83853-540D-4477-B7EF-FAAD23FA78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CHƯƠNG V. XỬ LÝ SỐ LIỆU THỰC NGHIỆM</a:t>
            </a:r>
          </a:p>
        </p:txBody>
      </p:sp>
    </p:spTree>
    <p:extLst>
      <p:ext uri="{BB962C8B-B14F-4D97-AF65-F5344CB8AC3E}">
        <p14:creationId xmlns:p14="http://schemas.microsoft.com/office/powerpoint/2010/main" val="3318832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D6F774-5CDD-4ED6-946F-AE626E877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312" y="214312"/>
            <a:ext cx="8715375" cy="64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008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531624-A531-452B-843E-CCB068FC8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437" y="180975"/>
            <a:ext cx="8239125" cy="649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536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FD0A07-44FA-42AE-A293-612D54023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979" y="440462"/>
            <a:ext cx="8191500" cy="3562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011F2D-D4CB-4CD8-8CB0-62EE9075E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641" y="3956105"/>
            <a:ext cx="8258175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884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5FBC93-F5F9-431E-89E5-F412B748D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265" y="555917"/>
            <a:ext cx="8248650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633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49F1FF-05E5-40C2-BB71-6C7970860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012" y="76200"/>
            <a:ext cx="8950033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228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8AD69D-2A5C-49A0-B32B-1424CC51A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150" y="1581150"/>
            <a:ext cx="8267700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02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79CB063-B001-45B2-B06F-5F02C906A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012" y="333375"/>
            <a:ext cx="8181975" cy="619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758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AD865F-E672-44ED-9352-A2BAEF5AA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958" y="314140"/>
            <a:ext cx="8124825" cy="1009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760832-5424-4AAB-BDB6-546B55B11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410" y="1323790"/>
            <a:ext cx="795337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022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1F5124-4A59-49BB-82F4-BDE855A0E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062" y="80962"/>
            <a:ext cx="8143875" cy="669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54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989208-C922-4F51-9FE3-A71A34936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762" y="597574"/>
            <a:ext cx="6086475" cy="1028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96CE79-AA19-432D-A880-1B3D0CF52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762" y="1823251"/>
            <a:ext cx="7610475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121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DB16A5-019F-4D1A-82A3-EBDEF1864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675" y="252412"/>
            <a:ext cx="8248650" cy="63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807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FF265B-F8F6-4184-8F2A-8050BA9F6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650" y="1762125"/>
            <a:ext cx="788670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122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AA2613-C9E9-43DE-940C-4469978D3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487" y="1562100"/>
            <a:ext cx="8201025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56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9</Words>
  <Application>Microsoft Office PowerPoint</Application>
  <PresentationFormat>Widescreen</PresentationFormat>
  <Paragraphs>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CHƯƠNG V. XỬ LÝ SỐ LIỆU THỰC NGHIỆM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V. XỬ LÝ SỐ LIỆU THỰC NGHIỆM</dc:title>
  <dc:creator>Vo thuy</dc:creator>
  <cp:lastModifiedBy>Vo thuy</cp:lastModifiedBy>
  <cp:revision>4</cp:revision>
  <dcterms:created xsi:type="dcterms:W3CDTF">2020-08-04T03:35:26Z</dcterms:created>
  <dcterms:modified xsi:type="dcterms:W3CDTF">2020-08-11T03:03:06Z</dcterms:modified>
</cp:coreProperties>
</file>