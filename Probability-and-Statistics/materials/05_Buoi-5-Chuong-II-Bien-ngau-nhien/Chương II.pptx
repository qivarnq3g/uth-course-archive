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ackage" ContentType="application/vnd.openxmlformats-officedocument.packag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2" r:id="rId9"/>
    <p:sldId id="263" r:id="rId10"/>
    <p:sldId id="264" r:id="rId11"/>
    <p:sldId id="265" r:id="rId12"/>
    <p:sldId id="266" r:id="rId13"/>
    <p:sldId id="279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5:56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68 2928 0 0,'-8'5'1856'0'0,"4"-2"-1524"0"0,0 0-1 0 0,-1 0 1 0 0,1 0-1 0 0,-1-1 1 0 0,0 0-1 0 0,0 0 1 0 0,0 0-1 0 0,0 0 1 0 0,0-1-1 0 0,0 0 1 0 0,-1 0-1 0 0,-8 0 0 0 0,1-1 286 0 0,3 1-161 0 0,0-1 0 0 0,0-1 0 0 0,0 0 0 0 0,0 0 1 0 0,1-1-1 0 0,-20-5 0 0 0,8 1-55 0 0,16 6-303 0 0,0-1 0 0 0,0 0 0 0 0,0 0 0 0 0,1-1 0 0 0,-1 1 0 0 0,1-1 0 0 0,-1 0 0 0 0,1 0 0 0 0,-1-1-1 0 0,1 1 1 0 0,-7-7 0 0 0,11 8-379 0 0,0 0-1 0 0,0-1 1 0 0,0 1 0 0 0,0 0-1 0 0,0-1 1 0 0,0 1-1 0 0,0-1 1 0 0,0 1 0 0 0,0 0-1 0 0,1-1 1 0 0,-1 1-1 0 0,1 0 1 0 0,-1-1-1 0 0,1 1 1 0 0,-1 0 0 0 0,1 0-1 0 0,0 0 1 0 0,-1-1-1 0 0,1 1 1 0 0,0 0-1 0 0,0 0 1 0 0,1-1 0 0 0,9-18-5253 0 0,-10 15 4385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6:05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1122 261 840 0 0,'-65'-64'2501'0'0,"39"40"-1106"0"0,14 13-794 0 0,0 0-1 0 0,0 0 1 0 0,-1 1 0 0 0,-19-10-1 0 0,22 16-448 0 0,0 1 0 0 0,1 1 1 0 0,-1 0-1 0 0,0 0 0 0 0,0 1 0 0 0,0 0 0 0 0,-1 0 0 0 0,-19 3 0 0 0,7-2-92 0 0,12 1-35 0 0,1 0-1 0 0,-1 1 0 0 0,1 0 1 0 0,-1 1-1 0 0,1 0 0 0 0,-15 7 1 0 0,-6 2 42 0 0,-1 0-30 0 0,1 1 0 0 0,0 2 0 0 0,2 1 0 0 0,-1 2 0 0 0,2 1 0 0 0,1 1 0 0 0,0 1 0 0 0,-44 47 0 0 0,15-7-10 0 0,3 3 0 0 0,-65 104 0 0 0,97-134-13 0 0,1 2 0 0 0,2 0 0 0 0,1 1 1 0 0,-21 70-1 0 0,24-52-33 0 0,2 0-1 0 0,-8 107 1 0 0,17-136 24 0 0,2 0-1 0 0,1 0 1 0 0,1 0 0 0 0,1 0 0 0 0,1 0-1 0 0,2 0 1 0 0,0-1 0 0 0,15 42 0 0 0,-11-45 6 0 0,0-1 1 0 0,1-1 0 0 0,1 0 0 0 0,1 0-1 0 0,1-1 1 0 0,1 0 0 0 0,0-1 0 0 0,1-1 0 0 0,24 21-1 0 0,-26-27-12 0 0,1 0-1 0 0,0-1 0 0 0,1-1 0 0 0,-1 0 0 0 0,2-1 0 0 0,-1-1 0 0 0,1 0 0 0 0,0-1 0 0 0,1-1 0 0 0,-1 0 1 0 0,1-1-1 0 0,0-1 0 0 0,20 1 0 0 0,-23-3 16 0 0,1 0-3 0 0,0 0 0 0 0,0-1-1 0 0,0-1 1 0 0,26-4 0 0 0,-11-3 2 0 0,0-1-1 0 0,-1-2 1 0 0,-1-1-1 0 0,1-1 1 0 0,-2-1 0 0 0,0-2-1 0 0,-1-1 1 0 0,28-23-1 0 0,-3-1 17 0 0,-2-3 0 0 0,84-98-1 0 0,-86 83-21 0 0,-2-2 0 0 0,-2-2 0 0 0,-3-2 0 0 0,39-88 0 0 0,-59 107 8 0 0,-2 0 1 0 0,-2-1-1 0 0,-3-1 0 0 0,-1 0 0 0 0,-3-1 0 0 0,-1 0 0 0 0,1-80 0 0 0,-9 108 11 0 0,0 0-1 0 0,0 1-1 0 0,-4-21 1 0 0,-1 8-7 0 0,-2 1 1 0 0,0 0-1 0 0,-19-46 0 0 0,20 64-73 0 0,0 0 0 0 0,0 1 0 0 0,-2 0 0 0 0,1 0 0 0 0,-2 0 0 0 0,1 1 0 0 0,-2 1 0 0 0,0 0 0 0 0,0 0 0 0 0,-1 0 0 0 0,-13-9 0 0 0,9 11-452 0 0,-1 0 1 0 0,0 1-1 0 0,0 0 0 0 0,-1 2 1 0 0,0 0-1 0 0,0 1 0 0 0,0 0 1 0 0,-1 2-1 0 0,0 0 0 0 0,1 1 1 0 0,-1 0-1 0 0,0 2 0 0 0,0 0 1 0 0,-33 5-1 0 0,-31 7-868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6:25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323 476 1392 0 0,'0'-18'2414'0'0,"0"14"-1768"0"0,0 1-503 0 0,1-1 0 0 0,0 1-1 0 0,0 0 1 0 0,0-1 0 0 0,1 1-1 0 0,-1 0 1 0 0,1 0 0 0 0,0 0 0 0 0,0 0-1 0 0,4-5 1 0 0,-6 7-158 0 0,1 0 102 0 0,0 1 0 0 0,-1-1 1 0 0,1 0-1 0 0,-1 0 1 0 0,1 0-1 0 0,-1 0 1 0 0,0 0-1 0 0,1 0 1 0 0,-1 0-1 0 0,0 0 1 0 0,0 0-1 0 0,0 0 1 0 0,0 0-1 0 0,0 0 1 0 0,0 0-1 0 0,0 0 0 0 0,0 0 1 0 0,0 0-1 0 0,0 0 1 0 0,0 0-1 0 0,-1 0 1 0 0,1 0-1 0 0,0 0 1 0 0,-1 1-1 0 0,1-1 1 0 0,-1 0-1 0 0,1 0 1 0 0,-1 0-1 0 0,1 0 0 0 0,-1 0 1 0 0,-1-1-1 0 0,-3-10 1036 0 0,1 11-972 0 0,4 0-148 0 0,0 1 0 0 0,0 0-1 0 0,0 0 1 0 0,0 0-1 0 0,-1 0 1 0 0,1-1 0 0 0,0 1-1 0 0,0 0 1 0 0,-1 0 0 0 0,1 0-1 0 0,0 0 1 0 0,0 0-1 0 0,-1 0 1 0 0,1 0 0 0 0,0 0-1 0 0,0 0 1 0 0,-1 0-1 0 0,1-1 1 0 0,0 1 0 0 0,0 1-1 0 0,-1-1 1 0 0,1 0 0 0 0,0 0-1 0 0,-1 0 1 0 0,1 0-1 0 0,0 0 1 0 0,0 0 0 0 0,-1 0-1 0 0,1 0 1 0 0,0 0 0 0 0,0 0-1 0 0,0 0 1 0 0,-1 1-1 0 0,1-1 1 0 0,0 0 0 0 0,0 0-1 0 0,-1 0 1 0 0,1 0 0 0 0,0 1-1 0 0,0-1 1 0 0,0 0-1 0 0,0 0 1 0 0,0 1 0 0 0,-1-1-1 0 0,1 0 1 0 0,0 0 0 0 0,0 1-1 0 0,0-1 1 0 0,0 0-1 0 0,0 0 1 0 0,0 1 0 0 0,0-1-1 0 0,-31 45 204 0 0,23-35-183 0 0,1 0 0 0 0,0 1-1 0 0,-7 13 1 0 0,0 7-15 0 0,-7 13-13 0 0,-16 49 0 0 0,13-24 62 0 0,10-33-76 0 0,2 1-1 0 0,-11 56 1 0 0,-17 99 60 0 0,15-92 13 0 0,-3 18-99 0 0,21-77 66 0 0,-2 72 0 0 0,10-103-21 0 0,0-1 0 0 0,1 0 1 0 0,0 0-1 0 0,0 0 1 0 0,1 0-1 0 0,0-1 0 0 0,7 13 1 0 0,2 10-9 0 0,12 28-20 0 0,50 91-1 0 0,-61-124 40 0 0,11 31 0 0 0,-13-29-5 0 0,88 222-126 0 0,-80-204 152 0 0,-8-17-30 0 0,1 0 0 0 0,2-1 0 0 0,1-1 0 0 0,0 0 0 0 0,39 49 0 0 0,-47-70 0 0 0,-1-1 0 0 0,1 1 0 0 0,0-1 0 0 0,0-1 0 0 0,1 1 0 0 0,-1-1 0 0 0,1-1 0 0 0,0 1 0 0 0,0-1 0 0 0,0 0 0 0 0,0-1 0 0 0,1 0 0 0 0,-1-1 0 0 0,1 1 0 0 0,-1-2 0 0 0,1 1-1 0 0,0-1 1 0 0,16-2 0 0 0,-3-1 15 0 0,-1 0-1 0 0,0-2 0 0 0,0 0 0 0 0,0-1 0 0 0,0-2 0 0 0,27-13 0 0 0,-19 7-27 0 0,0-2-1 0 0,-2 0 0 0 0,1-2 1 0 0,-2-2-1 0 0,-1 0 1 0 0,43-44-1 0 0,-17 13 148 0 0,-33 33-17 0 0,34-40-1 0 0,161-235 155 0 0,-195 265-260 0 0,-1-1 0 0 0,-1-1 0 0 0,16-40 0 0 0,26-100 20 0 0,-6-36 14 0 0,-38 138-37 0 0,-7 27 21 0 0,-3 0-1 0 0,-1 0 1 0 0,-5-65 0 0 0,1 33-43 0 0,1 65 12 0 0,0 0 1 0 0,-1 0-1 0 0,0 1 1 0 0,0-1-1 0 0,-1 1 1 0 0,-3-10-1 0 0,-6-36 20 0 0,3-5 34 0 0,-2 0 0 0 0,-3 1 0 0 0,-2 1 0 0 0,-36-85 0 0 0,42 119-226 0 0,-1 1-1 0 0,-1 0 1 0 0,0 0-1 0 0,-2 1 1 0 0,-1 1-1 0 0,0 0 1 0 0,-1 0 0 0 0,-1 2-1 0 0,-1 0 1 0 0,0 1-1 0 0,-1 1 1 0 0,-1 0-1 0 0,0 2 1 0 0,-1 0-1 0 0,-1 1 1 0 0,-35-15-1 0 0,-23 1-1561 0 0,-1 3-1 0 0,-108-16 0 0 0,80 23 524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4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708 70 2496 0 0,'0'-3'1146'0'0,"0"1"-1033"0"0,2-9 950 0 0,15 7 2431 0 0,-16 0-2811 0 0,-2 4-658 0 0,1-1 0 0 0,0 0 0 0 0,0 1 0 0 0,0-1 0 0 0,0 0 0 0 0,0 1 0 0 0,0-1 0 0 0,0 0 0 0 0,0 1 0 0 0,0-1 0 0 0,0 0 0 0 0,0 1 0 0 0,0-1 0 0 0,0 0 0 0 0,0 1 0 0 0,0-1 0 0 0,1 1 0 0 0,-1-1 0 0 0,0 0 0 0 0,1 1 0 0 0,-1-1 0 0 0,0 1 0 0 0,1-1 0 0 0,-1 1 0 0 0,0-1 0 0 0,1 1 0 0 0,-1-1 0 0 0,1 1 0 0 0,0-1 0 0 0,23-14 349 0 0,-23 15-308 0 0,-1 0 1 0 0,1-1-1 0 0,-1 1 0 0 0,0 0 1 0 0,1 0-1 0 0,-1-1 0 0 0,1 1 1 0 0,-1 0-1 0 0,0 0 1 0 0,1-1-1 0 0,-1 1 0 0 0,0 0 1 0 0,1-1-1 0 0,-1 1 0 0 0,0-1 1 0 0,1 1-1 0 0,-1 0 0 0 0,0-1 1 0 0,0 1-1 0 0,1-1 0 0 0,-1 1 1 0 0,0-1-1 0 0,0 1 1 0 0,0-1-1 0 0,0 1 0 0 0,0-1 1 0 0,0 1-1 0 0,0-1 0 0 0,0 1 1 0 0,0-1-1 0 0,0 1-45 0 0,0 0 0 0 0,0-1 0 0 0,-1 1 0 0 0,1 0 0 0 0,0 0 0 0 0,-1 0 1 0 0,1 0-1 0 0,0 0 0 0 0,-1 0 0 0 0,1 0 0 0 0,0 0 0 0 0,0 0 0 0 0,-1 0 0 0 0,1 0 0 0 0,0 0 0 0 0,-1 0 0 0 0,1 0 0 0 0,0 1 0 0 0,0-1 0 0 0,-1 0 1 0 0,1 0-1 0 0,0 0 0 0 0,-1 0 0 0 0,1 0 0 0 0,0 1 0 0 0,0-1 0 0 0,0 0 0 0 0,-1 0 0 0 0,1 0 0 0 0,0 1 0 0 0,0-1 0 0 0,0 0 0 0 0,-1 0 0 0 0,1 1 0 0 0,0-1 1 0 0,0 0-1 0 0,0 0 0 0 0,0 1 0 0 0,0-1 0 0 0,-1 1 0 0 0,-18 26 93 0 0,-33 34 1 0 0,12-14-49 0 0,-70 96-71 0 0,43-55-17 0 0,-80 84 1 0 0,120-141 74 0 0,1 1 0 0 0,-23 37 0 0 0,-36 45 12 0 0,42-63-92 0 0,22-25 58 0 0,-29 28 1 0 0,42-45 221 0 0,-2 0-1584 0 0,10-30-667 0 0,8-12-14 0 0,1 1-1 0 0,1 0 1 0 0,15-32 0 0 0,-12 36 698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5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71 1392 0 0,'-10'-61'6835'0'0,"13"52"-5247"0"0,2 19-235 0 0,0-2-1450 0 0,101 205 1629 0 0,-19-49-1365 0 0,6 27-6 0 0,-72-154-109 0 0,2 0 1 0 0,41 51 0 0 0,-60-83-46 0 0,86 103 236 0 0,-78-84-254 0 0,-11-22 21 0 0,0 1 0 0 0,1 0 0 0 0,-1-1 0 0 0,0 1 0 0 0,1 0 0 0 0,-1-1 0 0 0,1 0 0 0 0,3 4 1 0 0,-5-6-97 0 0,5-14-3289 0 0,0 3 1981 0 0,0 1 0 0 0,1-1 0 0 0,0 1 0 0 0,8-10 0 0 0,-7 13 226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6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583 109 1504 0 0,'0'-3'229'0'0,"1"1"0"0"0,0 0 0 0 0,-1-1 0 0 0,0 1 0 0 0,0 0 0 0 0,1-1 0 0 0,-1 1 0 0 0,-1 0 0 0 0,1-1 0 0 0,0 1 0 0 0,-1 0 0 0 0,1-1 0 0 0,-1 1 0 0 0,1 0 0 0 0,-1-1 0 0 0,0 1 0 0 0,0 0 0 0 0,0 0 0 0 0,0 0 0 0 0,-3-3 0 0 0,1 1-68 0 0,0 1-1 0 0,1 0 0 0 0,-2 0 0 0 0,1 0 1 0 0,0 0-1 0 0,0 1 0 0 0,-1-1 0 0 0,0 1 1 0 0,1 0-1 0 0,-7-3 0 0 0,-10-1-35 0 0,1 0 0 0 0,-1 2-1 0 0,0 0 1 0 0,0 2 0 0 0,0 0 0 0 0,-1 1 0 0 0,-21 2-1 0 0,30-1-106 0 0,5 0-34 0 0,1 1 0 0 0,0 0-1 0 0,0 0 1 0 0,0 1 0 0 0,1-1-1 0 0,-9 5 1 0 0,-14 3-27 0 0,7-2 92 0 0,0 0 0 0 0,1 2-1 0 0,0 0 1 0 0,1 2 0 0 0,-29 20 0 0 0,38-24-53 0 0,1 1 1 0 0,1 0 0 0 0,-1 1 0 0 0,1 0 0 0 0,1 0-1 0 0,0 1 1 0 0,0 0 0 0 0,1 0 0 0 0,0 1 0 0 0,1 0-1 0 0,0-1 1 0 0,1 2 0 0 0,-3 11 0 0 0,2 1 26 0 0,1 1 0 0 0,2-1-1 0 0,0 1 1 0 0,3 26 0 0 0,-1-49-25 0 0,1 4-4 0 0,1-1 0 0 0,0 0 1 0 0,1 0-1 0 0,-1 0 0 0 0,1 0 1 0 0,0 0-1 0 0,5 7 0 0 0,1 1 3 0 0,0-2 11 0 0,-1-1 1 0 0,2 0 0 0 0,-1 0 0 0 0,1-1 0 0 0,1-1 0 0 0,-1 0 0 0 0,1 0 0 0 0,20 9 0 0 0,-17-10-1 0 0,0-1 0 0 0,1-1 0 0 0,0-1 1 0 0,0 0-1 0 0,0-1 0 0 0,24 2 0 0 0,26 6-78 0 0,4-3 37 0 0,-4-1 98 0 0,-64-7-140 0 0,11 0-471 0 0,-6 0 1017 0 0,-2 1-1228 0 0,-1-1 1 0 0,1 0-1 0 0,0 0 1 0 0,-1 0-1 0 0,1 0 0 0 0,0-1 1 0 0,6-1-1 0 0,5-11-465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6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49 1196 0 0,'-5'-9'4771'0'0,"30"4"-2912"0"0,44 3-1092 0 0,-66 2-646 0 0,521 0 248 0 0,-482-10-4764 0 0,-22 7 3184 0 0,13-16 62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7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600 30 2052 0 0,'-4'-3'197'0'0,"0"-1"-1"0"0,0 1 0 0 0,0 1 1 0 0,-1-1-1 0 0,1 1 0 0 0,-1-1 1 0 0,0 1-1 0 0,0 1 0 0 0,1-1 1 0 0,-1 1-1 0 0,0-1 0 0 0,-1 2 1 0 0,1-1-1 0 0,0 0 0 0 0,0 1 1 0 0,0 0-1 0 0,0 0 0 0 0,0 1 1 0 0,-1-1-1 0 0,1 1 0 0 0,0 0 1 0 0,0 1-1 0 0,0-1 0 0 0,0 1 1 0 0,-8 4-1 0 0,-10 5 75 0 0,0 1 0 0 0,1 2 0 0 0,-39 30 0 0 0,43-31 65 0 0,-5 9-116 0 0,0 0 1 0 0,1 1-1 0 0,2 2 1 0 0,0 0-1 0 0,-21 36 1 0 0,19-26-84 0 0,1 0 0 0 0,1 1 0 0 0,3 2 0 0 0,0-1 0 0 0,3 2 0 0 0,1 0 0 0 0,2 1 0 0 0,2 0 1 0 0,1 1-1 0 0,-3 69 0 0 0,8-79-116 0 0,1-23-16 0 0,1 1 1 0 0,1-1-1 0 0,-1 1 0 0 0,1-1 1 0 0,1 1-1 0 0,0-1 0 0 0,3 16 1 0 0,6 11 10 0 0,1-1 0 0 0,2 0 0 0 0,1-1 0 0 0,2 0 0 0 0,19 31 0 0 0,-22-47-62 0 0,-4-2 58 0 0,1-2-1 0 0,0 0 0 0 0,22 21 0 0 0,-28-30-270 0 0,1-1 0 0 0,0 1 1 0 0,0-1-1 0 0,0 0 0 0 0,0 0 0 0 0,0-1 1 0 0,0 1-1 0 0,1-1 0 0 0,0-1 1 0 0,-1 1-1 0 0,1-1 0 0 0,0 0 0 0 0,-1 0 1 0 0,1 0-1 0 0,6-1 0 0 0,-6 0-129 0 0,0-1 0 0 0,0 0 0 0 0,-1 0 0 0 0,1-1-1 0 0,0 0 1 0 0,-1 0 0 0 0,1 0 0 0 0,-1 0 0 0 0,7-5-1 0 0,9-3-606 0 0,2-2-307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193 133 976 0 0,'-4'-21'2633'0'0,"2"14"-1811"0"0,0-1 0 0 0,0 1 0 0 0,0 0 0 0 0,0 0 0 0 0,-7-11 0 0 0,8 16-732 0 0,0 0-1 0 0,-1 0 0 0 0,1 0 1 0 0,-1 1-1 0 0,0-1 0 0 0,1 1 1 0 0,-1-1-1 0 0,0 1 0 0 0,0-1 1 0 0,0 1-1 0 0,0 0 0 0 0,0 0 1 0 0,0 0-1 0 0,0 0 1 0 0,0 0-1 0 0,-1 1 0 0 0,1-1 1 0 0,0 0-1 0 0,0 1 0 0 0,-1 0 1 0 0,1 0-1 0 0,-5 0 0 0 0,6 0 44 0 0,1-1-125 0 0,-1 1 0 0 0,1 0 0 0 0,-1 0 0 0 0,1 0 0 0 0,0 0 0 0 0,-1 0 1 0 0,1 0-1 0 0,-1 0 0 0 0,1 0 0 0 0,-1 0 0 0 0,1 0 0 0 0,-1 0 0 0 0,1 0 0 0 0,-1 0 0 0 0,1 0 0 0 0,0 0 0 0 0,-1 0 0 0 0,1 1 0 0 0,-1-1 0 0 0,1 0 1 0 0,-1 0-1 0 0,1 0 0 0 0,0 1 0 0 0,-1-1 0 0 0,1 0 0 0 0,0 1 0 0 0,-1-1 0 0 0,1 0 0 0 0,0 1 0 0 0,-1-1 0 0 0,-16 12 62 0 0,16-11-61 0 0,-5 6 26 0 0,-1 0-1 0 0,1 0 0 0 0,0 1 0 0 0,1 0 1 0 0,0 0-1 0 0,0 0 0 0 0,1 1 0 0 0,0-1 1 0 0,1 1-1 0 0,0 0 0 0 0,-4 18 0 0 0,-3 5 14 0 0,5-10-43 0 0,0 0 0 0 0,2 1-1 0 0,0-1 1 0 0,2 1 0 0 0,0 0-1 0 0,5 32 1 0 0,-3 7 41 0 0,1-53-48 0 0,-1 1 1 0 0,1-1-1 0 0,1 1 0 0 0,0-1 1 0 0,0 0-1 0 0,0 0 0 0 0,8 12 1 0 0,-10-18 1 0 0,0 1 0 0 0,1 0-1 0 0,0-1 1 0 0,0 1 0 0 0,0-1 0 0 0,0 1-1 0 0,0-1 1 0 0,1 1 0 0 0,0-1-1 0 0,-1 0 1 0 0,1 0 0 0 0,0-1 0 0 0,1 1-1 0 0,-1 0 1 0 0,0-1 0 0 0,1 0-1 0 0,-1 0 1 0 0,1 0 0 0 0,0 0-1 0 0,0-1 1 0 0,0 1 0 0 0,-1-1 0 0 0,1 0-1 0 0,1 0 1 0 0,-1 0 0 0 0,0-1-1 0 0,0 1 1 0 0,0-1 0 0 0,0 0 0 0 0,0-1-1 0 0,0 1 1 0 0,0 0 0 0 0,0-1-1 0 0,8-2 1 0 0,7-3 11 0 0,0 0 0 0 0,-1-1 0 0 0,0 0 0 0 0,0-2 0 0 0,-1 0 0 0 0,0-1 0 0 0,29-23 0 0 0,-37 26 6 0 0,-1-1-1 0 0,1 0 1 0 0,-2-1 0 0 0,1 1 0 0 0,-1-2-1 0 0,0 1 1 0 0,-1-1 0 0 0,0 0 0 0 0,-1 0-1 0 0,0-1 1 0 0,-1 1 0 0 0,0-1 0 0 0,0 0 0 0 0,-1 0-1 0 0,2-13 1 0 0,0-5 34 0 0,-3 22-43 0 0,0 1 0 0 0,-1-1 0 0 0,0 1 0 0 0,-1-1-1 0 0,1 1 1 0 0,-1-1 0 0 0,0 0 0 0 0,-1 1 0 0 0,1-1 0 0 0,-4-12-1 0 0,-3-1-3 0 0,-1-1 0 0 0,-1 1 0 0 0,-1 1 0 0 0,0 0-1 0 0,-2 0 1 0 0,0 1 0 0 0,-1 1 0 0 0,-28-31-1 0 0,37 45-28 0 0,-1 0 0 0 0,0 1 0 0 0,1-1 0 0 0,-1 1 0 0 0,0 0 0 0 0,0 0 0 0 0,0 0 0 0 0,-8-1 0 0 0,0-1-30 0 0,12 4 20 0 0,-4 0-83 0 0,1-1 0 0 0,0 1 1 0 0,-1 1-1 0 0,1-1 0 0 0,-1 1 0 0 0,-7 1 0 0 0,6 2-98 0 0,1 1-1 0 0,-1-1 1 0 0,1 1 0 0 0,-1 0-1 0 0,1 1 1 0 0,1-1-1 0 0,-1 1 1 0 0,-6 12-1 0 0,9-14-374 0 0,0 0-1 0 0,0 0 1 0 0,0 1-1 0 0,0-1 0 0 0,1 0 1 0 0,0 1-1 0 0,0 0 1 0 0,0-1-1 0 0,0 8 0 0 0,1-1-624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5 1664 0 0,'16'-2'1456'0'0,"0"0"0"0"0,29 2 0 0 0,-19 0 9 0 0,-23 1-1420 0 0,1 0-1 0 0,-1 0 0 0 0,0 0 0 0 0,1 1 1 0 0,-1 0-1 0 0,0-1 0 0 0,0 1 1 0 0,0 0-1 0 0,0 0 0 0 0,0 1 0 0 0,-1-1 1 0 0,5 5-1 0 0,-2-2 61 0 0,0 1-1 0 0,0-1 1 0 0,0 1 0 0 0,-1 1-1 0 0,6 8 1 0 0,-7-7-28 0 0,-1 0 1 0 0,1 0-1 0 0,-1 0 0 0 0,-1 0 1 0 0,0 0-1 0 0,0 1 0 0 0,0-1 1 0 0,-1 0-1 0 0,0 1 0 0 0,-1-1 1 0 0,0 1-1 0 0,0-1 1 0 0,-1 0-1 0 0,0 0 0 0 0,-4 10 1 0 0,-5 10 51 0 0,-1 0 0 0 0,-30 49 0 0 0,30-57-144 0 0,-1 0-1 0 0,-31 36 0 0 0,35-47-1508 0 0,0 0 0 0 0,-1-1 0 0 0,-21 15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9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1 642 1756 0 0,'6'-18'702'0'0,"0"0"1"0"0,1 1-1 0 0,2-1 0 0 0,15-24 1 0 0,47-60 745 0 0,34-16-451 0 0,-33 41-573 0 0,-51 53-303 0 0,43-56 204 0 0,-57 71-272 0 0,-1-1 0 0 0,-1 0 1 0 0,0 0-1 0 0,0-1 0 0 0,-1 1 0 0 0,6-23 0 0 0,-10 32-49 0 0,0 0-1 0 0,0 0 0 0 0,0-1 0 0 0,0 1 0 0 0,0 0 0 0 0,0-1 0 0 0,0 1 0 0 0,0 0 0 0 0,-1-1 0 0 0,1 1 0 0 0,0 0 0 0 0,-1 0 1 0 0,1-1-1 0 0,-1 1 0 0 0,0 0 0 0 0,1 0 0 0 0,-1 0 0 0 0,0 0 0 0 0,0 0 0 0 0,1 0 0 0 0,-1 0 0 0 0,0 0 0 0 0,0 0 0 0 0,0 0 1 0 0,0 0-1 0 0,0 0 0 0 0,-1 1 0 0 0,1-1 0 0 0,0 0 0 0 0,0 1 0 0 0,-2-1 0 0 0,0 4 112 0 0,0 0 0 0 0,0 0 0 0 0,1 1 0 0 0,-1-1-1 0 0,1 1 1 0 0,0-1 0 0 0,-3 7 0 0 0,4-9-88 0 0,-4 12 41 0 0,-1 0 1 0 0,1 0 0 0 0,1 1-1 0 0,0-1 1 0 0,1 1 0 0 0,-2 24 0 0 0,1 86 508 0 0,4-104-485 0 0,0-5-46 0 0,1 1 1 0 0,1-1 0 0 0,0 1-1 0 0,7 25 1 0 0,-4-22-35 0 0,-2 2 0 0 0,0-1 0 0 0,-1 0 0 0 0,-1 0 0 0 0,-4 38 0 0 0,2-5-1123 0 0,0-46 677 0 0,-1 0 0 0 0,0 0-1 0 0,0 1 1 0 0,0-1 0 0 0,-1-1 0 0 0,0 1 0 0 0,-5 7 0 0 0,1 0-1843 0 0,3-6 1021 0 0,0-1 22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49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99 1964 0 0,'-1'-1'197'0'0,"-1"0"0"0"0,1 0 1 0 0,0 1-1 0 0,0-1 0 0 0,0 0 0 0 0,0 0 0 0 0,0 0 0 0 0,0 0 0 0 0,0 0 0 0 0,0 0 0 0 0,0-1 1 0 0,1 1-1 0 0,-1 0 0 0 0,0 0 0 0 0,1-1 0 0 0,-1 1 0 0 0,1 0 0 0 0,-1-1 0 0 0,1 1 0 0 0,0 0 1 0 0,-1-1-1 0 0,1 1 0 0 0,0-1 0 0 0,0 1 0 0 0,0 0 0 0 0,0-1 0 0 0,0 1 0 0 0,1-1 1 0 0,-1 1-1 0 0,0 0 0 0 0,1-1 0 0 0,-1 1 0 0 0,0 0 0 0 0,1-1 0 0 0,0 1 0 0 0,-1 0 0 0 0,1 0 1 0 0,0-1-1 0 0,0 1 0 0 0,-1 0 0 0 0,1 0 0 0 0,0 0 0 0 0,0 0 0 0 0,3-2 0 0 0,3 0-67 0 0,0 0 0 0 0,0 0 0 0 0,1 0 0 0 0,-1 1 0 0 0,1 1 0 0 0,0-1 0 0 0,13 0 0 0 0,61 2 51 0 0,-45 0 60 0 0,103 0 123 0 0,-48 0-819 0 0,-90 0 182 0 0,14 1-844 0 0,8-21-6063 0 0,-19 15 5885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5:57:50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65 2764 0 0,'2'-8'1032'0'0,"0"0"0"0"0,0 0 1 0 0,-1 0-1 0 0,0-1 0 0 0,-1-12 0 0 0,0 21-1017 0 0,0 0 0 0 0,0 0 0 0 0,0 0 0 0 0,0 0 0 0 0,0 0 0 0 0,0 0 0 0 0,0-1 0 0 0,0 1 0 0 0,0 0 0 0 0,0 0 0 0 0,0 0 0 0 0,0 0 0 0 0,0 0 0 0 0,0 0 0 0 0,1 0 0 0 0,-1 0 0 0 0,0 0 0 0 0,0 0 0 0 0,0 0 0 0 0,0-1 0 0 0,0 1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 0 1 0 0,0 0-1 0 0,1 0 0 0 0,-1 1 0 0 0,0-1 0 0 0,0 0 0 0 0,0 0 0 0 0,0 0 0 0 0,0 0 0 0 0,0 0 0 0 0,0 0 0 0 0,0 0 0 0 0,0 0 0 0 0,9 9 388 0 0,7 10-84 0 0,78 125 141 0 0,-54-78-374 0 0,37 64 5 0 0,-64-106-93 0 0,-1 1 0 0 0,-1 0-1 0 0,-1 0 1 0 0,-2 1 0 0 0,0 1 0 0 0,4 32-1 0 0,-8-41 3 0 0,0 9 32 0 0,0 0 0 0 0,-3 0 0 0 0,-1 38-1 0 0,0-27-71 0 0,-1-27 42 0 0,-1 1-1 0 0,0-1 1 0 0,0 1-1 0 0,-2-1 0 0 0,1 0 1 0 0,-1 0-1 0 0,-10 18 1 0 0,9-18 8 0 0,-5 9-201 0 0,-1 1 0 0 0,-1-2 0 0 0,-1 0-1 0 0,-1 0 1 0 0,-25 27 0 0 0,2-10-2357 0 0,-57 45 0 0 0,81-71 1722 0 0,-1-1 0 0 0,-27 15 0 0 0,0-5-435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6:04:09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539 204 1004 0 0,'0'-16'675'0'0,"0"13"-9"0"0,4-4-91 0 0,15-26-27 0 0,-18 32-487 0 0,0 0 0 0 0,0 0 0 0 0,-1-1 0 0 0,1 1 0 0 0,0-1 1 0 0,-1 1-1 0 0,1 0 0 0 0,-1-1 0 0 0,0 1 0 0 0,1-1 0 0 0,-1 1 1 0 0,0-1-1 0 0,0 0 0 0 0,0 1 0 0 0,0-1 0 0 0,0 1 0 0 0,0-1 1 0 0,-1-2-1 0 0,-1-4 369 0 0,2 7-122 0 0,0-23 497 0 0,1 21-749 0 0,-1 0 0 0 0,0 0-1 0 0,0 1 1 0 0,0-1 0 0 0,0 0 0 0 0,0 0 0 0 0,0 0 0 0 0,-1 1 0 0 0,0-1 0 0 0,1 0 0 0 0,-1 1 0 0 0,0-1 0 0 0,0 0 0 0 0,-1 1 0 0 0,1 0 0 0 0,0-1 0 0 0,-1 1 0 0 0,-3-5 0 0 0,3 5-8 0 0,0 0-19 0 0,1 0-1 0 0,-1 0 1 0 0,0 0 0 0 0,0 1 0 0 0,0-1 0 0 0,0 0-1 0 0,0 1 1 0 0,0-1 0 0 0,0 1 0 0 0,-1 0 0 0 0,1 0-1 0 0,0 0 1 0 0,-1 0 0 0 0,1 0 0 0 0,-1 0-1 0 0,1 1 1 0 0,-1-1 0 0 0,1 1 0 0 0,-1 0 0 0 0,0-1-1 0 0,1 1 1 0 0,-1 1 0 0 0,-4-1 0 0 0,-7 3 1 0 0,1 0 1 0 0,-1 0 0 0 0,1 1-1 0 0,0 1 1 0 0,0 0 0 0 0,0 1-1 0 0,1 0 1 0 0,0 1 0 0 0,-15 11 0 0 0,1 1 1 0 0,0 1 1 0 0,-44 47-1 0 0,50-45-26 0 0,1 2 1 0 0,2 0-1 0 0,0 1 0 0 0,2 1 0 0 0,1 0 0 0 0,1 1 0 0 0,-15 45 0 0 0,4 7-3 0 0,-21 121 0 0 0,39-155-18 0 0,2 0 1 0 0,2 60-1 0 0,2-86 0 0 0,1-8 18 0 0,1 0-1 0 0,-1 1 1 0 0,2-1 0 0 0,0 0 0 0 0,0-1 0 0 0,1 1 0 0 0,0 0-1 0 0,6 10 1 0 0,6 9 18 0 0,28 39-1 0 0,-8-22-23 0 0,52 52 1 0 0,-32-37 10 0 0,-42-47 0 0 0,1 0 0 0 0,0-1 0 0 0,0-1 0 0 0,1-1 0 0 0,1 0 1 0 0,0-1-1 0 0,1 0 0 0 0,0-2 0 0 0,26 11 0 0 0,101 35 129 0 0,-133-50-86 0 0,1-1-1 0 0,-1 0 0 0 0,20 3 1 0 0,18 5 206 0 0,-29-8-393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6:04:12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64 888 0 0,'-79'-36'480'0'0,"49"29"-188"0"0,0-1 12 0 0,1 5-84 0 0,1-3-124 0 0,10 4 104 0 0,0 0-108 0 0,-9 2-172 0 0,9 0-264 0 0,-8 0-344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6:04:13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539 396 1532 0 0,'2'-10'312'0'0,"-1"0"0"0"0,1 0 0 0 0,-2 0 1 0 0,0 0-1 0 0,0 0 0 0 0,-1 0 0 0 0,0 0 0 0 0,0 0 0 0 0,-1 1 0 0 0,-1-1 0 0 0,-3-10 1 0 0,5 17-271 0 0,-1-1 1 0 0,1 1 0 0 0,-1-1 0 0 0,0 1-1 0 0,0 0 1 0 0,0 0 0 0 0,0 0 0 0 0,0 0-1 0 0,-1 0 1 0 0,1 1 0 0 0,-1-1 0 0 0,1 1-1 0 0,-1-1 1 0 0,0 1 0 0 0,0 0 0 0 0,-1 0-1 0 0,1 0 1 0 0,0 1 0 0 0,0-1 0 0 0,-1 1-1 0 0,1 0 1 0 0,-1 0 0 0 0,1 0 0 0 0,-1 0-1 0 0,0 1 1 0 0,1-1 0 0 0,-1 1 0 0 0,0 0-1 0 0,1 0 1 0 0,-1 0 0 0 0,0 1 0 0 0,1-1-1 0 0,-1 1 1 0 0,-6 2 0 0 0,-8 3 9 0 0,0 0-1 0 0,1 2 1 0 0,-1 0-1 0 0,2 1 1 0 0,-1 1-1 0 0,1 1 1 0 0,0 0-1 0 0,1 1 1 0 0,1 0 0 0 0,0 1-1 0 0,1 1 1 0 0,-21 27-1 0 0,14-15-11 0 0,2 1 0 0 0,1 1 0 0 0,1 1-1 0 0,1 1 1 0 0,1 0 0 0 0,-16 56 0 0 0,17-32-13 0 0,3-1 1 0 0,3 1 0 0 0,1 1-1 0 0,3 78 1 0 0,4-114-28 0 0,-1 1 0 0 0,2-1 0 0 0,1 1 1 0 0,0-1-1 0 0,2 0 0 0 0,9 27 0 0 0,-11-36-14 0 0,2 7 14 0 0,1 0 0 0 0,1 0-1 0 0,0-1 1 0 0,1 0 0 0 0,1 0 0 0 0,0-1-1 0 0,1 0 1 0 0,1-1 0 0 0,22 24 0 0 0,-24-30-6 0 0,1 0-1 0 0,-1 0 1 0 0,2-1 0 0 0,-1 0 0 0 0,1-1 0 0 0,0 0 0 0 0,0-1 0 0 0,0 0-1 0 0,1-1 1 0 0,0 0 0 0 0,0 0 0 0 0,0-2 0 0 0,0 1 0 0 0,0-2 0 0 0,13 1-1 0 0,-6-1 8 0 0,-2 0 2 0 0,0 0 0 0 0,0-2 0 0 0,0 0 0 0 0,17-3 0 0 0,11-6-22 0 0,0-2-1 0 0,-1-1 0 0 0,0-3 0 0 0,75-38 1 0 0,-71 25 47 0 0,-2-2 1 0 0,-1-2 0 0 0,-1-2-1 0 0,-3-2 1 0 0,0-2-1 0 0,-3-1 1 0 0,36-50 0 0 0,-53 62-11 0 0,0-2 0 0 0,-2 0 0 0 0,-2-1 0 0 0,-1-1 0 0 0,-1 0 0 0 0,-2-2 0 0 0,-1 1 0 0 0,-1-1 0 0 0,-3-1 0 0 0,0 0 1 0 0,-2 0-1 0 0,1-37 0 0 0,-8 57 14 0 0,0-1 0 0 0,0 1 0 0 0,-2 0 0 0 0,0-1 0 0 0,-1 1 0 0 0,0 1 0 0 0,-1-1 0 0 0,-1 1 0 0 0,0-1 0 0 0,-16-24 0 0 0,7 15-21 0 0,-2 0-1 0 0,0 2 1 0 0,-2 0-1 0 0,-39-36 1 0 0,34 38-3 0 0,-1 2 1 0 0,0 0-1 0 0,-1 2 0 0 0,-1 1 0 0 0,0 1 0 0 0,-1 2 1 0 0,0 0-1 0 0,-1 2 0 0 0,-1 1 0 0 0,1 2 1 0 0,-1 0-1 0 0,-1 2 0 0 0,1 2 0 0 0,-50-1 0 0 0,56 6-20 0 0,0 0 0 0 0,0 2 0 0 0,0 0 0 0 0,1 2 0 0 0,0 0 0 0 0,0 2 0 0 0,0 0 0 0 0,1 2 0 0 0,1 0 0 0 0,-1 2 0 0 0,-34 25 0 0 0,16-7-570 0 0,0 2 0 0 0,3 1 0 0 0,0 3 1 0 0,-52 65-1 0 0,64-66-687 0 0,-30 52 0 0 0,18-23 47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8T06:04:14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560 599 1164 0 0,'0'0'956'0'0,"0"-3"-562"0"0,0-9-55 0 0,0 9 520 0 0,5-4-693 0 0,18-21 0 0 0,-22 26-117 0 0,0-1 1 0 0,-1 1 0 0 0,1-1 0 0 0,0 1 0 0 0,-1-1-1 0 0,0 1 1 0 0,1-1 0 0 0,-1 1 0 0 0,0-1 0 0 0,0 0-1 0 0,-1 1 1 0 0,1-1 0 0 0,0 1 0 0 0,-1-1-1 0 0,0 1 1 0 0,1-1 0 0 0,-1 1 0 0 0,0-1 0 0 0,0 1-1 0 0,0 0 1 0 0,-2-3 0 0 0,0-1-4 0 0,-1-6 48 0 0,-2-1 1 0 0,0 1-1 0 0,0 0 0 0 0,-1 1 1 0 0,0 0-1 0 0,-1 0 0 0 0,-1 0 1 0 0,1 1-1 0 0,-2 0 0 0 0,-11-9 1 0 0,13 12-79 0 0,0 0 0 0 0,-1 1 0 0 0,0 0 0 0 0,0 0 0 0 0,-1 1 0 0 0,1 0 0 0 0,-11-3 0 0 0,-138-38 565 0 0,119 42-688 0 0,37 4 103 0 0,-3 0 56 0 0,4-1-55 0 0,-1 1 1 0 0,1 0-1 0 0,-1 0 1 0 0,0 0-1 0 0,1 0 1 0 0,-1 0 0 0 0,1 0-1 0 0,-1 0 1 0 0,1 1-1 0 0,-1-1 1 0 0,1 0-1 0 0,0 1 1 0 0,-3 0 0 0 0,-10 8 5 0 0,0 1 1 0 0,1 0-1 0 0,0 1 1 0 0,0 0-1 0 0,-20 26 1 0 0,23-24-15 0 0,0 2 1 0 0,2-1-1 0 0,0 1 1 0 0,0 0-1 0 0,2 0 0 0 0,0 1 1 0 0,0 0-1 0 0,2 0 1 0 0,-4 20-1 0 0,6-19 7 0 0,0 1 0 0 0,1-1 1 0 0,2 21-1 0 0,-1-8-64 0 0,1-27 65 0 0,-1 0 1 0 0,1 0-1 0 0,-1 0 0 0 0,1 0 0 0 0,0 0 0 0 0,0 0 0 0 0,0 0 0 0 0,1 0 0 0 0,-1-1 1 0 0,4 5-1 0 0,5 15-53 0 0,-3-3 67 0 0,1 0-1 0 0,1-1 1 0 0,0 1 0 0 0,1-2 0 0 0,1 1-1 0 0,1-2 1 0 0,0 1 0 0 0,20 20-1 0 0,-13-19-19 0 0,1-1 0 0 0,0-1 0 0 0,1-1-1 0 0,0-1 1 0 0,2-1 0 0 0,28 13-1 0 0,177 71 71 0 0,-187-83-20 0 0,1-2 0 0 0,0-1 0 0 0,73 7 1 0 0,97-12 61 0 0,-190-6-153 0 0,-15 0 50 0 0,0 0 0 0 0,1-1 0 0 0,-1 1 0 0 0,0-2-1 0 0,0 1 1 0 0,0-1 0 0 0,6-2 0 0 0,26-7 10 0 0,-21 6-29 0 0,-1-1-1 0 0,1 0 0 0 0,-1-1 1 0 0,-1-1-1 0 0,0-1 0 0 0,24-16 1 0 0,2-6-14 0 0,39-37 1 0 0,-62 49 39 0 0,-1-1 0 0 0,0-1 1 0 0,-2-1-1 0 0,0 0 0 0 0,-1-1 1 0 0,15-33-1 0 0,-22 38-4 0 0,-1 0 1 0 0,-1 0-1 0 0,0-1 1 0 0,-2 1-1 0 0,5-37 1 0 0,-3-97-22 0 0,-6 143 38 0 0,0 0-1 0 0,-1 0 0 0 0,-1-1 0 0 0,0 1 1 0 0,0 1-1 0 0,0-1 0 0 0,-8-17 0 0 0,-3-9 136 0 0,3 12-106 0 0,0 0 1 0 0,-2 1-1 0 0,0 0 1 0 0,-2 0-1 0 0,0 2 1 0 0,-2 0-1 0 0,0 0 0 0 0,-1 1 1 0 0,0 2-1 0 0,-2-1 1 0 0,0 2-1 0 0,-1 1 1 0 0,-33-20-1 0 0,36 25-41 0 0,0 1 0 0 0,0 1 1 0 0,-1 1-1 0 0,0 1 0 0 0,0 0 0 0 0,-1 1 0 0 0,1 1 1 0 0,-1 1-1 0 0,0 0 0 0 0,0 2 0 0 0,0 0 0 0 0,0 1 1 0 0,-31 4-1 0 0,-5 5-312 0 0,0 2 0 0 0,0 2 0 0 0,1 3 1 0 0,-52 23-1 0 0,-215 114-3259 0 0,201-89 2458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09T23:57:3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34 1076 0 0,'0'19'9542'0'0,"0"-18"-9516"0"0,0 0 0 0 0,0-1 0 0 0,0 1 0 0 0,0 0 0 0 0,0 0 0 0 0,0-1 1 0 0,0 1-1 0 0,1 0 0 0 0,-1 0 0 0 0,0 0 0 0 0,0-1 0 0 0,1 1 0 0 0,-1 0 0 0 0,1-1 1 0 0,-1 1-1 0 0,1 0 0 0 0,-1-1 0 0 0,1 1 0 0 0,-1-1 0 0 0,1 1 0 0 0,-1-1 0 0 0,1 1 1 0 0,0-1-1 0 0,-1 1 0 0 0,1-1 0 0 0,0 1 0 0 0,-1-1 0 0 0,1 0 0 0 0,0 1 0 0 0,1-1 1 0 0,-1 1 59 0 0,0-1 0 0 0,1 1 0 0 0,-1-1 1 0 0,0 1-1 0 0,0 0 0 0 0,0 0 0 0 0,1-1 0 0 0,-1 1 1 0 0,0 0-1 0 0,0 0 0 0 0,0 0 0 0 0,-1 0 1 0 0,1 0-1 0 0,1 2 0 0 0,-5-8-451 0 0,0 0 0 0 0,0 1-1 0 0,-1-1 1 0 0,0 0 0 0 0,0 1-1 0 0,0 0 1 0 0,0 0 0 0 0,-1 0-1 0 0,0 1 1 0 0,0-1 0 0 0,0 1-1 0 0,0 0 1 0 0,0 1 0 0 0,-6-3-1 0 0,-2 0-369 0 0,-1 1 0 0 0,1 0 0 0 0,-1 1 0 0 0,0 1-1 0 0,-15-1 1 0 0,-11-1-395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03:32:18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1824 0 0,'0'0'3308'0'0,"0"19"-2499"0"0,-17-19-3910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03:33:15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 2784 0 0,'6'-27'4532'0'0,"0"1"-2517"0"0,-5 24-2394 0 0,0 1 0 0 0,1-1 0 0 0,-1 1 0 0 0,0-1 0 0 0,0 1 0 0 0,1-1 0 0 0,-1 1 0 0 0,1 0 0 0 0,0-1 0 0 0,-1 1 0 0 0,1 0 0 0 0,0 0 0 0 0,2-1 0 0 0,1 0-781 0 0,0-1 115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DF96FCCF-4FBF-4089-BFD5-7CE5ED1434C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E2871921-DBF4-414D-83C8-0EFA73FA92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4.docx"/><Relationship Id="rId13" Type="http://schemas.openxmlformats.org/officeDocument/2006/relationships/image" Target="../media/image10.png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12" Type="http://schemas.openxmlformats.org/officeDocument/2006/relationships/customXml" Target="../ink/ink2.xml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.docx"/><Relationship Id="rId11" Type="http://schemas.openxmlformats.org/officeDocument/2006/relationships/image" Target="../media/image9.emf"/><Relationship Id="rId5" Type="http://schemas.openxmlformats.org/officeDocument/2006/relationships/image" Target="../media/image6.emf"/><Relationship Id="rId15" Type="http://schemas.openxmlformats.org/officeDocument/2006/relationships/image" Target="../media/image11.png"/><Relationship Id="rId10" Type="http://schemas.openxmlformats.org/officeDocument/2006/relationships/package" Target="../embeddings/Microsoft_Word_Document5.docx"/><Relationship Id="rId4" Type="http://schemas.openxmlformats.org/officeDocument/2006/relationships/package" Target="../embeddings/Microsoft_Word_Document2.docx"/><Relationship Id="rId9" Type="http://schemas.openxmlformats.org/officeDocument/2006/relationships/image" Target="../media/image8.emf"/><Relationship Id="rId1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9.docx"/><Relationship Id="rId13" Type="http://schemas.openxmlformats.org/officeDocument/2006/relationships/image" Target="../media/image16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image" Target="../media/image5.emf"/><Relationship Id="rId21" Type="http://schemas.openxmlformats.org/officeDocument/2006/relationships/image" Target="../media/image20.png"/><Relationship Id="rId7" Type="http://schemas.openxmlformats.org/officeDocument/2006/relationships/image" Target="../media/image13.emf"/><Relationship Id="rId12" Type="http://schemas.openxmlformats.org/officeDocument/2006/relationships/customXml" Target="../ink/ink4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2" Type="http://schemas.openxmlformats.org/officeDocument/2006/relationships/package" Target="../embeddings/Microsoft_Word_Document6.docx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8.docx"/><Relationship Id="rId11" Type="http://schemas.openxmlformats.org/officeDocument/2006/relationships/image" Target="../media/image15.emf"/><Relationship Id="rId24" Type="http://schemas.openxmlformats.org/officeDocument/2006/relationships/customXml" Target="../ink/ink10.xml"/><Relationship Id="rId5" Type="http://schemas.openxmlformats.org/officeDocument/2006/relationships/image" Target="../media/image12.emf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28" Type="http://schemas.openxmlformats.org/officeDocument/2006/relationships/customXml" Target="../ink/ink12.xml"/><Relationship Id="rId10" Type="http://schemas.openxmlformats.org/officeDocument/2006/relationships/package" Target="../embeddings/Microsoft_Word_Document10.docx"/><Relationship Id="rId19" Type="http://schemas.openxmlformats.org/officeDocument/2006/relationships/image" Target="../media/image19.png"/><Relationship Id="rId31" Type="http://schemas.openxmlformats.org/officeDocument/2006/relationships/image" Target="../media/image25.png"/><Relationship Id="rId4" Type="http://schemas.openxmlformats.org/officeDocument/2006/relationships/package" Target="../embeddings/Microsoft_Word_Document7.docx"/><Relationship Id="rId9" Type="http://schemas.openxmlformats.org/officeDocument/2006/relationships/image" Target="../media/image14.emf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23.png"/><Relationship Id="rId30" Type="http://schemas.openxmlformats.org/officeDocument/2006/relationships/customXml" Target="../ink/ink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14.docx"/><Relationship Id="rId13" Type="http://schemas.openxmlformats.org/officeDocument/2006/relationships/image" Target="../media/image30.emf"/><Relationship Id="rId18" Type="http://schemas.openxmlformats.org/officeDocument/2006/relationships/customXml" Target="../ink/ink16.xml"/><Relationship Id="rId3" Type="http://schemas.openxmlformats.org/officeDocument/2006/relationships/image" Target="../media/image5.emf"/><Relationship Id="rId21" Type="http://schemas.openxmlformats.org/officeDocument/2006/relationships/image" Target="../media/image34.png"/><Relationship Id="rId7" Type="http://schemas.openxmlformats.org/officeDocument/2006/relationships/image" Target="../media/image27.emf"/><Relationship Id="rId12" Type="http://schemas.openxmlformats.org/officeDocument/2006/relationships/package" Target="../embeddings/Microsoft_Word_Document16.docx"/><Relationship Id="rId17" Type="http://schemas.openxmlformats.org/officeDocument/2006/relationships/image" Target="../media/image32.png"/><Relationship Id="rId2" Type="http://schemas.openxmlformats.org/officeDocument/2006/relationships/package" Target="../embeddings/Microsoft_Word_Document11.docx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3.docx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png"/><Relationship Id="rId10" Type="http://schemas.openxmlformats.org/officeDocument/2006/relationships/package" Target="../embeddings/Microsoft_Word_Document15.docx"/><Relationship Id="rId19" Type="http://schemas.openxmlformats.org/officeDocument/2006/relationships/image" Target="../media/image33.png"/><Relationship Id="rId4" Type="http://schemas.openxmlformats.org/officeDocument/2006/relationships/package" Target="../embeddings/Microsoft_Word_Document12.docx"/><Relationship Id="rId9" Type="http://schemas.openxmlformats.org/officeDocument/2006/relationships/image" Target="../media/image28.emf"/><Relationship Id="rId14" Type="http://schemas.openxmlformats.org/officeDocument/2006/relationships/customXml" Target="../ink/ink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7" Type="http://schemas.openxmlformats.org/officeDocument/2006/relationships/image" Target="../media/image36.emf"/><Relationship Id="rId2" Type="http://schemas.openxmlformats.org/officeDocument/2006/relationships/package" Target="../embeddings/Microsoft_Word_Document17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9.docx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18.docx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3.docx"/><Relationship Id="rId3" Type="http://schemas.openxmlformats.org/officeDocument/2006/relationships/image" Target="../media/image37.emf"/><Relationship Id="rId7" Type="http://schemas.openxmlformats.org/officeDocument/2006/relationships/image" Target="../media/image39.emf"/><Relationship Id="rId2" Type="http://schemas.openxmlformats.org/officeDocument/2006/relationships/package" Target="../embeddings/Microsoft_Word_Document20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2.docx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Document21.docx"/><Relationship Id="rId9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package" Target="../embeddings/Microsoft_Word_Document24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25.docx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9.docx"/><Relationship Id="rId3" Type="http://schemas.openxmlformats.org/officeDocument/2006/relationships/image" Target="../media/image41.emf"/><Relationship Id="rId7" Type="http://schemas.openxmlformats.org/officeDocument/2006/relationships/image" Target="../media/image43.emf"/><Relationship Id="rId2" Type="http://schemas.openxmlformats.org/officeDocument/2006/relationships/package" Target="../embeddings/Microsoft_Word_Document26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8.docx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Document27.docx"/><Relationship Id="rId9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5.emf"/><Relationship Id="rId2" Type="http://schemas.openxmlformats.org/officeDocument/2006/relationships/package" Target="../embeddings/Microsoft_Word_Document30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2.docx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31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package" Target="../embeddings/Microsoft_Word_Document33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37.docx"/><Relationship Id="rId3" Type="http://schemas.openxmlformats.org/officeDocument/2006/relationships/image" Target="../media/image47.emf"/><Relationship Id="rId7" Type="http://schemas.openxmlformats.org/officeDocument/2006/relationships/image" Target="../media/image49.emf"/><Relationship Id="rId2" Type="http://schemas.openxmlformats.org/officeDocument/2006/relationships/package" Target="../embeddings/Microsoft_Word_Document34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6.docx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Document35.docx"/><Relationship Id="rId9" Type="http://schemas.openxmlformats.org/officeDocument/2006/relationships/image" Target="../media/image5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41.docx"/><Relationship Id="rId3" Type="http://schemas.openxmlformats.org/officeDocument/2006/relationships/image" Target="../media/image47.emf"/><Relationship Id="rId7" Type="http://schemas.openxmlformats.org/officeDocument/2006/relationships/image" Target="../media/image52.emf"/><Relationship Id="rId2" Type="http://schemas.openxmlformats.org/officeDocument/2006/relationships/package" Target="../embeddings/Microsoft_Word_Document38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40.docx"/><Relationship Id="rId37" Type="http://schemas.openxmlformats.org/officeDocument/2006/relationships/image" Target="../media/image38.png"/><Relationship Id="rId5" Type="http://schemas.openxmlformats.org/officeDocument/2006/relationships/image" Target="../media/image51.emf"/><Relationship Id="rId36" Type="http://schemas.openxmlformats.org/officeDocument/2006/relationships/customXml" Target="../ink/ink20.xml"/><Relationship Id="rId10" Type="http://schemas.openxmlformats.org/officeDocument/2006/relationships/customXml" Target="../ink/ink19.xml"/><Relationship Id="rId4" Type="http://schemas.openxmlformats.org/officeDocument/2006/relationships/package" Target="../embeddings/Microsoft_Word_Document39.docx"/><Relationship Id="rId9" Type="http://schemas.openxmlformats.org/officeDocument/2006/relationships/image" Target="../media/image53.emf"/><Relationship Id="rId35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47.emf"/><Relationship Id="rId2" Type="http://schemas.openxmlformats.org/officeDocument/2006/relationships/package" Target="../embeddings/Microsoft_Word_Document42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44.docx"/><Relationship Id="rId5" Type="http://schemas.openxmlformats.org/officeDocument/2006/relationships/image" Target="../media/image55.emf"/><Relationship Id="rId4" Type="http://schemas.openxmlformats.org/officeDocument/2006/relationships/package" Target="../embeddings/Microsoft_Word_Document43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48.docx"/><Relationship Id="rId3" Type="http://schemas.openxmlformats.org/officeDocument/2006/relationships/image" Target="../media/image56.emf"/><Relationship Id="rId7" Type="http://schemas.openxmlformats.org/officeDocument/2006/relationships/image" Target="../media/image58.emf"/><Relationship Id="rId2" Type="http://schemas.openxmlformats.org/officeDocument/2006/relationships/package" Target="../embeddings/Microsoft_Word_Document45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47.docx"/><Relationship Id="rId5" Type="http://schemas.openxmlformats.org/officeDocument/2006/relationships/image" Target="../media/image57.emf"/><Relationship Id="rId4" Type="http://schemas.openxmlformats.org/officeDocument/2006/relationships/package" Target="../embeddings/Microsoft_Word_Document46.docx"/><Relationship Id="rId9" Type="http://schemas.openxmlformats.org/officeDocument/2006/relationships/image" Target="../media/image4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52.docx"/><Relationship Id="rId3" Type="http://schemas.openxmlformats.org/officeDocument/2006/relationships/image" Target="../media/image59.emf"/><Relationship Id="rId7" Type="http://schemas.openxmlformats.org/officeDocument/2006/relationships/image" Target="../media/image47.emf"/><Relationship Id="rId2" Type="http://schemas.openxmlformats.org/officeDocument/2006/relationships/package" Target="../embeddings/Microsoft_Word_Document49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51.docx"/><Relationship Id="rId11" Type="http://schemas.openxmlformats.org/officeDocument/2006/relationships/image" Target="../media/image55.emf"/><Relationship Id="rId5" Type="http://schemas.openxmlformats.org/officeDocument/2006/relationships/image" Target="../media/image60.emf"/><Relationship Id="rId10" Type="http://schemas.openxmlformats.org/officeDocument/2006/relationships/package" Target="../embeddings/Microsoft_Word_Document53.docx"/><Relationship Id="rId4" Type="http://schemas.openxmlformats.org/officeDocument/2006/relationships/package" Target="../embeddings/Microsoft_Word_Document50.docx"/><Relationship Id="rId9" Type="http://schemas.openxmlformats.org/officeDocument/2006/relationships/image" Target="../media/image6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57.docx"/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2" Type="http://schemas.openxmlformats.org/officeDocument/2006/relationships/package" Target="../embeddings/Microsoft_Word_Document54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56.docx"/><Relationship Id="rId11" Type="http://schemas.openxmlformats.org/officeDocument/2006/relationships/image" Target="../media/image47.emf"/><Relationship Id="rId5" Type="http://schemas.openxmlformats.org/officeDocument/2006/relationships/image" Target="../media/image63.emf"/><Relationship Id="rId10" Type="http://schemas.openxmlformats.org/officeDocument/2006/relationships/package" Target="../embeddings/Microsoft_Word_Document58.docx"/><Relationship Id="rId4" Type="http://schemas.openxmlformats.org/officeDocument/2006/relationships/package" Target="../embeddings/Microsoft_Word_Document55.docx"/><Relationship Id="rId9" Type="http://schemas.openxmlformats.org/officeDocument/2006/relationships/image" Target="../media/image6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package" Target="../embeddings/Microsoft_Word_Document59.docx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63.docx"/><Relationship Id="rId3" Type="http://schemas.openxmlformats.org/officeDocument/2006/relationships/image" Target="../media/image67.emf"/><Relationship Id="rId7" Type="http://schemas.openxmlformats.org/officeDocument/2006/relationships/image" Target="../media/image69.emf"/><Relationship Id="rId2" Type="http://schemas.openxmlformats.org/officeDocument/2006/relationships/package" Target="../embeddings/Microsoft_Word_Document60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62.docx"/><Relationship Id="rId11" Type="http://schemas.openxmlformats.org/officeDocument/2006/relationships/image" Target="../media/image71.emf"/><Relationship Id="rId5" Type="http://schemas.openxmlformats.org/officeDocument/2006/relationships/image" Target="../media/image68.emf"/><Relationship Id="rId10" Type="http://schemas.openxmlformats.org/officeDocument/2006/relationships/package" Target="../embeddings/Microsoft_Word_Document64.docx"/><Relationship Id="rId4" Type="http://schemas.openxmlformats.org/officeDocument/2006/relationships/package" Target="../embeddings/Microsoft_Word_Document61.docx"/><Relationship Id="rId9" Type="http://schemas.openxmlformats.org/officeDocument/2006/relationships/image" Target="../media/image7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68.docx"/><Relationship Id="rId3" Type="http://schemas.openxmlformats.org/officeDocument/2006/relationships/image" Target="../media/image72.emf"/><Relationship Id="rId7" Type="http://schemas.openxmlformats.org/officeDocument/2006/relationships/image" Target="../media/image74.emf"/><Relationship Id="rId2" Type="http://schemas.openxmlformats.org/officeDocument/2006/relationships/package" Target="../embeddings/Microsoft_Word_Document65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67.docx"/><Relationship Id="rId11" Type="http://schemas.openxmlformats.org/officeDocument/2006/relationships/image" Target="../media/image67.emf"/><Relationship Id="rId5" Type="http://schemas.openxmlformats.org/officeDocument/2006/relationships/image" Target="../media/image73.emf"/><Relationship Id="rId10" Type="http://schemas.openxmlformats.org/officeDocument/2006/relationships/package" Target="../embeddings/Microsoft_Word_Document69.docx"/><Relationship Id="rId4" Type="http://schemas.openxmlformats.org/officeDocument/2006/relationships/package" Target="../embeddings/Microsoft_Word_Document66.docx"/><Relationship Id="rId9" Type="http://schemas.openxmlformats.org/officeDocument/2006/relationships/image" Target="../media/image7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package" Target="../embeddings/Microsoft_Word_Document70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package" Target="../embeddings/Microsoft_Word_Document71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75.docx"/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2" Type="http://schemas.openxmlformats.org/officeDocument/2006/relationships/package" Target="../embeddings/Microsoft_Word_Document72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74.docx"/><Relationship Id="rId11" Type="http://schemas.openxmlformats.org/officeDocument/2006/relationships/image" Target="../media/image67.emf"/><Relationship Id="rId5" Type="http://schemas.openxmlformats.org/officeDocument/2006/relationships/image" Target="../media/image78.emf"/><Relationship Id="rId10" Type="http://schemas.openxmlformats.org/officeDocument/2006/relationships/package" Target="../embeddings/Microsoft_Word_Document76.docx"/><Relationship Id="rId4" Type="http://schemas.openxmlformats.org/officeDocument/2006/relationships/package" Target="../embeddings/Microsoft_Word_Document73.docx"/><Relationship Id="rId9" Type="http://schemas.openxmlformats.org/officeDocument/2006/relationships/image" Target="../media/image8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package" Target="../embeddings/Microsoft_Word_Document77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package" Target="../embeddings/Microsoft_Word_Document78.docx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82.docx"/><Relationship Id="rId3" Type="http://schemas.openxmlformats.org/officeDocument/2006/relationships/image" Target="../media/image82.emf"/><Relationship Id="rId7" Type="http://schemas.openxmlformats.org/officeDocument/2006/relationships/image" Target="../media/image84.emf"/><Relationship Id="rId2" Type="http://schemas.openxmlformats.org/officeDocument/2006/relationships/package" Target="../embeddings/Microsoft_Word_Document79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81.docx"/><Relationship Id="rId5" Type="http://schemas.openxmlformats.org/officeDocument/2006/relationships/image" Target="../media/image83.emf"/><Relationship Id="rId4" Type="http://schemas.openxmlformats.org/officeDocument/2006/relationships/package" Target="../embeddings/Microsoft_Word_Document80.docx"/><Relationship Id="rId9" Type="http://schemas.openxmlformats.org/officeDocument/2006/relationships/image" Target="../media/image67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86.docx"/><Relationship Id="rId3" Type="http://schemas.openxmlformats.org/officeDocument/2006/relationships/image" Target="../media/image85.emf"/><Relationship Id="rId7" Type="http://schemas.openxmlformats.org/officeDocument/2006/relationships/image" Target="../media/image87.emf"/><Relationship Id="rId2" Type="http://schemas.openxmlformats.org/officeDocument/2006/relationships/package" Target="../embeddings/Microsoft_Word_Document83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85.docx"/><Relationship Id="rId5" Type="http://schemas.openxmlformats.org/officeDocument/2006/relationships/image" Target="../media/image86.emf"/><Relationship Id="rId4" Type="http://schemas.openxmlformats.org/officeDocument/2006/relationships/package" Target="../embeddings/Microsoft_Word_Document84.docx"/><Relationship Id="rId9" Type="http://schemas.openxmlformats.org/officeDocument/2006/relationships/image" Target="../media/image6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package" Target="../embeddings/Microsoft_Word_Document87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package" Target="../embeddings/Microsoft_Word_Document88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package" Target="../embeddings/Microsoft_Word_Document89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emf"/><Relationship Id="rId4" Type="http://schemas.openxmlformats.org/officeDocument/2006/relationships/package" Target="../embeddings/package90.packag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553365"/>
              </p:ext>
            </p:extLst>
          </p:nvPr>
        </p:nvGraphicFramePr>
        <p:xfrm>
          <a:off x="87313" y="2974975"/>
          <a:ext cx="885507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0848" imgH="702646" progId="Word.Document.12">
                  <p:embed/>
                </p:oleObj>
              </mc:Choice>
              <mc:Fallback>
                <p:oleObj name="Document" r:id="rId2" imgW="5940848" imgH="70264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3" y="2974975"/>
                        <a:ext cx="8855075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3977BF-30C6-E6F0-97F9-D64AD103DA2E}"/>
                  </a:ext>
                </a:extLst>
              </p14:cNvPr>
              <p14:cNvContentPartPr/>
              <p14:nvPr/>
            </p14:nvContentPartPr>
            <p14:xfrm>
              <a:off x="4527037" y="4029465"/>
              <a:ext cx="95400" cy="36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3977BF-30C6-E6F0-97F9-D64AD103DA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18397" y="4020825"/>
                <a:ext cx="113040" cy="5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46050" y="609600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609600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76200" y="1219200"/>
          <a:ext cx="89217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219200"/>
                        <a:ext cx="8921750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76200" y="1905000"/>
          <a:ext cx="89217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700920" progId="Word.Document.12">
                  <p:embed/>
                </p:oleObj>
              </mc:Choice>
              <mc:Fallback>
                <p:oleObj name="Document" r:id="rId6" imgW="5949456" imgH="70092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05000"/>
                        <a:ext cx="89217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76200" y="3352800"/>
          <a:ext cx="89217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352800"/>
                        <a:ext cx="89217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76200" y="4038600"/>
          <a:ext cx="8921750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1441440" progId="Word.Document.12">
                  <p:embed/>
                </p:oleObj>
              </mc:Choice>
              <mc:Fallback>
                <p:oleObj name="Document" r:id="rId10" imgW="5949456" imgH="144144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038600"/>
                        <a:ext cx="8921750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806848-C5A9-9EAF-A126-1820126B74A9}"/>
                  </a:ext>
                </a:extLst>
              </p14:cNvPr>
              <p14:cNvContentPartPr/>
              <p14:nvPr/>
            </p14:nvContentPartPr>
            <p14:xfrm>
              <a:off x="7877917" y="3877545"/>
              <a:ext cx="506520" cy="625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806848-C5A9-9EAF-A126-1820126B74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60277" y="3859905"/>
                <a:ext cx="542160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93925E-30CA-811F-75EF-FD7BE8B2909E}"/>
                  </a:ext>
                </a:extLst>
              </p14:cNvPr>
              <p14:cNvContentPartPr/>
              <p14:nvPr/>
            </p14:nvContentPartPr>
            <p14:xfrm>
              <a:off x="7012477" y="4942065"/>
              <a:ext cx="558000" cy="879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93925E-30CA-811F-75EF-FD7BE8B290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94477" y="4924425"/>
                <a:ext cx="593640" cy="91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46050" y="6096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6096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146050" y="1371600"/>
          <a:ext cx="89217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1371600"/>
                        <a:ext cx="8921750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76200" y="1981200"/>
          <a:ext cx="89217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705600" progId="Word.Document.12">
                  <p:embed/>
                </p:oleObj>
              </mc:Choice>
              <mc:Fallback>
                <p:oleObj name="Document" r:id="rId6" imgW="5949456" imgH="70560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81200"/>
                        <a:ext cx="892175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76200" y="3262312"/>
          <a:ext cx="892175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467280" progId="Word.Document.12">
                  <p:embed/>
                </p:oleObj>
              </mc:Choice>
              <mc:Fallback>
                <p:oleObj name="Document" r:id="rId8" imgW="5949456" imgH="46728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262312"/>
                        <a:ext cx="892175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76200" y="4419600"/>
          <a:ext cx="89217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701640" progId="Word.Document.12">
                  <p:embed/>
                </p:oleObj>
              </mc:Choice>
              <mc:Fallback>
                <p:oleObj name="Document" r:id="rId10" imgW="5949456" imgH="701640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419600"/>
                        <a:ext cx="89217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0F19FB5A-59A0-E168-1BCF-C6F6B89E666D}"/>
              </a:ext>
            </a:extLst>
          </p:cNvPr>
          <p:cNvGrpSpPr/>
          <p:nvPr/>
        </p:nvGrpSpPr>
        <p:grpSpPr>
          <a:xfrm>
            <a:off x="2034397" y="5740905"/>
            <a:ext cx="1819440" cy="541800"/>
            <a:chOff x="2034397" y="5740905"/>
            <a:chExt cx="181944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64B7CA-B059-5C77-B14A-0CF2026B2A8F}"/>
                    </a:ext>
                  </a:extLst>
                </p14:cNvPr>
                <p14:cNvContentPartPr/>
                <p14:nvPr/>
              </p14:nvContentPartPr>
              <p14:xfrm>
                <a:off x="2034397" y="5870505"/>
                <a:ext cx="275400" cy="338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64B7CA-B059-5C77-B14A-0CF2026B2A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6757" y="5852505"/>
                  <a:ext cx="3110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0AF2B5-D209-386F-FB6E-E2286C6676C2}"/>
                    </a:ext>
                  </a:extLst>
                </p14:cNvPr>
                <p14:cNvContentPartPr/>
                <p14:nvPr/>
              </p14:nvContentPartPr>
              <p14:xfrm>
                <a:off x="2086597" y="5870145"/>
                <a:ext cx="207720" cy="328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0AF2B5-D209-386F-FB6E-E2286C6676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68597" y="5852505"/>
                  <a:ext cx="2433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D992BA7-3927-7627-6E13-B7CB6F6A0003}"/>
                    </a:ext>
                  </a:extLst>
                </p14:cNvPr>
                <p14:cNvContentPartPr/>
                <p14:nvPr/>
              </p14:nvContentPartPr>
              <p14:xfrm>
                <a:off x="2392237" y="5970945"/>
                <a:ext cx="210960" cy="218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D992BA7-3927-7627-6E13-B7CB6F6A00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74237" y="5952945"/>
                  <a:ext cx="2466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0E08CC8-FD1B-3140-AF56-4A250A20CFEF}"/>
                    </a:ext>
                  </a:extLst>
                </p14:cNvPr>
                <p14:cNvContentPartPr/>
                <p14:nvPr/>
              </p14:nvContentPartPr>
              <p14:xfrm>
                <a:off x="2381797" y="6082545"/>
                <a:ext cx="258120" cy="17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0E08CC8-FD1B-3140-AF56-4A250A20CF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64157" y="6064905"/>
                  <a:ext cx="293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D62E58E-006D-54F4-4012-E07D6640AC61}"/>
                    </a:ext>
                  </a:extLst>
                </p14:cNvPr>
                <p14:cNvContentPartPr/>
                <p14:nvPr/>
              </p14:nvContentPartPr>
              <p14:xfrm>
                <a:off x="2745037" y="5798865"/>
                <a:ext cx="216360" cy="450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D62E58E-006D-54F4-4012-E07D6640AC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27037" y="5780865"/>
                  <a:ext cx="2520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CDD565-368B-97F1-A631-31AE51BCA97F}"/>
                    </a:ext>
                  </a:extLst>
                </p14:cNvPr>
                <p14:cNvContentPartPr/>
                <p14:nvPr/>
              </p14:nvContentPartPr>
              <p14:xfrm>
                <a:off x="2994157" y="5947545"/>
                <a:ext cx="156600" cy="216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CDD565-368B-97F1-A631-31AE51BCA9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76157" y="5929545"/>
                  <a:ext cx="192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480E198-4F79-E72D-22AA-936BC275CA49}"/>
                    </a:ext>
                  </a:extLst>
                </p14:cNvPr>
                <p14:cNvContentPartPr/>
                <p14:nvPr/>
              </p14:nvContentPartPr>
              <p14:xfrm>
                <a:off x="3202957" y="6105945"/>
                <a:ext cx="74160" cy="176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480E198-4F79-E72D-22AA-936BC275CA4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84957" y="6088305"/>
                  <a:ext cx="109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6E9B2A-A0AA-ACF6-9480-9719464035B9}"/>
                    </a:ext>
                  </a:extLst>
                </p14:cNvPr>
                <p14:cNvContentPartPr/>
                <p14:nvPr/>
              </p14:nvContentPartPr>
              <p14:xfrm>
                <a:off x="3435517" y="5883825"/>
                <a:ext cx="154440" cy="253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6E9B2A-A0AA-ACF6-9480-9719464035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17877" y="5866185"/>
                  <a:ext cx="1900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C5124D4-08D3-D3F2-9F2E-E095127F1B38}"/>
                    </a:ext>
                  </a:extLst>
                </p14:cNvPr>
                <p14:cNvContentPartPr/>
                <p14:nvPr/>
              </p14:nvContentPartPr>
              <p14:xfrm>
                <a:off x="3457837" y="6150945"/>
                <a:ext cx="174960" cy="35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C5124D4-08D3-D3F2-9F2E-E095127F1B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39837" y="6132945"/>
                  <a:ext cx="210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F95079-30D5-CC52-BA2F-B86C20A3AC11}"/>
                    </a:ext>
                  </a:extLst>
                </p14:cNvPr>
                <p14:cNvContentPartPr/>
                <p14:nvPr/>
              </p14:nvContentPartPr>
              <p14:xfrm>
                <a:off x="3717757" y="5740905"/>
                <a:ext cx="136080" cy="441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F95079-30D5-CC52-BA2F-B86C20A3AC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00117" y="5723265"/>
                  <a:ext cx="171720" cy="476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46050" y="6096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6096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" y="1371600"/>
          <a:ext cx="8924925" cy="35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371600"/>
                        <a:ext cx="8924925" cy="35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76200" y="1859755"/>
          <a:ext cx="8924925" cy="35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859755"/>
                        <a:ext cx="8924925" cy="35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66675" y="2514600"/>
          <a:ext cx="8924925" cy="1073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716400" progId="Word.Document.12">
                  <p:embed/>
                </p:oleObj>
              </mc:Choice>
              <mc:Fallback>
                <p:oleObj name="Document" r:id="rId8" imgW="5949456" imgH="71640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" y="2514600"/>
                        <a:ext cx="8924925" cy="1073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76200" y="3810000"/>
          <a:ext cx="892492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467280" progId="Word.Document.12">
                  <p:embed/>
                </p:oleObj>
              </mc:Choice>
              <mc:Fallback>
                <p:oleObj name="Document" r:id="rId10" imgW="5949456" imgH="46728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810000"/>
                        <a:ext cx="892492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152400" y="4648200"/>
          <a:ext cx="883920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6093237" imgH="818640" progId="Word.Document.12">
                  <p:embed/>
                </p:oleObj>
              </mc:Choice>
              <mc:Fallback>
                <p:oleObj name="Document" r:id="rId12" imgW="6093237" imgH="818640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648200"/>
                        <a:ext cx="8839200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055144-DBFB-2BB4-55EB-0B7CCC53D24C}"/>
                  </a:ext>
                </a:extLst>
              </p14:cNvPr>
              <p14:cNvContentPartPr/>
              <p14:nvPr/>
            </p14:nvContentPartPr>
            <p14:xfrm>
              <a:off x="2094517" y="4744065"/>
              <a:ext cx="268560" cy="55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055144-DBFB-2BB4-55EB-0B7CCC53D24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76517" y="4726065"/>
                <a:ext cx="304200" cy="59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9DEC4D6-239F-BB9D-DAF6-F0B242E270F7}"/>
              </a:ext>
            </a:extLst>
          </p:cNvPr>
          <p:cNvGrpSpPr/>
          <p:nvPr/>
        </p:nvGrpSpPr>
        <p:grpSpPr>
          <a:xfrm>
            <a:off x="2879677" y="4550745"/>
            <a:ext cx="572040" cy="878760"/>
            <a:chOff x="2879677" y="4550745"/>
            <a:chExt cx="572040" cy="87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D7A091-DB4E-CEDD-7A0B-6D9D1BA65EE5}"/>
                    </a:ext>
                  </a:extLst>
                </p14:cNvPr>
                <p14:cNvContentPartPr/>
                <p14:nvPr/>
              </p14:nvContentPartPr>
              <p14:xfrm>
                <a:off x="3147877" y="4768545"/>
                <a:ext cx="109440" cy="23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D7A091-DB4E-CEDD-7A0B-6D9D1BA65EE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29877" y="4750545"/>
                  <a:ext cx="145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8457130-480B-03BC-E3B9-2F19C5FF5534}"/>
                    </a:ext>
                  </a:extLst>
                </p14:cNvPr>
                <p14:cNvContentPartPr/>
                <p14:nvPr/>
              </p14:nvContentPartPr>
              <p14:xfrm>
                <a:off x="2879677" y="4550745"/>
                <a:ext cx="475560" cy="509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8457130-480B-03BC-E3B9-2F19C5FF553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62037" y="4532745"/>
                  <a:ext cx="5112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DFE4E48-B72D-4C02-69F0-2BFA69311194}"/>
                    </a:ext>
                  </a:extLst>
                </p14:cNvPr>
                <p14:cNvContentPartPr/>
                <p14:nvPr/>
              </p14:nvContentPartPr>
              <p14:xfrm>
                <a:off x="2890837" y="5016585"/>
                <a:ext cx="560880" cy="412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DFE4E48-B72D-4C02-69F0-2BFA693111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72837" y="4998945"/>
                  <a:ext cx="596520" cy="448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52400" y="1219200"/>
          <a:ext cx="8550275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868320" progId="Word.Document.12">
                  <p:embed/>
                </p:oleObj>
              </mc:Choice>
              <mc:Fallback>
                <p:oleObj name="Document" r:id="rId2" imgW="5949456" imgH="86832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19200"/>
                        <a:ext cx="8550275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146050" y="6096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6096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76200" y="2514600"/>
          <a:ext cx="855027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1168560" progId="Word.Document.12">
                  <p:embed/>
                </p:oleObj>
              </mc:Choice>
              <mc:Fallback>
                <p:oleObj name="Document" r:id="rId6" imgW="5949456" imgH="116856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514600"/>
                        <a:ext cx="855027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152400" y="1219200"/>
          <a:ext cx="8924925" cy="35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19200"/>
                        <a:ext cx="8924925" cy="35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76200" y="1783555"/>
          <a:ext cx="8924925" cy="141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943920" progId="Word.Document.12">
                  <p:embed/>
                </p:oleObj>
              </mc:Choice>
              <mc:Fallback>
                <p:oleObj name="Document" r:id="rId4" imgW="5949456" imgH="94392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783555"/>
                        <a:ext cx="8924925" cy="1416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76200" y="3429000"/>
          <a:ext cx="8924925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1424880" progId="Word.Document.12">
                  <p:embed/>
                </p:oleObj>
              </mc:Choice>
              <mc:Fallback>
                <p:oleObj name="Document" r:id="rId6" imgW="5949456" imgH="142488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429000"/>
                        <a:ext cx="8924925" cy="213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146050" y="6096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6096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228040"/>
              </p:ext>
            </p:extLst>
          </p:nvPr>
        </p:nvGraphicFramePr>
        <p:xfrm>
          <a:off x="87313" y="1614488"/>
          <a:ext cx="8540750" cy="270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0848" imgH="1881173" progId="Word.Document.12">
                  <p:embed/>
                </p:oleObj>
              </mc:Choice>
              <mc:Fallback>
                <p:oleObj name="Document" r:id="rId2" imgW="5940848" imgH="188117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3" y="1614488"/>
                        <a:ext cx="8540750" cy="270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146050" y="6096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6096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152400" y="1143000"/>
          <a:ext cx="8839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467280" progId="Word.Document.12">
                  <p:embed/>
                </p:oleObj>
              </mc:Choice>
              <mc:Fallback>
                <p:oleObj name="Document" r:id="rId2" imgW="5949456" imgH="46728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43000"/>
                        <a:ext cx="8839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76200" y="1978819"/>
          <a:ext cx="8924925" cy="2135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1423800" progId="Word.Document.12">
                  <p:embed/>
                </p:oleObj>
              </mc:Choice>
              <mc:Fallback>
                <p:oleObj name="Document" r:id="rId4" imgW="5949456" imgH="142380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78819"/>
                        <a:ext cx="8924925" cy="2135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155575" y="4356100"/>
          <a:ext cx="8912225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1264320" progId="Word.Document.12">
                  <p:embed/>
                </p:oleObj>
              </mc:Choice>
              <mc:Fallback>
                <p:oleObj name="Document" r:id="rId6" imgW="5949456" imgH="126432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4356100"/>
                        <a:ext cx="8912225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146050" y="6096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6096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2286000" y="933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 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0" y="1266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76200" y="1295400"/>
          <a:ext cx="892175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811080" progId="Word.Document.12">
                  <p:embed/>
                </p:oleObj>
              </mc:Choice>
              <mc:Fallback>
                <p:oleObj name="Document" r:id="rId2" imgW="5949456" imgH="811080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295400"/>
                        <a:ext cx="8921750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146050" y="6096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6096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125412" y="2911475"/>
          <a:ext cx="8637588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1668600" progId="Word.Document.12">
                  <p:embed/>
                </p:oleObj>
              </mc:Choice>
              <mc:Fallback>
                <p:oleObj name="Document" r:id="rId6" imgW="5949456" imgH="1668600" progId="Word.Document.12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" y="2911475"/>
                        <a:ext cx="8637588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304800" y="3306763"/>
          <a:ext cx="855027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306763"/>
                        <a:ext cx="8550275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586206-FD45-E91C-391E-78D5D2E8D53D}"/>
                  </a:ext>
                </a:extLst>
              </p14:cNvPr>
              <p14:cNvContentPartPr/>
              <p14:nvPr/>
            </p14:nvContentPartPr>
            <p14:xfrm>
              <a:off x="3852060" y="2179260"/>
              <a:ext cx="75240" cy="31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586206-FD45-E91C-391E-78D5D2E8D5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43420" y="2170620"/>
                <a:ext cx="92880" cy="4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286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228600" y="11430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228600" y="1570038"/>
          <a:ext cx="855027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70038"/>
                        <a:ext cx="8550275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228600" y="2057400"/>
          <a:ext cx="8623300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282760" progId="Word.Document.12">
                  <p:embed/>
                </p:oleObj>
              </mc:Choice>
              <mc:Fallback>
                <p:oleObj name="Document" r:id="rId8" imgW="5949456" imgH="228276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8623300" cy="330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286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228600" y="1143000"/>
          <a:ext cx="85502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467280" progId="Word.Document.12">
                  <p:embed/>
                </p:oleObj>
              </mc:Choice>
              <mc:Fallback>
                <p:oleObj name="Document" r:id="rId4" imgW="5949456" imgH="46728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855027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228600" y="20574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228600" y="2667000"/>
          <a:ext cx="8623300" cy="261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1801800" progId="Word.Document.12">
                  <p:embed/>
                </p:oleObj>
              </mc:Choice>
              <mc:Fallback>
                <p:oleObj name="Document" r:id="rId8" imgW="5949456" imgH="180180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8623300" cy="261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5F1643E-6814-B4B2-2D30-DC0EACC4D629}"/>
                  </a:ext>
                </a:extLst>
              </p14:cNvPr>
              <p14:cNvContentPartPr/>
              <p14:nvPr/>
            </p14:nvContentPartPr>
            <p14:xfrm>
              <a:off x="6472117" y="2157465"/>
              <a:ext cx="6840" cy="7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5F1643E-6814-B4B2-2D30-DC0EACC4D62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454477" y="2139465"/>
                <a:ext cx="424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521" name="Ink 21520">
                <a:extLst>
                  <a:ext uri="{FF2B5EF4-FFF2-40B4-BE49-F238E27FC236}">
                    <a16:creationId xmlns:a16="http://schemas.microsoft.com/office/drawing/2014/main" id="{CB9105EA-A64F-6533-75EC-118C33A3C228}"/>
                  </a:ext>
                </a:extLst>
              </p14:cNvPr>
              <p14:cNvContentPartPr/>
              <p14:nvPr/>
            </p14:nvContentPartPr>
            <p14:xfrm>
              <a:off x="8873677" y="3344025"/>
              <a:ext cx="16920" cy="28440"/>
            </p14:xfrm>
          </p:contentPart>
        </mc:Choice>
        <mc:Fallback xmlns="">
          <p:pic>
            <p:nvPicPr>
              <p:cNvPr id="21521" name="Ink 21520">
                <a:extLst>
                  <a:ext uri="{FF2B5EF4-FFF2-40B4-BE49-F238E27FC236}">
                    <a16:creationId xmlns:a16="http://schemas.microsoft.com/office/drawing/2014/main" id="{CB9105EA-A64F-6533-75EC-118C33A3C22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855286" y="3326025"/>
                <a:ext cx="53335" cy="6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223837" y="1371600"/>
          <a:ext cx="86233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467280" progId="Word.Document.12">
                  <p:embed/>
                </p:oleObj>
              </mc:Choice>
              <mc:Fallback>
                <p:oleObj name="Document" r:id="rId2" imgW="5949456" imgH="46728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" y="1371600"/>
                        <a:ext cx="86233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152400" y="2133600"/>
          <a:ext cx="883285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093237" imgH="809640" progId="Word.Document.12">
                  <p:embed/>
                </p:oleObj>
              </mc:Choice>
              <mc:Fallback>
                <p:oleObj name="Document" r:id="rId4" imgW="6093237" imgH="809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133600"/>
                        <a:ext cx="883285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2286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76200" y="1438275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438275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76200" y="19050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050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80963" y="2286000"/>
          <a:ext cx="8612187" cy="284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0848" imgH="1963731" progId="Word.Document.12">
                  <p:embed/>
                </p:oleObj>
              </mc:Choice>
              <mc:Fallback>
                <p:oleObj name="Document" r:id="rId6" imgW="5940848" imgH="1963731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3" y="2286000"/>
                        <a:ext cx="8612187" cy="284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2286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76200" y="1143000"/>
          <a:ext cx="8627428" cy="338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43000"/>
                        <a:ext cx="8627428" cy="338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76200" y="1583769"/>
          <a:ext cx="8627428" cy="1388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956520" progId="Word.Document.12">
                  <p:embed/>
                </p:oleObj>
              </mc:Choice>
              <mc:Fallback>
                <p:oleObj name="Document" r:id="rId4" imgW="5949456" imgH="95652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583769"/>
                        <a:ext cx="8627428" cy="1388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286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300037" y="3284538"/>
          <a:ext cx="86233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467280" progId="Word.Document.12">
                  <p:embed/>
                </p:oleObj>
              </mc:Choice>
              <mc:Fallback>
                <p:oleObj name="Document" r:id="rId8" imgW="5949456" imgH="46728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" y="3284538"/>
                        <a:ext cx="862330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228600" y="4160837"/>
          <a:ext cx="883285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6093237" imgH="809640" progId="Word.Document.12">
                  <p:embed/>
                </p:oleObj>
              </mc:Choice>
              <mc:Fallback>
                <p:oleObj name="Document" r:id="rId10" imgW="6093237" imgH="809640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160837"/>
                        <a:ext cx="883285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76200" y="11430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430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76200" y="1524000"/>
          <a:ext cx="855027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524000"/>
                        <a:ext cx="8550275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76200" y="1905000"/>
          <a:ext cx="86233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467280" progId="Word.Document.12">
                  <p:embed/>
                </p:oleObj>
              </mc:Choice>
              <mc:Fallback>
                <p:oleObj name="Document" r:id="rId6" imgW="5949456" imgH="46728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05000"/>
                        <a:ext cx="86233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76200" y="2667000"/>
          <a:ext cx="8623300" cy="138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954360" progId="Word.Document.12">
                  <p:embed/>
                </p:oleObj>
              </mc:Choice>
              <mc:Fallback>
                <p:oleObj name="Document" r:id="rId8" imgW="5949456" imgH="95436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667000"/>
                        <a:ext cx="8623300" cy="138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2286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233640" progId="Word.Document.12">
                  <p:embed/>
                </p:oleObj>
              </mc:Choice>
              <mc:Fallback>
                <p:oleObj name="Document" r:id="rId10" imgW="5949456" imgH="23364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28600" y="2819400"/>
          <a:ext cx="84582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819400"/>
                        <a:ext cx="84582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152400" y="1125537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25537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152400" y="1625600"/>
          <a:ext cx="86233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718560" progId="Word.Document.12">
                  <p:embed/>
                </p:oleObj>
              </mc:Choice>
              <mc:Fallback>
                <p:oleObj name="Document" r:id="rId6" imgW="5949456" imgH="71856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25600"/>
                        <a:ext cx="86233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152400" y="2930525"/>
          <a:ext cx="8623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8320" progId="Word.Document.12">
                  <p:embed/>
                </p:oleObj>
              </mc:Choice>
              <mc:Fallback>
                <p:oleObj name="Document" r:id="rId8" imgW="5949456" imgH="23832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930525"/>
                        <a:ext cx="86233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152400" y="3565525"/>
          <a:ext cx="855027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1168560" progId="Word.Document.12">
                  <p:embed/>
                </p:oleObj>
              </mc:Choice>
              <mc:Fallback>
                <p:oleObj name="Document" r:id="rId10" imgW="5949456" imgH="116856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565525"/>
                        <a:ext cx="855027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76200" y="11430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430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76200" y="1600200"/>
          <a:ext cx="8623300" cy="197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1361160" progId="Word.Document.12">
                  <p:embed/>
                </p:oleObj>
              </mc:Choice>
              <mc:Fallback>
                <p:oleObj name="Document" r:id="rId4" imgW="5949456" imgH="136116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600200"/>
                        <a:ext cx="8623300" cy="197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76200" y="3463925"/>
          <a:ext cx="8623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8320" progId="Word.Document.12">
                  <p:embed/>
                </p:oleObj>
              </mc:Choice>
              <mc:Fallback>
                <p:oleObj name="Document" r:id="rId6" imgW="5949456" imgH="23832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463925"/>
                        <a:ext cx="86233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76200" y="4038600"/>
          <a:ext cx="8623300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1441080" progId="Word.Document.12">
                  <p:embed/>
                </p:oleObj>
              </mc:Choice>
              <mc:Fallback>
                <p:oleObj name="Document" r:id="rId8" imgW="5949456" imgH="144108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038600"/>
                        <a:ext cx="8623300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233640" progId="Word.Document.12">
                  <p:embed/>
                </p:oleObj>
              </mc:Choice>
              <mc:Fallback>
                <p:oleObj name="Document" r:id="rId10" imgW="5949456" imgH="23364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344487" y="2520950"/>
          <a:ext cx="8647113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1201680" progId="Word.Document.12">
                  <p:embed/>
                </p:oleObj>
              </mc:Choice>
              <mc:Fallback>
                <p:oleObj name="Document" r:id="rId2" imgW="5949456" imgH="120168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" y="2520950"/>
                        <a:ext cx="8647113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381000" y="1217612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7612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381000" y="1787525"/>
          <a:ext cx="8623300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1343160" progId="Word.Document.12">
                  <p:embed/>
                </p:oleObj>
              </mc:Choice>
              <mc:Fallback>
                <p:oleObj name="Document" r:id="rId4" imgW="5949456" imgH="134316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787525"/>
                        <a:ext cx="8623300" cy="194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457200" y="3921125"/>
          <a:ext cx="86233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344160" progId="Word.Document.12">
                  <p:embed/>
                </p:oleObj>
              </mc:Choice>
              <mc:Fallback>
                <p:oleObj name="Document" r:id="rId6" imgW="5949456" imgH="34416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21125"/>
                        <a:ext cx="86233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63500" y="4646612"/>
          <a:ext cx="86233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474120" progId="Word.Document.12">
                  <p:embed/>
                </p:oleObj>
              </mc:Choice>
              <mc:Fallback>
                <p:oleObj name="Document" r:id="rId8" imgW="5949456" imgH="47412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" y="4646612"/>
                        <a:ext cx="86233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233640" progId="Word.Document.12">
                  <p:embed/>
                </p:oleObj>
              </mc:Choice>
              <mc:Fallback>
                <p:oleObj name="Document" r:id="rId10" imgW="5949456" imgH="23364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76200" y="1828800"/>
          <a:ext cx="8620125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1640160" progId="Word.Document.12">
                  <p:embed/>
                </p:oleObj>
              </mc:Choice>
              <mc:Fallback>
                <p:oleObj name="Document" r:id="rId2" imgW="5949456" imgH="164016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828800"/>
                        <a:ext cx="8620125" cy="2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152400" y="1185862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85862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152400" y="1676400"/>
          <a:ext cx="86233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1248120" progId="Word.Document.12">
                  <p:embed/>
                </p:oleObj>
              </mc:Choice>
              <mc:Fallback>
                <p:oleObj name="Document" r:id="rId4" imgW="5949456" imgH="124812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76400"/>
                        <a:ext cx="8623300" cy="180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152400" y="3662362"/>
          <a:ext cx="8623300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099880" progId="Word.Document.12">
                  <p:embed/>
                </p:oleObj>
              </mc:Choice>
              <mc:Fallback>
                <p:oleObj name="Document" r:id="rId6" imgW="5949456" imgH="209988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662362"/>
                        <a:ext cx="8623300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368300" y="2770188"/>
          <a:ext cx="86233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555480" progId="Word.Document.12">
                  <p:embed/>
                </p:oleObj>
              </mc:Choice>
              <mc:Fallback>
                <p:oleObj name="Document" r:id="rId2" imgW="5949456" imgH="55548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2770188"/>
                        <a:ext cx="86233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368300" y="3986212"/>
          <a:ext cx="8623300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1193040" progId="Word.Document.12">
                  <p:embed/>
                </p:oleObj>
              </mc:Choice>
              <mc:Fallback>
                <p:oleObj name="Document" r:id="rId4" imgW="5949456" imgH="11930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3986212"/>
                        <a:ext cx="8623300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292100" y="1143000"/>
          <a:ext cx="86233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685440" progId="Word.Document.12">
                  <p:embed/>
                </p:oleObj>
              </mc:Choice>
              <mc:Fallback>
                <p:oleObj name="Document" r:id="rId6" imgW="5949456" imgH="6854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1143000"/>
                        <a:ext cx="86233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381000" y="2133600"/>
          <a:ext cx="8620125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951840" progId="Word.Document.12">
                  <p:embed/>
                </p:oleObj>
              </mc:Choice>
              <mc:Fallback>
                <p:oleObj name="Document" r:id="rId2" imgW="5949456" imgH="9518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33600"/>
                        <a:ext cx="8620125" cy="137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486092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Moivre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Laplace: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8600" y="609600"/>
          <a:ext cx="85502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600"/>
                        <a:ext cx="85502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157025"/>
              </p:ext>
            </p:extLst>
          </p:nvPr>
        </p:nvGraphicFramePr>
        <p:xfrm>
          <a:off x="304800" y="1828800"/>
          <a:ext cx="86106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0848" imgH="3613093" progId="Word.Document.12">
                  <p:embed/>
                </p:oleObj>
              </mc:Choice>
              <mc:Fallback>
                <p:oleObj name="Document" r:id="rId4" imgW="5940848" imgH="36130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1828800"/>
                        <a:ext cx="8610600" cy="487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4881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1857</TotalTime>
  <Words>7</Words>
  <Application>Microsoft Office PowerPoint</Application>
  <PresentationFormat>On-screen Show (4:3)</PresentationFormat>
  <Paragraphs>2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Franklin Gothic Book</vt:lpstr>
      <vt:lpstr>Franklin Gothic Medium</vt:lpstr>
      <vt:lpstr>Times New Roman</vt:lpstr>
      <vt:lpstr>Wingdings 2</vt:lpstr>
      <vt:lpstr>Trek</vt:lpstr>
      <vt:lpstr>Document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Vo thuy</cp:lastModifiedBy>
  <cp:revision>77</cp:revision>
  <dcterms:created xsi:type="dcterms:W3CDTF">2014-07-07T07:21:38Z</dcterms:created>
  <dcterms:modified xsi:type="dcterms:W3CDTF">2024-10-18T06:32:41Z</dcterms:modified>
</cp:coreProperties>
</file>