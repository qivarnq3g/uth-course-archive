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71" r:id="rId3"/>
    <p:sldId id="257" r:id="rId4"/>
    <p:sldId id="258" r:id="rId5"/>
    <p:sldId id="259" r:id="rId6"/>
    <p:sldId id="269" r:id="rId7"/>
    <p:sldId id="260" r:id="rId8"/>
    <p:sldId id="262" r:id="rId9"/>
    <p:sldId id="270" r:id="rId10"/>
    <p:sldId id="263" r:id="rId11"/>
    <p:sldId id="264" r:id="rId12"/>
    <p:sldId id="272" r:id="rId13"/>
    <p:sldId id="265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19T06:24:2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2992 0 0,'0'12'1205'0'0,"0"-9"-197"0"0,0-1-100 0 0,8 17 128 0 0,-7-18-898 0 0,0 0 1 0 0,-1 0 0 0 0,1 0-1 0 0,0 0 1 0 0,-1 0-1 0 0,1 0 1 0 0,0 0 0 0 0,-1 0-1 0 0,0 0 1 0 0,1 1 0 0 0,-1-1-1 0 0,1 0 1 0 0,-1 0-1 0 0,0 1 1 0 0,0-1 0 0 0,0 0-1 0 0,0 0 1 0 0,0 1 0 0 0,0-1-1 0 0,0 0 1 0 0,0 0-1 0 0,-1 1 1 0 0,1 0 0 0 0,-1-1-66 0 0,2-3-2227 0 0,-1 1 1712 0 0,1-1-1 0 0,-1 1 1 0 0,0 0-1 0 0,0 0 1 0 0,0 0 0 0 0,0-1-1 0 0,1 1 1 0 0,-2 0-1 0 0,1 0 1 0 0,0-1-1 0 0,0 1 1 0 0,-1-2 0 0 0,-1 2-750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79B1F-DA58-4E85-8D01-CCF391BA5E6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A05ED7B1-C364-4DC8-A977-EE124D262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79B1F-DA58-4E85-8D01-CCF391BA5E6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A05ED7B1-C364-4DC8-A977-EE124D262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79B1F-DA58-4E85-8D01-CCF391BA5E6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ED7B1-C364-4DC8-A977-EE124D262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79B1F-DA58-4E85-8D01-CCF391BA5E6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ED7B1-C364-4DC8-A977-EE124D262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79B1F-DA58-4E85-8D01-CCF391BA5E6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A05ED7B1-C364-4DC8-A977-EE124D262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79B1F-DA58-4E85-8D01-CCF391BA5E6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ED7B1-C364-4DC8-A977-EE124D262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79B1F-DA58-4E85-8D01-CCF391BA5E6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ED7B1-C364-4DC8-A977-EE124D262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79B1F-DA58-4E85-8D01-CCF391BA5E6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ED7B1-C364-4DC8-A977-EE124D262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79B1F-DA58-4E85-8D01-CCF391BA5E6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ED7B1-C364-4DC8-A977-EE124D262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79B1F-DA58-4E85-8D01-CCF391BA5E6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ED7B1-C364-4DC8-A977-EE124D262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79B1F-DA58-4E85-8D01-CCF391BA5E6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ED7B1-C364-4DC8-A977-EE124D262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BA79B1F-DA58-4E85-8D01-CCF391BA5E6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A05ED7B1-C364-4DC8-A977-EE124D262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4.docx"/><Relationship Id="rId13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12" Type="http://schemas.openxmlformats.org/officeDocument/2006/relationships/package" Target="../embeddings/Microsoft_Word_Document6.docx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3.docx"/><Relationship Id="rId11" Type="http://schemas.openxmlformats.org/officeDocument/2006/relationships/image" Target="../media/image7.emf"/><Relationship Id="rId5" Type="http://schemas.openxmlformats.org/officeDocument/2006/relationships/image" Target="../media/image4.emf"/><Relationship Id="rId15" Type="http://schemas.openxmlformats.org/officeDocument/2006/relationships/image" Target="../media/image9.emf"/><Relationship Id="rId10" Type="http://schemas.openxmlformats.org/officeDocument/2006/relationships/package" Target="../embeddings/Microsoft_Word_Document5.docx"/><Relationship Id="rId4" Type="http://schemas.openxmlformats.org/officeDocument/2006/relationships/package" Target="../embeddings/Microsoft_Word_Document2.docx"/><Relationship Id="rId9" Type="http://schemas.openxmlformats.org/officeDocument/2006/relationships/image" Target="../media/image6.emf"/><Relationship Id="rId14" Type="http://schemas.openxmlformats.org/officeDocument/2006/relationships/package" Target="../embeddings/Microsoft_Word_Document7.docx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11.docx"/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2" Type="http://schemas.openxmlformats.org/officeDocument/2006/relationships/package" Target="../embeddings/Microsoft_Word_Document8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10.docx"/><Relationship Id="rId11" Type="http://schemas.openxmlformats.org/officeDocument/2006/relationships/image" Target="../media/image3.emf"/><Relationship Id="rId5" Type="http://schemas.openxmlformats.org/officeDocument/2006/relationships/image" Target="../media/image11.emf"/><Relationship Id="rId10" Type="http://schemas.openxmlformats.org/officeDocument/2006/relationships/package" Target="../embeddings/Microsoft_Word_Document12.docx"/><Relationship Id="rId4" Type="http://schemas.openxmlformats.org/officeDocument/2006/relationships/package" Target="../embeddings/Microsoft_Word_Document9.docx"/><Relationship Id="rId9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16.docx"/><Relationship Id="rId3" Type="http://schemas.openxmlformats.org/officeDocument/2006/relationships/image" Target="../media/image14.emf"/><Relationship Id="rId7" Type="http://schemas.openxmlformats.org/officeDocument/2006/relationships/image" Target="../media/image16.emf"/><Relationship Id="rId2" Type="http://schemas.openxmlformats.org/officeDocument/2006/relationships/package" Target="../embeddings/Microsoft_Word_Document13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15.docx"/><Relationship Id="rId11" Type="http://schemas.openxmlformats.org/officeDocument/2006/relationships/image" Target="../media/image3.emf"/><Relationship Id="rId5" Type="http://schemas.openxmlformats.org/officeDocument/2006/relationships/image" Target="../media/image15.emf"/><Relationship Id="rId10" Type="http://schemas.openxmlformats.org/officeDocument/2006/relationships/package" Target="../embeddings/Microsoft_Word_Document17.docx"/><Relationship Id="rId4" Type="http://schemas.openxmlformats.org/officeDocument/2006/relationships/package" Target="../embeddings/Microsoft_Word_Document14.docx"/><Relationship Id="rId9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21.docx"/><Relationship Id="rId3" Type="http://schemas.openxmlformats.org/officeDocument/2006/relationships/image" Target="../media/image18.emf"/><Relationship Id="rId7" Type="http://schemas.openxmlformats.org/officeDocument/2006/relationships/image" Target="../media/image20.emf"/><Relationship Id="rId2" Type="http://schemas.openxmlformats.org/officeDocument/2006/relationships/package" Target="../embeddings/Microsoft_Word_Document18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20.docx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Document19.docx"/><Relationship Id="rId9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25.docx"/><Relationship Id="rId13" Type="http://schemas.openxmlformats.org/officeDocument/2006/relationships/image" Target="../media/image25.emf"/><Relationship Id="rId3" Type="http://schemas.openxmlformats.org/officeDocument/2006/relationships/image" Target="../media/image21.emf"/><Relationship Id="rId7" Type="http://schemas.openxmlformats.org/officeDocument/2006/relationships/image" Target="../media/image3.emf"/><Relationship Id="rId12" Type="http://schemas.openxmlformats.org/officeDocument/2006/relationships/package" Target="../embeddings/Microsoft_Word_Document27.docx"/><Relationship Id="rId2" Type="http://schemas.openxmlformats.org/officeDocument/2006/relationships/package" Target="../embeddings/Microsoft_Word_Document22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24.docx"/><Relationship Id="rId11" Type="http://schemas.openxmlformats.org/officeDocument/2006/relationships/image" Target="../media/image24.emf"/><Relationship Id="rId5" Type="http://schemas.openxmlformats.org/officeDocument/2006/relationships/image" Target="../media/image22.emf"/><Relationship Id="rId10" Type="http://schemas.openxmlformats.org/officeDocument/2006/relationships/package" Target="../embeddings/Microsoft_Word_Document26.docx"/><Relationship Id="rId4" Type="http://schemas.openxmlformats.org/officeDocument/2006/relationships/package" Target="../embeddings/Microsoft_Word_Document23.docx"/><Relationship Id="rId9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31.docx"/><Relationship Id="rId3" Type="http://schemas.openxmlformats.org/officeDocument/2006/relationships/image" Target="../media/image26.emf"/><Relationship Id="rId7" Type="http://schemas.openxmlformats.org/officeDocument/2006/relationships/image" Target="../media/image28.emf"/><Relationship Id="rId2" Type="http://schemas.openxmlformats.org/officeDocument/2006/relationships/package" Target="../embeddings/Microsoft_Word_Document28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30.docx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Document29.docx"/><Relationship Id="rId9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7" Type="http://schemas.openxmlformats.org/officeDocument/2006/relationships/image" Target="../media/image3.emf"/><Relationship Id="rId2" Type="http://schemas.openxmlformats.org/officeDocument/2006/relationships/package" Target="../embeddings/Microsoft_Word_Document32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34.docx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Document33.doc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38.docx"/><Relationship Id="rId3" Type="http://schemas.openxmlformats.org/officeDocument/2006/relationships/image" Target="../media/image31.emf"/><Relationship Id="rId7" Type="http://schemas.openxmlformats.org/officeDocument/2006/relationships/image" Target="../media/image33.emf"/><Relationship Id="rId2" Type="http://schemas.openxmlformats.org/officeDocument/2006/relationships/package" Target="../embeddings/Microsoft_Word_Document35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37.docx"/><Relationship Id="rId11" Type="http://schemas.openxmlformats.org/officeDocument/2006/relationships/image" Target="../media/image3.emf"/><Relationship Id="rId5" Type="http://schemas.openxmlformats.org/officeDocument/2006/relationships/image" Target="../media/image32.emf"/><Relationship Id="rId10" Type="http://schemas.openxmlformats.org/officeDocument/2006/relationships/package" Target="../embeddings/Microsoft_Word_Document39.docx"/><Relationship Id="rId4" Type="http://schemas.openxmlformats.org/officeDocument/2006/relationships/package" Target="../embeddings/Microsoft_Word_Document36.docx"/><Relationship Id="rId9" Type="http://schemas.openxmlformats.org/officeDocument/2006/relationships/image" Target="../media/image3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7" Type="http://schemas.openxmlformats.org/officeDocument/2006/relationships/image" Target="../media/image3.emf"/><Relationship Id="rId2" Type="http://schemas.openxmlformats.org/officeDocument/2006/relationships/package" Target="../embeddings/Microsoft_Word_Document40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42.docx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Document41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package" Target="../embeddings/Microsoft_Word_Document43.docx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47.docx"/><Relationship Id="rId3" Type="http://schemas.openxmlformats.org/officeDocument/2006/relationships/image" Target="../media/image38.emf"/><Relationship Id="rId7" Type="http://schemas.openxmlformats.org/officeDocument/2006/relationships/image" Target="../media/image40.emf"/><Relationship Id="rId2" Type="http://schemas.openxmlformats.org/officeDocument/2006/relationships/package" Target="../embeddings/Microsoft_Word_Document44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46.docx"/><Relationship Id="rId11" Type="http://schemas.openxmlformats.org/officeDocument/2006/relationships/image" Target="../media/image42.emf"/><Relationship Id="rId5" Type="http://schemas.openxmlformats.org/officeDocument/2006/relationships/image" Target="../media/image39.emf"/><Relationship Id="rId10" Type="http://schemas.openxmlformats.org/officeDocument/2006/relationships/package" Target="../embeddings/Microsoft_Word_Document48.docx"/><Relationship Id="rId4" Type="http://schemas.openxmlformats.org/officeDocument/2006/relationships/package" Target="../embeddings/Microsoft_Word_Document45.docx"/><Relationship Id="rId9" Type="http://schemas.openxmlformats.org/officeDocument/2006/relationships/image" Target="../media/image41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52.docx"/><Relationship Id="rId13" Type="http://schemas.openxmlformats.org/officeDocument/2006/relationships/image" Target="../media/image47.emf"/><Relationship Id="rId3" Type="http://schemas.openxmlformats.org/officeDocument/2006/relationships/image" Target="../media/image38.emf"/><Relationship Id="rId7" Type="http://schemas.openxmlformats.org/officeDocument/2006/relationships/image" Target="../media/image44.emf"/><Relationship Id="rId12" Type="http://schemas.openxmlformats.org/officeDocument/2006/relationships/package" Target="../embeddings/Microsoft_Word_Document54.docx"/><Relationship Id="rId2" Type="http://schemas.openxmlformats.org/officeDocument/2006/relationships/package" Target="../embeddings/Microsoft_Word_Document49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51.docx"/><Relationship Id="rId11" Type="http://schemas.openxmlformats.org/officeDocument/2006/relationships/image" Target="../media/image46.emf"/><Relationship Id="rId5" Type="http://schemas.openxmlformats.org/officeDocument/2006/relationships/image" Target="../media/image43.emf"/><Relationship Id="rId15" Type="http://schemas.openxmlformats.org/officeDocument/2006/relationships/image" Target="../media/image49.png"/><Relationship Id="rId10" Type="http://schemas.openxmlformats.org/officeDocument/2006/relationships/package" Target="../embeddings/Microsoft_Word_Document53.docx"/><Relationship Id="rId4" Type="http://schemas.openxmlformats.org/officeDocument/2006/relationships/package" Target="../embeddings/Microsoft_Word_Document50.docx"/><Relationship Id="rId9" Type="http://schemas.openxmlformats.org/officeDocument/2006/relationships/image" Target="../media/image45.emf"/><Relationship Id="rId14" Type="http://schemas.openxmlformats.org/officeDocument/2006/relationships/customXml" Target="../ink/ink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7" Type="http://schemas.openxmlformats.org/officeDocument/2006/relationships/image" Target="../media/image49.emf"/><Relationship Id="rId2" Type="http://schemas.openxmlformats.org/officeDocument/2006/relationships/package" Target="../embeddings/Microsoft_Word_Document55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57.docx"/><Relationship Id="rId5" Type="http://schemas.openxmlformats.org/officeDocument/2006/relationships/image" Target="../media/image48.emf"/><Relationship Id="rId4" Type="http://schemas.openxmlformats.org/officeDocument/2006/relationships/package" Target="../embeddings/Microsoft_Word_Document56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7" Type="http://schemas.openxmlformats.org/officeDocument/2006/relationships/image" Target="../media/image51.emf"/><Relationship Id="rId2" Type="http://schemas.openxmlformats.org/officeDocument/2006/relationships/package" Target="../embeddings/Microsoft_Word_Document58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60.docx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Document59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AAFE-4FC1-7F46-0701-4C8BEDA2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23008"/>
            <a:ext cx="8686800" cy="8382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530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685800" y="2547938"/>
          <a:ext cx="80264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547938"/>
                        <a:ext cx="802640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0" name="Object 12"/>
          <p:cNvGraphicFramePr>
            <a:graphicFrameLocks noChangeAspect="1"/>
          </p:cNvGraphicFramePr>
          <p:nvPr/>
        </p:nvGraphicFramePr>
        <p:xfrm>
          <a:off x="152400" y="642937"/>
          <a:ext cx="88582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42937"/>
                        <a:ext cx="88582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1" name="Object 13"/>
          <p:cNvGraphicFramePr>
            <a:graphicFrameLocks noChangeAspect="1"/>
          </p:cNvGraphicFramePr>
          <p:nvPr/>
        </p:nvGraphicFramePr>
        <p:xfrm>
          <a:off x="152400" y="1290638"/>
          <a:ext cx="89217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90638"/>
                        <a:ext cx="89217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3" name="Object 15"/>
          <p:cNvGraphicFramePr>
            <a:graphicFrameLocks noChangeAspect="1"/>
          </p:cNvGraphicFramePr>
          <p:nvPr/>
        </p:nvGraphicFramePr>
        <p:xfrm>
          <a:off x="76200" y="2362200"/>
          <a:ext cx="89217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700920" progId="Word.Document.12">
                  <p:embed/>
                </p:oleObj>
              </mc:Choice>
              <mc:Fallback>
                <p:oleObj name="Document" r:id="rId6" imgW="5949456" imgH="700920" progId="Word.Document.12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362200"/>
                        <a:ext cx="892175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5" name="Object 17"/>
          <p:cNvGraphicFramePr>
            <a:graphicFrameLocks noChangeAspect="1"/>
          </p:cNvGraphicFramePr>
          <p:nvPr/>
        </p:nvGraphicFramePr>
        <p:xfrm>
          <a:off x="76200" y="4114800"/>
          <a:ext cx="8921750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934560" progId="Word.Document.12">
                  <p:embed/>
                </p:oleObj>
              </mc:Choice>
              <mc:Fallback>
                <p:oleObj name="Document" r:id="rId8" imgW="5949456" imgH="934560" progId="Word.Document.12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114800"/>
                        <a:ext cx="8921750" cy="140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7" name="Object 19"/>
          <p:cNvGraphicFramePr>
            <a:graphicFrameLocks noChangeAspect="1"/>
          </p:cNvGraphicFramePr>
          <p:nvPr/>
        </p:nvGraphicFramePr>
        <p:xfrm>
          <a:off x="152400" y="3581400"/>
          <a:ext cx="8924925" cy="35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233640" progId="Word.Document.12">
                  <p:embed/>
                </p:oleObj>
              </mc:Choice>
              <mc:Fallback>
                <p:oleObj name="Document" r:id="rId10" imgW="5949456" imgH="233640" progId="Word.Document.12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581400"/>
                        <a:ext cx="8924925" cy="350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" name="Object 20"/>
          <p:cNvGraphicFramePr>
            <a:graphicFrameLocks noChangeAspect="1"/>
          </p:cNvGraphicFramePr>
          <p:nvPr/>
        </p:nvGraphicFramePr>
        <p:xfrm>
          <a:off x="76200" y="1905000"/>
          <a:ext cx="8924925" cy="35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5949456" imgH="233640" progId="Word.Document.12">
                  <p:embed/>
                </p:oleObj>
              </mc:Choice>
              <mc:Fallback>
                <p:oleObj name="Document" r:id="rId12" imgW="5949456" imgH="233640" progId="Word.Document.12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05000"/>
                        <a:ext cx="8924925" cy="350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9" name="Object 21"/>
          <p:cNvGraphicFramePr>
            <a:graphicFrameLocks noChangeAspect="1"/>
          </p:cNvGraphicFramePr>
          <p:nvPr/>
        </p:nvGraphicFramePr>
        <p:xfrm>
          <a:off x="76200" y="5638800"/>
          <a:ext cx="8977313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5949456" imgH="467280" progId="Word.Document.12">
                  <p:embed/>
                </p:oleObj>
              </mc:Choice>
              <mc:Fallback>
                <p:oleObj name="Document" r:id="rId14" imgW="5949456" imgH="467280" progId="Word.Document.12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5638800"/>
                        <a:ext cx="8977313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152400" y="3886200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886200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146050" y="4343400"/>
          <a:ext cx="8924925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714600" progId="Word.Document.12">
                  <p:embed/>
                </p:oleObj>
              </mc:Choice>
              <mc:Fallback>
                <p:oleObj name="Document" r:id="rId4" imgW="5949456" imgH="71460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4343400"/>
                        <a:ext cx="8924925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152400" y="5486400"/>
          <a:ext cx="8924925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714600" progId="Word.Document.12">
                  <p:embed/>
                </p:oleObj>
              </mc:Choice>
              <mc:Fallback>
                <p:oleObj name="Document" r:id="rId6" imgW="5949456" imgH="71460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486400"/>
                        <a:ext cx="8924925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76200" y="1143000"/>
          <a:ext cx="8921750" cy="276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1841760" progId="Word.Document.12">
                  <p:embed/>
                </p:oleObj>
              </mc:Choice>
              <mc:Fallback>
                <p:oleObj name="Document" r:id="rId8" imgW="5949456" imgH="1841760" progId="Word.Document.1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43000"/>
                        <a:ext cx="8921750" cy="276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8"/>
          <p:cNvGraphicFramePr>
            <a:graphicFrameLocks noChangeAspect="1"/>
          </p:cNvGraphicFramePr>
          <p:nvPr/>
        </p:nvGraphicFramePr>
        <p:xfrm>
          <a:off x="152400" y="642938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233640" progId="Word.Document.12">
                  <p:embed/>
                </p:oleObj>
              </mc:Choice>
              <mc:Fallback>
                <p:oleObj name="Document" r:id="rId10" imgW="5949456" imgH="233640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42938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152400" y="1219200"/>
          <a:ext cx="88392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19200"/>
                        <a:ext cx="883920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152400" y="1724025"/>
          <a:ext cx="89249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476280" progId="Word.Document.12">
                  <p:embed/>
                </p:oleObj>
              </mc:Choice>
              <mc:Fallback>
                <p:oleObj name="Document" r:id="rId4" imgW="5949456" imgH="47628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724025"/>
                        <a:ext cx="892492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152400" y="2697955"/>
          <a:ext cx="8924925" cy="1416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943920" progId="Word.Document.12">
                  <p:embed/>
                </p:oleObj>
              </mc:Choice>
              <mc:Fallback>
                <p:oleObj name="Document" r:id="rId6" imgW="5949456" imgH="94392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697955"/>
                        <a:ext cx="8924925" cy="1416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1"/>
          <p:cNvGraphicFramePr>
            <a:graphicFrameLocks noChangeAspect="1"/>
          </p:cNvGraphicFramePr>
          <p:nvPr/>
        </p:nvGraphicFramePr>
        <p:xfrm>
          <a:off x="152400" y="4345780"/>
          <a:ext cx="8924925" cy="106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710280" progId="Word.Document.12">
                  <p:embed/>
                </p:oleObj>
              </mc:Choice>
              <mc:Fallback>
                <p:oleObj name="Document" r:id="rId8" imgW="5949456" imgH="710280" progId="Word.Document.12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345780"/>
                        <a:ext cx="8924925" cy="1064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12"/>
          <p:cNvGraphicFramePr>
            <a:graphicFrameLocks noChangeAspect="1"/>
          </p:cNvGraphicFramePr>
          <p:nvPr/>
        </p:nvGraphicFramePr>
        <p:xfrm>
          <a:off x="152400" y="642938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233640" progId="Word.Document.12">
                  <p:embed/>
                </p:oleObj>
              </mc:Choice>
              <mc:Fallback>
                <p:oleObj name="Document" r:id="rId10" imgW="5949456" imgH="233640" progId="Word.Document.12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42938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76200" y="1371600"/>
          <a:ext cx="89027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1197360" progId="Word.Document.12">
                  <p:embed/>
                </p:oleObj>
              </mc:Choice>
              <mc:Fallback>
                <p:oleObj name="Document" r:id="rId2" imgW="5949456" imgH="119736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371600"/>
                        <a:ext cx="8902700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76200" y="3429000"/>
          <a:ext cx="8924925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934560" progId="Word.Document.12">
                  <p:embed/>
                </p:oleObj>
              </mc:Choice>
              <mc:Fallback>
                <p:oleObj name="Document" r:id="rId4" imgW="5949456" imgH="93456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429000"/>
                        <a:ext cx="8924925" cy="140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152400" y="5081587"/>
          <a:ext cx="89249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675720" progId="Word.Document.12">
                  <p:embed/>
                </p:oleObj>
              </mc:Choice>
              <mc:Fallback>
                <p:oleObj name="Document" r:id="rId6" imgW="5949456" imgH="67572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081587"/>
                        <a:ext cx="8924925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152400" y="642938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33640" progId="Word.Document.12">
                  <p:embed/>
                </p:oleObj>
              </mc:Choice>
              <mc:Fallback>
                <p:oleObj name="Document" r:id="rId8" imgW="5949456" imgH="23364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42938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152400" y="1219200"/>
          <a:ext cx="8924925" cy="99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664560" progId="Word.Document.12">
                  <p:embed/>
                </p:oleObj>
              </mc:Choice>
              <mc:Fallback>
                <p:oleObj name="Document" r:id="rId2" imgW="5949456" imgH="664560" progId="Word.Document.12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19200"/>
                        <a:ext cx="8924925" cy="997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142875" y="2147887"/>
          <a:ext cx="89249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44440" progId="Word.Document.12">
                  <p:embed/>
                </p:oleObj>
              </mc:Choice>
              <mc:Fallback>
                <p:oleObj name="Document" r:id="rId4" imgW="5949456" imgH="244440" progId="Word.Document.12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2147887"/>
                        <a:ext cx="892492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/>
          <p:cNvGraphicFramePr>
            <a:graphicFrameLocks noChangeAspect="1"/>
          </p:cNvGraphicFramePr>
          <p:nvPr/>
        </p:nvGraphicFramePr>
        <p:xfrm>
          <a:off x="152400" y="642938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3640" progId="Word.Document.12">
                  <p:embed/>
                </p:oleObj>
              </mc:Choice>
              <mc:Fallback>
                <p:oleObj name="Document" r:id="rId6" imgW="5949456" imgH="233640" progId="Word.Document.12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42938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/>
        </p:nvGraphicFramePr>
        <p:xfrm>
          <a:off x="152400" y="2667000"/>
          <a:ext cx="88582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33640" progId="Word.Document.12">
                  <p:embed/>
                </p:oleObj>
              </mc:Choice>
              <mc:Fallback>
                <p:oleObj name="Document" r:id="rId8" imgW="5949456" imgH="233640" progId="Word.Document.12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667000"/>
                        <a:ext cx="88582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Object 17"/>
          <p:cNvGraphicFramePr>
            <a:graphicFrameLocks noChangeAspect="1"/>
          </p:cNvGraphicFramePr>
          <p:nvPr/>
        </p:nvGraphicFramePr>
        <p:xfrm>
          <a:off x="152400" y="3276600"/>
          <a:ext cx="8921750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1096920" progId="Word.Document.12">
                  <p:embed/>
                </p:oleObj>
              </mc:Choice>
              <mc:Fallback>
                <p:oleObj name="Document" r:id="rId10" imgW="5949456" imgH="1096920" progId="Word.Document.12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276600"/>
                        <a:ext cx="8921750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6" name="Object 18"/>
          <p:cNvGraphicFramePr>
            <a:graphicFrameLocks noChangeAspect="1"/>
          </p:cNvGraphicFramePr>
          <p:nvPr/>
        </p:nvGraphicFramePr>
        <p:xfrm>
          <a:off x="76200" y="5095875"/>
          <a:ext cx="8977313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5949456" imgH="467280" progId="Word.Document.12">
                  <p:embed/>
                </p:oleObj>
              </mc:Choice>
              <mc:Fallback>
                <p:oleObj name="Document" r:id="rId12" imgW="5949456" imgH="467280" progId="Word.Document.12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5095875"/>
                        <a:ext cx="8977313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152400" y="1143000"/>
          <a:ext cx="8924925" cy="35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43000"/>
                        <a:ext cx="8924925" cy="350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146050" y="1600200"/>
          <a:ext cx="8924925" cy="35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1600200"/>
                        <a:ext cx="8924925" cy="350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76200" y="2133600"/>
          <a:ext cx="8924925" cy="451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3010680" progId="Word.Document.12">
                  <p:embed/>
                </p:oleObj>
              </mc:Choice>
              <mc:Fallback>
                <p:oleObj name="Document" r:id="rId6" imgW="5949456" imgH="301068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133600"/>
                        <a:ext cx="8924925" cy="451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152400" y="642938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33640" progId="Word.Document.12">
                  <p:embed/>
                </p:oleObj>
              </mc:Choice>
              <mc:Fallback>
                <p:oleObj name="Document" r:id="rId8" imgW="5949456" imgH="23364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42938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69850" y="1905000"/>
          <a:ext cx="8921750" cy="256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1722600" progId="Word.Document.12">
                  <p:embed/>
                </p:oleObj>
              </mc:Choice>
              <mc:Fallback>
                <p:oleObj name="Document" r:id="rId2" imgW="5949456" imgH="172260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" y="1905000"/>
                        <a:ext cx="8921750" cy="256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152400" y="1295400"/>
          <a:ext cx="88582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95400"/>
                        <a:ext cx="88582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/>
        </p:nvGraphicFramePr>
        <p:xfrm>
          <a:off x="152400" y="642938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3640" progId="Word.Document.12">
                  <p:embed/>
                </p:oleObj>
              </mc:Choice>
              <mc:Fallback>
                <p:oleObj name="Document" r:id="rId6" imgW="5949456" imgH="23364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42938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146050" y="1290638"/>
          <a:ext cx="89217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1290638"/>
                        <a:ext cx="89217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76200" y="1752600"/>
          <a:ext cx="8921750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969840" progId="Word.Document.12">
                  <p:embed/>
                </p:oleObj>
              </mc:Choice>
              <mc:Fallback>
                <p:oleObj name="Document" r:id="rId4" imgW="5949456" imgH="9698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752600"/>
                        <a:ext cx="8921750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152400" y="3429000"/>
          <a:ext cx="89217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3640" progId="Word.Document.12">
                  <p:embed/>
                </p:oleObj>
              </mc:Choice>
              <mc:Fallback>
                <p:oleObj name="Document" r:id="rId6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429000"/>
                        <a:ext cx="89217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76200" y="3946525"/>
          <a:ext cx="8931275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1685880" progId="Word.Document.12">
                  <p:embed/>
                </p:oleObj>
              </mc:Choice>
              <mc:Fallback>
                <p:oleObj name="Document" r:id="rId8" imgW="5949456" imgH="168588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946525"/>
                        <a:ext cx="8931275" cy="253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152400" y="642938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233640" progId="Word.Document.12">
                  <p:embed/>
                </p:oleObj>
              </mc:Choice>
              <mc:Fallback>
                <p:oleObj name="Document" r:id="rId10" imgW="5949456" imgH="233640" progId="Word.Document.1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42938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152400" y="1828800"/>
          <a:ext cx="8921750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959040" progId="Word.Document.12">
                  <p:embed/>
                </p:oleObj>
              </mc:Choice>
              <mc:Fallback>
                <p:oleObj name="Document" r:id="rId2" imgW="5949456" imgH="9590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828800"/>
                        <a:ext cx="8921750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146050" y="1371600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1371600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152400" y="642938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3640" progId="Word.Document.12">
                  <p:embed/>
                </p:oleObj>
              </mc:Choice>
              <mc:Fallback>
                <p:oleObj name="Document" r:id="rId6" imgW="5949456" imgH="23364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42938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685800" y="2544763"/>
          <a:ext cx="80772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544763"/>
                        <a:ext cx="807720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152400" y="566737"/>
          <a:ext cx="88582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66737"/>
                        <a:ext cx="88582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152400" y="1295400"/>
          <a:ext cx="89217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95400"/>
                        <a:ext cx="8921750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152400" y="1828800"/>
          <a:ext cx="8921750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853560" progId="Word.Document.12">
                  <p:embed/>
                </p:oleObj>
              </mc:Choice>
              <mc:Fallback>
                <p:oleObj name="Document" r:id="rId6" imgW="5949456" imgH="85356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828800"/>
                        <a:ext cx="8921750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152400" y="3505200"/>
          <a:ext cx="89217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38320" progId="Word.Document.12">
                  <p:embed/>
                </p:oleObj>
              </mc:Choice>
              <mc:Fallback>
                <p:oleObj name="Document" r:id="rId8" imgW="5949456" imgH="238320" progId="Word.Document.1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505200"/>
                        <a:ext cx="892175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152400" y="4191000"/>
          <a:ext cx="89217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471960" progId="Word.Document.12">
                  <p:embed/>
                </p:oleObj>
              </mc:Choice>
              <mc:Fallback>
                <p:oleObj name="Document" r:id="rId10" imgW="5949456" imgH="471960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191000"/>
                        <a:ext cx="892175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152400" y="566738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66738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152400" y="1325562"/>
          <a:ext cx="89217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325562"/>
                        <a:ext cx="8921750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152400" y="1905000"/>
          <a:ext cx="89217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476280" progId="Word.Document.12">
                  <p:embed/>
                </p:oleObj>
              </mc:Choice>
              <mc:Fallback>
                <p:oleObj name="Document" r:id="rId6" imgW="5949456" imgH="47628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905000"/>
                        <a:ext cx="892175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152400" y="2860675"/>
          <a:ext cx="892175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734760" progId="Word.Document.12">
                  <p:embed/>
                </p:oleObj>
              </mc:Choice>
              <mc:Fallback>
                <p:oleObj name="Document" r:id="rId8" imgW="5949456" imgH="73476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860675"/>
                        <a:ext cx="8921750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76200" y="4078287"/>
          <a:ext cx="8921750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939240" progId="Word.Document.12">
                  <p:embed/>
                </p:oleObj>
              </mc:Choice>
              <mc:Fallback>
                <p:oleObj name="Document" r:id="rId10" imgW="5949456" imgH="939240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078287"/>
                        <a:ext cx="8921750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152400" y="5646737"/>
          <a:ext cx="892175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5949456" imgH="401040" progId="Word.Document.12">
                  <p:embed/>
                </p:oleObj>
              </mc:Choice>
              <mc:Fallback>
                <p:oleObj name="Document" r:id="rId12" imgW="5949456" imgH="401040" progId="Word.Document.12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646737"/>
                        <a:ext cx="892175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AE756BC-1E5E-14BF-7CAA-2471238D28BD}"/>
                  </a:ext>
                </a:extLst>
              </p14:cNvPr>
              <p14:cNvContentPartPr/>
              <p14:nvPr/>
            </p14:nvContentPartPr>
            <p14:xfrm>
              <a:off x="-1295580" y="1409220"/>
              <a:ext cx="6480" cy="24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AE756BC-1E5E-14BF-7CAA-2471238D28B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1304220" y="1400580"/>
                <a:ext cx="24120" cy="4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152400" y="566738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66738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152400" y="1371600"/>
          <a:ext cx="8924925" cy="35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371600"/>
                        <a:ext cx="8924925" cy="350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76200" y="1966912"/>
          <a:ext cx="89249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670320" progId="Word.Document.12">
                  <p:embed/>
                </p:oleObj>
              </mc:Choice>
              <mc:Fallback>
                <p:oleObj name="Document" r:id="rId6" imgW="5949456" imgH="67032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66912"/>
                        <a:ext cx="892492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146050" y="1295400"/>
          <a:ext cx="89217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1295400"/>
                        <a:ext cx="8921750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152400" y="566738"/>
          <a:ext cx="88582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66738"/>
                        <a:ext cx="88582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152400" y="1760538"/>
          <a:ext cx="8921750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1668600" progId="Word.Document.12">
                  <p:embed/>
                </p:oleObj>
              </mc:Choice>
              <mc:Fallback>
                <p:oleObj name="Document" r:id="rId6" imgW="5949456" imgH="166860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760538"/>
                        <a:ext cx="8921750" cy="250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438</TotalTime>
  <Words>9</Words>
  <Application>Microsoft Office PowerPoint</Application>
  <PresentationFormat>On-screen Show (4:3)</PresentationFormat>
  <Paragraphs>1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Franklin Gothic Book</vt:lpstr>
      <vt:lpstr>Franklin Gothic Medium</vt:lpstr>
      <vt:lpstr>Times New Roman</vt:lpstr>
      <vt:lpstr>Wingdings 2</vt:lpstr>
      <vt:lpstr>Trek</vt:lpstr>
      <vt:lpstr>Document</vt:lpstr>
      <vt:lpstr>Chương I. Các định nghĩa về xác suất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II Xác suất</dc:title>
  <dc:creator>USER</dc:creator>
  <cp:lastModifiedBy>Vo thuy</cp:lastModifiedBy>
  <cp:revision>67</cp:revision>
  <dcterms:created xsi:type="dcterms:W3CDTF">2014-06-25T14:08:02Z</dcterms:created>
  <dcterms:modified xsi:type="dcterms:W3CDTF">2024-09-24T03:36:46Z</dcterms:modified>
</cp:coreProperties>
</file>