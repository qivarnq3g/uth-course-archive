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5"/>
  </p:notesMasterIdLst>
  <p:sldIdLst>
    <p:sldId id="269" r:id="rId3"/>
    <p:sldId id="276" r:id="rId4"/>
    <p:sldId id="277" r:id="rId5"/>
    <p:sldId id="278" r:id="rId6"/>
    <p:sldId id="279" r:id="rId7"/>
    <p:sldId id="280" r:id="rId8"/>
    <p:sldId id="284" r:id="rId9"/>
    <p:sldId id="285" r:id="rId10"/>
    <p:sldId id="281" r:id="rId11"/>
    <p:sldId id="288" r:id="rId12"/>
    <p:sldId id="289" r:id="rId13"/>
    <p:sldId id="28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6365"/>
    <a:srgbClr val="0000FF"/>
    <a:srgbClr val="0DAFB3"/>
    <a:srgbClr val="EC141C"/>
    <a:srgbClr val="129498"/>
    <a:srgbClr val="DAF7FE"/>
    <a:srgbClr val="0A898C"/>
    <a:srgbClr val="0A9195"/>
    <a:srgbClr val="1998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200" autoAdjust="0"/>
  </p:normalViewPr>
  <p:slideViewPr>
    <p:cSldViewPr snapToGrid="0">
      <p:cViewPr varScale="1">
        <p:scale>
          <a:sx n="80" d="100"/>
          <a:sy n="80" d="100"/>
        </p:scale>
        <p:origin x="354" y="84"/>
      </p:cViewPr>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468340-3059-40EF-9160-57AC746D5666}" type="datetimeFigureOut">
              <a:rPr lang="en-US" smtClean="0"/>
              <a:t>11/6/2024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8058F-5A0C-48C3-9E1E-A582E2751235}"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Rectangle 7"/>
          <p:cNvSpPr/>
          <p:nvPr userDrawn="1"/>
        </p:nvSpPr>
        <p:spPr>
          <a:xfrm>
            <a:off x="0" y="-9674"/>
            <a:ext cx="12192000" cy="727094"/>
          </a:xfrm>
          <a:prstGeom prst="rect">
            <a:avLst/>
          </a:prstGeom>
          <a:gradFill flip="none" rotWithShape="1">
            <a:gsLst>
              <a:gs pos="0">
                <a:srgbClr val="E4D256">
                  <a:tint val="66000"/>
                  <a:satMod val="160000"/>
                </a:srgbClr>
              </a:gs>
              <a:gs pos="50000">
                <a:srgbClr val="E4D256">
                  <a:tint val="44500"/>
                  <a:satMod val="160000"/>
                </a:srgbClr>
              </a:gs>
              <a:gs pos="100000">
                <a:srgbClr val="E4D256">
                  <a:tint val="23500"/>
                  <a:satMod val="160000"/>
                </a:srgbClr>
              </a:gs>
            </a:gsLst>
            <a:path path="circle">
              <a:fillToRect l="50000" t="50000" r="50000" b="50000"/>
            </a:path>
            <a:tileRect/>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defRPr/>
            </a:pPr>
            <a:endParaRPr kumimoji="0" lang="vi-VN" sz="1800" b="0" i="0" u="none" strike="noStrike" kern="0" cap="none" spc="0" normalizeH="0" baseline="0" noProof="0">
              <a:ln>
                <a:noFill/>
              </a:ln>
              <a:solidFill>
                <a:srgbClr val="10A08F"/>
              </a:solidFill>
              <a:effectLst/>
              <a:uLnTx/>
              <a:uFillTx/>
              <a:latin typeface="Cambria" panose="02040503050406030204" pitchFamily="18" charset="0"/>
              <a:ea typeface="Cambria" panose="02040503050406030204" pitchFamily="18" charset="0"/>
              <a:cs typeface="+mn-cs"/>
            </a:endParaRPr>
          </a:p>
        </p:txBody>
      </p:sp>
      <p:sp>
        <p:nvSpPr>
          <p:cNvPr id="2" name="Title 1"/>
          <p:cNvSpPr>
            <a:spLocks noGrp="1"/>
          </p:cNvSpPr>
          <p:nvPr>
            <p:ph type="ctrTitle"/>
          </p:nvPr>
        </p:nvSpPr>
        <p:spPr>
          <a:xfrm>
            <a:off x="2786062" y="1466720"/>
            <a:ext cx="8886825" cy="1019175"/>
          </a:xfrm>
        </p:spPr>
        <p:txBody>
          <a:bodyPr anchor="b">
            <a:normAutofit/>
          </a:bodyPr>
          <a:lstStyle>
            <a:lvl1pPr algn="ctr">
              <a:defRPr sz="5400" b="1">
                <a:solidFill>
                  <a:srgbClr val="C00000"/>
                </a:solidFill>
              </a:defRPr>
            </a:lvl1pPr>
          </a:lstStyle>
          <a:p>
            <a:r>
              <a:rPr lang="en-US" smtClean="0"/>
              <a:t>Click to edit Master title style</a:t>
            </a:r>
            <a:endParaRPr lang="en-US"/>
          </a:p>
        </p:txBody>
      </p:sp>
      <p:sp>
        <p:nvSpPr>
          <p:cNvPr id="3" name="Subtitle 2"/>
          <p:cNvSpPr>
            <a:spLocks noGrp="1"/>
          </p:cNvSpPr>
          <p:nvPr>
            <p:ph type="subTitle" idx="1"/>
          </p:nvPr>
        </p:nvSpPr>
        <p:spPr>
          <a:xfrm>
            <a:off x="4648200" y="3602038"/>
            <a:ext cx="7086600" cy="1655762"/>
          </a:xfrm>
        </p:spPr>
        <p:txBody>
          <a:bodyPr/>
          <a:lstStyle>
            <a:lvl1pPr marL="0" indent="0" algn="r">
              <a:buNone/>
              <a:defRPr sz="2400">
                <a:solidFill>
                  <a:srgbClr val="0A919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ECE94F-11F9-45E4-8D06-0AC4D6BFEED6}" type="datetime1">
              <a:rPr lang="en-US" smtClean="0"/>
              <a:t>11/6/2024</a:t>
            </a:fld>
            <a:endParaRPr lang="en-US"/>
          </a:p>
        </p:txBody>
      </p:sp>
      <p:sp>
        <p:nvSpPr>
          <p:cNvPr id="6" name="Slide Number Placeholder 5"/>
          <p:cNvSpPr>
            <a:spLocks noGrp="1"/>
          </p:cNvSpPr>
          <p:nvPr>
            <p:ph type="sldNum" sz="quarter" idx="12"/>
          </p:nvPr>
        </p:nvSpPr>
        <p:spPr>
          <a:xfrm>
            <a:off x="8991600" y="6350000"/>
            <a:ext cx="2743200" cy="365125"/>
          </a:xfrm>
        </p:spPr>
        <p:txBody>
          <a:bodyPr/>
          <a:lstStyle/>
          <a:p>
            <a:fld id="{C36C28B4-5B52-467A-9173-204C9E91858B}" type="slidenum">
              <a:rPr lang="en-US" smtClean="0"/>
              <a:t>‹#›</a:t>
            </a:fld>
            <a:endParaRPr lang="en-US"/>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9" y="428624"/>
            <a:ext cx="7160862" cy="6429376"/>
          </a:xfrm>
          <a:prstGeom prst="rect">
            <a:avLst/>
          </a:prstGeom>
        </p:spPr>
      </p:pic>
      <p:pic>
        <p:nvPicPr>
          <p:cNvPr id="9" name="Picture 5" descr="Text&#10;&#10;Description automatically generated"/>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9674"/>
            <a:ext cx="2381308" cy="72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76365"/>
                </a:solidFill>
              </a:defRPr>
            </a:lvl1pPr>
          </a:lstStyle>
          <a:p>
            <a:r>
              <a:rPr lang="en-US" smtClean="0"/>
              <a:t>Click to edit Master title style</a:t>
            </a:r>
            <a:endParaRPr lang="en-US"/>
          </a:p>
        </p:txBody>
      </p:sp>
      <p:sp>
        <p:nvSpPr>
          <p:cNvPr id="3" name="Content Placeholder 2"/>
          <p:cNvSpPr>
            <a:spLocks noGrp="1"/>
          </p:cNvSpPr>
          <p:nvPr>
            <p:ph idx="1"/>
          </p:nvPr>
        </p:nvSpPr>
        <p:spPr/>
        <p:txBody>
          <a:bodyPr/>
          <a:lstStyle>
            <a:lvl1pPr marL="457200" indent="-457200">
              <a:buFont typeface="Wingdings" panose="05000000000000000000" pitchFamily="2" charset="2"/>
              <a:buChar char="Ø"/>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F8F7E1-8BCE-45EF-A868-64AE44F67317}" type="datetime1">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6C389AF-00FE-4C46-88EE-7D3AF84DEE91}" type="datetime1">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9FE1B9B-9546-49BB-A231-2D228B447CF9}" type="datetime1">
              <a:rPr lang="en-US" smtClean="0"/>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BA853D1-AF0A-4441-9936-92D33E013A0A}" type="datetime1">
              <a:rPr lang="en-US" smtClean="0"/>
              <a:t>11/6/2024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E3D3556-4644-4EAE-97C5-9EDFC621DEA3}" type="datetime1">
              <a:rPr lang="en-US" smtClean="0"/>
              <a:t>11/6/2024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B14698-A7AC-4D25-A5BB-F10E7085E25B}" type="datetime1">
              <a:rPr lang="en-US" smtClean="0"/>
              <a:t>11/6/2024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D2C327B-78CE-4235-8E05-A364819A1895}" type="datetime1">
              <a:rPr lang="en-US" smtClean="0"/>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8AB2EC0-C644-4862-8A09-4D5DF9D6F1F0}" type="datetime1">
              <a:rPr lang="en-US" smtClean="0"/>
              <a:t>11/6/2024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285DDE-73E1-456C-BB9E-29746C5C4DAE}" type="datetime1">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0F215B-B3B9-495F-A814-E7D4D370FE67}" type="datetime1">
              <a:rPr lang="en-US" smtClean="0"/>
              <a:t>11/6/2024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892"/>
            <a:ext cx="9144000" cy="2387600"/>
          </a:xfrm>
        </p:spPr>
        <p:txBody>
          <a:bodyPr anchor="b"/>
          <a:lstStyle>
            <a:lvl1pPr algn="ctr">
              <a:defRPr sz="4000"/>
            </a:lvl1pPr>
          </a:lstStyle>
          <a:p>
            <a:r>
              <a:rPr lang="en-US"/>
              <a:t>Click to edit Master title style</a:t>
            </a:r>
          </a:p>
        </p:txBody>
      </p:sp>
      <p:sp>
        <p:nvSpPr>
          <p:cNvPr id="3" name="Subtitle 2"/>
          <p:cNvSpPr>
            <a:spLocks noGrp="1"/>
          </p:cNvSpPr>
          <p:nvPr>
            <p:ph type="subTitle" idx="1"/>
          </p:nvPr>
        </p:nvSpPr>
        <p:spPr>
          <a:xfrm>
            <a:off x="1524000" y="3602567"/>
            <a:ext cx="9144000" cy="1655233"/>
          </a:xfrm>
        </p:spPr>
        <p:txBody>
          <a:bodyPr/>
          <a:lstStyle>
            <a:lvl1pPr marL="0" indent="0" algn="ctr">
              <a:buNone/>
              <a:defRPr sz="1600"/>
            </a:lvl1pPr>
            <a:lvl2pPr marL="304800" indent="0" algn="ctr">
              <a:buNone/>
              <a:defRPr sz="1335"/>
            </a:lvl2pPr>
            <a:lvl3pPr marL="609600" indent="0" algn="ctr">
              <a:buNone/>
              <a:defRPr sz="1200"/>
            </a:lvl3pPr>
            <a:lvl4pPr marL="914400" indent="0" algn="ctr">
              <a:buNone/>
              <a:defRPr sz="1065"/>
            </a:lvl4pPr>
            <a:lvl5pPr marL="1219200" indent="0" algn="ctr">
              <a:buNone/>
              <a:defRPr sz="1065"/>
            </a:lvl5pPr>
            <a:lvl6pPr marL="1524000" indent="0" algn="ctr">
              <a:buNone/>
              <a:defRPr sz="1065"/>
            </a:lvl6pPr>
            <a:lvl7pPr marL="1828800" indent="0" algn="ctr">
              <a:buNone/>
              <a:defRPr sz="1065"/>
            </a:lvl7pPr>
            <a:lvl8pPr marL="2133600" indent="0" algn="ctr">
              <a:buNone/>
              <a:defRPr sz="1065"/>
            </a:lvl8pPr>
            <a:lvl9pPr marL="2438400" indent="0" algn="ctr">
              <a:buNone/>
              <a:defRPr sz="1065"/>
            </a:lvl9pPr>
          </a:lstStyle>
          <a:p>
            <a:r>
              <a:rPr lang="en-US"/>
              <a:t>Click to edit Master subtitle style</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11/6/2024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11/6/2024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10267"/>
            <a:ext cx="10515600" cy="2852209"/>
          </a:xfrm>
        </p:spPr>
        <p:txBody>
          <a:bodyPr anchor="b"/>
          <a:lstStyle>
            <a:lvl1pPr>
              <a:defRPr sz="4000"/>
            </a:lvl1pPr>
          </a:lstStyle>
          <a:p>
            <a:r>
              <a:rPr lang="en-US"/>
              <a:t>Click to edit Master title style</a:t>
            </a:r>
          </a:p>
        </p:txBody>
      </p:sp>
      <p:sp>
        <p:nvSpPr>
          <p:cNvPr id="3" name="Text Placeholder 2"/>
          <p:cNvSpPr>
            <a:spLocks noGrp="1"/>
          </p:cNvSpPr>
          <p:nvPr>
            <p:ph type="body" idx="1"/>
          </p:nvPr>
        </p:nvSpPr>
        <p:spPr>
          <a:xfrm>
            <a:off x="831850" y="4589992"/>
            <a:ext cx="10515600" cy="1499658"/>
          </a:xfrm>
        </p:spPr>
        <p:txBody>
          <a:bodyPr/>
          <a:lstStyle>
            <a:lvl1pPr marL="0" indent="0">
              <a:buNone/>
              <a:defRPr sz="1600">
                <a:solidFill>
                  <a:schemeClr val="tx1">
                    <a:tint val="75000"/>
                  </a:schemeClr>
                </a:solidFill>
              </a:defRPr>
            </a:lvl1pPr>
            <a:lvl2pPr marL="304800" indent="0">
              <a:buNone/>
              <a:defRPr sz="1335">
                <a:solidFill>
                  <a:schemeClr val="tx1">
                    <a:tint val="75000"/>
                  </a:schemeClr>
                </a:solidFill>
              </a:defRPr>
            </a:lvl2pPr>
            <a:lvl3pPr marL="609600" indent="0">
              <a:buNone/>
              <a:defRPr sz="1200">
                <a:solidFill>
                  <a:schemeClr val="tx1">
                    <a:tint val="75000"/>
                  </a:schemeClr>
                </a:solidFill>
              </a:defRPr>
            </a:lvl3pPr>
            <a:lvl4pPr marL="914400" indent="0">
              <a:buNone/>
              <a:defRPr sz="1065">
                <a:solidFill>
                  <a:schemeClr val="tx1">
                    <a:tint val="75000"/>
                  </a:schemeClr>
                </a:solidFill>
              </a:defRPr>
            </a:lvl4pPr>
            <a:lvl5pPr marL="1219200" indent="0">
              <a:buNone/>
              <a:defRPr sz="1065">
                <a:solidFill>
                  <a:schemeClr val="tx1">
                    <a:tint val="75000"/>
                  </a:schemeClr>
                </a:solidFill>
              </a:defRPr>
            </a:lvl5pPr>
            <a:lvl6pPr marL="1524000" indent="0">
              <a:buNone/>
              <a:defRPr sz="1065">
                <a:solidFill>
                  <a:schemeClr val="tx1">
                    <a:tint val="75000"/>
                  </a:schemeClr>
                </a:solidFill>
              </a:defRPr>
            </a:lvl6pPr>
            <a:lvl7pPr marL="1828800" indent="0">
              <a:buNone/>
              <a:defRPr sz="1065">
                <a:solidFill>
                  <a:schemeClr val="tx1">
                    <a:tint val="75000"/>
                  </a:schemeClr>
                </a:solidFill>
              </a:defRPr>
            </a:lvl7pPr>
            <a:lvl8pPr marL="2133600" indent="0">
              <a:buNone/>
              <a:defRPr sz="1065">
                <a:solidFill>
                  <a:schemeClr val="tx1">
                    <a:tint val="75000"/>
                  </a:schemeClr>
                </a:solidFill>
              </a:defRPr>
            </a:lvl8pPr>
            <a:lvl9pPr marL="2438400" indent="0">
              <a:buNone/>
              <a:defRPr sz="106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11/6/2024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207000" cy="4351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825625"/>
            <a:ext cx="5207000" cy="4351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11/6/2024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6091"/>
          </a:xfrm>
        </p:spPr>
        <p:txBody>
          <a:bodyPr/>
          <a:lstStyle/>
          <a:p>
            <a:r>
              <a:rPr lang="en-US"/>
              <a:t>Click to edit Master title style</a:t>
            </a:r>
          </a:p>
        </p:txBody>
      </p:sp>
      <p:sp>
        <p:nvSpPr>
          <p:cNvPr id="3" name="Text Placeholder 2"/>
          <p:cNvSpPr>
            <a:spLocks noGrp="1"/>
          </p:cNvSpPr>
          <p:nvPr>
            <p:ph type="body" idx="1"/>
          </p:nvPr>
        </p:nvSpPr>
        <p:spPr>
          <a:xfrm>
            <a:off x="840317" y="1681692"/>
            <a:ext cx="5157259" cy="823383"/>
          </a:xfrm>
        </p:spPr>
        <p:txBody>
          <a:bodyPr anchor="b"/>
          <a:lstStyle>
            <a:lvl1pPr marL="0" indent="0">
              <a:buNone/>
              <a:defRPr sz="1600" b="1"/>
            </a:lvl1pPr>
            <a:lvl2pPr marL="304800" indent="0">
              <a:buNone/>
              <a:defRPr sz="1335" b="1"/>
            </a:lvl2pPr>
            <a:lvl3pPr marL="609600" indent="0">
              <a:buNone/>
              <a:defRPr sz="1200" b="1"/>
            </a:lvl3pPr>
            <a:lvl4pPr marL="914400" indent="0">
              <a:buNone/>
              <a:defRPr sz="1065" b="1"/>
            </a:lvl4pPr>
            <a:lvl5pPr marL="1219200" indent="0">
              <a:buNone/>
              <a:defRPr sz="1065" b="1"/>
            </a:lvl5pPr>
            <a:lvl6pPr marL="1524000" indent="0">
              <a:buNone/>
              <a:defRPr sz="1065" b="1"/>
            </a:lvl6pPr>
            <a:lvl7pPr marL="1828800" indent="0">
              <a:buNone/>
              <a:defRPr sz="1065" b="1"/>
            </a:lvl7pPr>
            <a:lvl8pPr marL="2133600" indent="0">
              <a:buNone/>
              <a:defRPr sz="1065" b="1"/>
            </a:lvl8pPr>
            <a:lvl9pPr marL="2438400" indent="0">
              <a:buNone/>
              <a:defRPr sz="1065" b="1"/>
            </a:lvl9pPr>
          </a:lstStyle>
          <a:p>
            <a:pPr lvl="0"/>
            <a:r>
              <a:rPr lang="en-US"/>
              <a:t>Click to edit Master text styles</a:t>
            </a:r>
          </a:p>
        </p:txBody>
      </p:sp>
      <p:sp>
        <p:nvSpPr>
          <p:cNvPr id="4" name="Content Placeholder 3"/>
          <p:cNvSpPr>
            <a:spLocks noGrp="1"/>
          </p:cNvSpPr>
          <p:nvPr>
            <p:ph sz="half" idx="2"/>
          </p:nvPr>
        </p:nvSpPr>
        <p:spPr>
          <a:xfrm>
            <a:off x="840317" y="2505076"/>
            <a:ext cx="5157259" cy="3685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692"/>
            <a:ext cx="5183717" cy="823383"/>
          </a:xfrm>
        </p:spPr>
        <p:txBody>
          <a:bodyPr anchor="b"/>
          <a:lstStyle>
            <a:lvl1pPr marL="0" indent="0">
              <a:buNone/>
              <a:defRPr sz="1600" b="1"/>
            </a:lvl1pPr>
            <a:lvl2pPr marL="304800" indent="0">
              <a:buNone/>
              <a:defRPr sz="1335" b="1"/>
            </a:lvl2pPr>
            <a:lvl3pPr marL="609600" indent="0">
              <a:buNone/>
              <a:defRPr sz="1200" b="1"/>
            </a:lvl3pPr>
            <a:lvl4pPr marL="914400" indent="0">
              <a:buNone/>
              <a:defRPr sz="1065" b="1"/>
            </a:lvl4pPr>
            <a:lvl5pPr marL="1219200" indent="0">
              <a:buNone/>
              <a:defRPr sz="1065" b="1"/>
            </a:lvl5pPr>
            <a:lvl6pPr marL="1524000" indent="0">
              <a:buNone/>
              <a:defRPr sz="1065" b="1"/>
            </a:lvl6pPr>
            <a:lvl7pPr marL="1828800" indent="0">
              <a:buNone/>
              <a:defRPr sz="1065" b="1"/>
            </a:lvl7pPr>
            <a:lvl8pPr marL="2133600" indent="0">
              <a:buNone/>
              <a:defRPr sz="1065" b="1"/>
            </a:lvl8pPr>
            <a:lvl9pPr marL="2438400" indent="0">
              <a:buNone/>
              <a:defRPr sz="1065" b="1"/>
            </a:lvl9pPr>
          </a:lstStyle>
          <a:p>
            <a:pPr lvl="0"/>
            <a:r>
              <a:rPr lang="en-US"/>
              <a:t>Click to edit Master text styles</a:t>
            </a:r>
          </a:p>
        </p:txBody>
      </p:sp>
      <p:sp>
        <p:nvSpPr>
          <p:cNvPr id="6" name="Content Placeholder 5"/>
          <p:cNvSpPr>
            <a:spLocks noGrp="1"/>
          </p:cNvSpPr>
          <p:nvPr>
            <p:ph sz="quarter" idx="4"/>
          </p:nvPr>
        </p:nvSpPr>
        <p:spPr>
          <a:xfrm>
            <a:off x="6172200" y="2505076"/>
            <a:ext cx="5183717" cy="3685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11/6/2024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defTabSz="609600"/>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6666"/>
                </a:solidFill>
              </a:defRPr>
            </a:lvl1pPr>
          </a:lstStyle>
          <a:p>
            <a:r>
              <a:rPr lang="en-US"/>
              <a:t>Click to edit Master title style</a:t>
            </a:r>
          </a:p>
        </p:txBody>
      </p:sp>
      <p:sp>
        <p:nvSpPr>
          <p:cNvPr id="3" name="Date Placeholder 2"/>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11/6/2024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defTabSz="609600"/>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11/6/2024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defTabSz="609600"/>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1709" cy="1600200"/>
          </a:xfrm>
        </p:spPr>
        <p:txBody>
          <a:bodyPr anchor="b"/>
          <a:lstStyle>
            <a:lvl1pPr>
              <a:defRPr sz="2135"/>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2135"/>
            </a:lvl1pPr>
            <a:lvl2pPr>
              <a:defRPr sz="1865"/>
            </a:lvl2pPr>
            <a:lvl3pPr>
              <a:defRPr sz="1600"/>
            </a:lvl3pPr>
            <a:lvl4pPr>
              <a:defRPr sz="1335"/>
            </a:lvl4pPr>
            <a:lvl5pPr>
              <a:defRPr sz="1335"/>
            </a:lvl5pPr>
            <a:lvl6pPr>
              <a:defRPr sz="1335"/>
            </a:lvl6pPr>
            <a:lvl7pPr>
              <a:defRPr sz="1335"/>
            </a:lvl7pPr>
            <a:lvl8pPr>
              <a:defRPr sz="1335"/>
            </a:lvl8pPr>
            <a:lvl9pPr>
              <a:defRPr sz="133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1709" cy="3812117"/>
          </a:xfrm>
        </p:spPr>
        <p:txBody>
          <a:bodyPr/>
          <a:lstStyle>
            <a:lvl1pPr marL="0" indent="0">
              <a:buNone/>
              <a:defRPr sz="1065"/>
            </a:lvl1pPr>
            <a:lvl2pPr marL="304800" indent="0">
              <a:buNone/>
              <a:defRPr sz="935"/>
            </a:lvl2pPr>
            <a:lvl3pPr marL="609600" indent="0">
              <a:buNone/>
              <a:defRPr sz="800"/>
            </a:lvl3pPr>
            <a:lvl4pPr marL="914400" indent="0">
              <a:buNone/>
              <a:defRPr sz="665"/>
            </a:lvl4pPr>
            <a:lvl5pPr marL="1219200" indent="0">
              <a:buNone/>
              <a:defRPr sz="665"/>
            </a:lvl5pPr>
            <a:lvl6pPr marL="1524000" indent="0">
              <a:buNone/>
              <a:defRPr sz="665"/>
            </a:lvl6pPr>
            <a:lvl7pPr marL="1828800" indent="0">
              <a:buNone/>
              <a:defRPr sz="665"/>
            </a:lvl7pPr>
            <a:lvl8pPr marL="2133600" indent="0">
              <a:buNone/>
              <a:defRPr sz="665"/>
            </a:lvl8pPr>
            <a:lvl9pPr marL="2438400" indent="0">
              <a:buNone/>
              <a:defRPr sz="665"/>
            </a:lvl9pPr>
          </a:lstStyle>
          <a:p>
            <a:pPr lvl="0"/>
            <a:r>
              <a:rPr lang="en-US"/>
              <a:t>Click to edit Master text styles</a:t>
            </a:r>
          </a:p>
        </p:txBody>
      </p:sp>
      <p:sp>
        <p:nvSpPr>
          <p:cNvPr id="5" name="Date Placeholder 4"/>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11/6/2024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1709" cy="1600200"/>
          </a:xfrm>
        </p:spPr>
        <p:txBody>
          <a:bodyPr anchor="b"/>
          <a:lstStyle>
            <a:lvl1pPr>
              <a:defRPr sz="2135"/>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2135"/>
            </a:lvl1pPr>
            <a:lvl2pPr marL="304800" indent="0">
              <a:buNone/>
              <a:defRPr sz="1865"/>
            </a:lvl2pPr>
            <a:lvl3pPr marL="609600" indent="0">
              <a:buNone/>
              <a:defRPr sz="1600"/>
            </a:lvl3pPr>
            <a:lvl4pPr marL="914400" indent="0">
              <a:buNone/>
              <a:defRPr sz="1335"/>
            </a:lvl4pPr>
            <a:lvl5pPr marL="1219200" indent="0">
              <a:buNone/>
              <a:defRPr sz="1335"/>
            </a:lvl5pPr>
            <a:lvl6pPr marL="1524000" indent="0">
              <a:buNone/>
              <a:defRPr sz="1335"/>
            </a:lvl6pPr>
            <a:lvl7pPr marL="1828800" indent="0">
              <a:buNone/>
              <a:defRPr sz="1335"/>
            </a:lvl7pPr>
            <a:lvl8pPr marL="2133600" indent="0">
              <a:buNone/>
              <a:defRPr sz="1335"/>
            </a:lvl8pPr>
            <a:lvl9pPr marL="2438400" indent="0">
              <a:buNone/>
              <a:defRPr sz="1335"/>
            </a:lvl9pPr>
          </a:lstStyle>
          <a:p>
            <a:endParaRPr lang="en-US"/>
          </a:p>
        </p:txBody>
      </p:sp>
      <p:sp>
        <p:nvSpPr>
          <p:cNvPr id="4" name="Text Placeholder 3"/>
          <p:cNvSpPr>
            <a:spLocks noGrp="1"/>
          </p:cNvSpPr>
          <p:nvPr>
            <p:ph type="body" sz="half" idx="2"/>
          </p:nvPr>
        </p:nvSpPr>
        <p:spPr>
          <a:xfrm>
            <a:off x="840317" y="2057400"/>
            <a:ext cx="3931709" cy="3812117"/>
          </a:xfrm>
        </p:spPr>
        <p:txBody>
          <a:bodyPr/>
          <a:lstStyle>
            <a:lvl1pPr marL="0" indent="0">
              <a:buNone/>
              <a:defRPr sz="1065"/>
            </a:lvl1pPr>
            <a:lvl2pPr marL="304800" indent="0">
              <a:buNone/>
              <a:defRPr sz="935"/>
            </a:lvl2pPr>
            <a:lvl3pPr marL="609600" indent="0">
              <a:buNone/>
              <a:defRPr sz="800"/>
            </a:lvl3pPr>
            <a:lvl4pPr marL="914400" indent="0">
              <a:buNone/>
              <a:defRPr sz="665"/>
            </a:lvl4pPr>
            <a:lvl5pPr marL="1219200" indent="0">
              <a:buNone/>
              <a:defRPr sz="665"/>
            </a:lvl5pPr>
            <a:lvl6pPr marL="1524000" indent="0">
              <a:buNone/>
              <a:defRPr sz="665"/>
            </a:lvl6pPr>
            <a:lvl7pPr marL="1828800" indent="0">
              <a:buNone/>
              <a:defRPr sz="665"/>
            </a:lvl7pPr>
            <a:lvl8pPr marL="2133600" indent="0">
              <a:buNone/>
              <a:defRPr sz="665"/>
            </a:lvl8pPr>
            <a:lvl9pPr marL="2438400" indent="0">
              <a:buNone/>
              <a:defRPr sz="665"/>
            </a:lvl9pPr>
          </a:lstStyle>
          <a:p>
            <a:pPr lvl="0"/>
            <a:r>
              <a:rPr lang="en-US"/>
              <a:t>Click to edit Master text styles</a:t>
            </a:r>
          </a:p>
        </p:txBody>
      </p:sp>
      <p:sp>
        <p:nvSpPr>
          <p:cNvPr id="5" name="Date Placeholder 4"/>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11/6/2024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11/6/2024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236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85100" cy="58123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11/6/2024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9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90000">
              <a:schemeClr val="bg1">
                <a:alpha val="92000"/>
              </a:schemeClr>
            </a:gs>
            <a:gs pos="100000">
              <a:schemeClr val="accent4">
                <a:lumMod val="20000"/>
                <a:lumOff val="80000"/>
              </a:schemeClr>
            </a:gs>
          </a:gsLst>
          <a:lin ang="5400000" scaled="1"/>
          <a:tileRect/>
        </a:gra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047750"/>
            <a:ext cx="11182350" cy="512921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A705CD-6935-4F7F-BF25-1C6CC2649FC0}" type="datetime1">
              <a:rPr lang="en-US" smtClean="0"/>
              <a:t>11/6/2024</a:t>
            </a:fld>
            <a:endParaRPr lang="en-US"/>
          </a:p>
        </p:txBody>
      </p:sp>
      <p:sp>
        <p:nvSpPr>
          <p:cNvPr id="5" name="Footer Placeholder 4"/>
          <p:cNvSpPr>
            <a:spLocks noGrp="1"/>
          </p:cNvSpPr>
          <p:nvPr>
            <p:ph type="ftr" sz="quarter" idx="3"/>
          </p:nvPr>
        </p:nvSpPr>
        <p:spPr>
          <a:xfrm>
            <a:off x="3733800" y="6356350"/>
            <a:ext cx="531495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277350" y="63563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6C28B4-5B52-467A-9173-204C9E91858B}" type="slidenum">
              <a:rPr lang="en-US" smtClean="0"/>
              <a:t>‹#›</a:t>
            </a:fld>
            <a:endParaRPr lang="en-US"/>
          </a:p>
        </p:txBody>
      </p:sp>
      <p:sp>
        <p:nvSpPr>
          <p:cNvPr id="7" name="Rectangle 6"/>
          <p:cNvSpPr/>
          <p:nvPr userDrawn="1"/>
        </p:nvSpPr>
        <p:spPr>
          <a:xfrm>
            <a:off x="0" y="-9674"/>
            <a:ext cx="12192000" cy="727094"/>
          </a:xfrm>
          <a:prstGeom prst="rect">
            <a:avLst/>
          </a:prstGeom>
          <a:gradFill flip="none" rotWithShape="1">
            <a:gsLst>
              <a:gs pos="0">
                <a:srgbClr val="E4D256">
                  <a:tint val="66000"/>
                  <a:satMod val="160000"/>
                </a:srgbClr>
              </a:gs>
              <a:gs pos="50000">
                <a:srgbClr val="E4D256">
                  <a:tint val="44500"/>
                  <a:satMod val="160000"/>
                </a:srgbClr>
              </a:gs>
              <a:gs pos="100000">
                <a:srgbClr val="E4D256">
                  <a:tint val="23500"/>
                  <a:satMod val="160000"/>
                </a:srgbClr>
              </a:gs>
            </a:gsLst>
            <a:path path="circle">
              <a:fillToRect l="50000" t="50000" r="50000" b="50000"/>
            </a:path>
            <a:tileRect/>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defRPr/>
            </a:pPr>
            <a:endParaRPr kumimoji="0" lang="vi-VN" sz="1800" b="0" i="0" u="none" strike="noStrike" kern="0" cap="none" spc="0" normalizeH="0" baseline="0" noProof="0">
              <a:ln>
                <a:noFill/>
              </a:ln>
              <a:solidFill>
                <a:srgbClr val="10A08F"/>
              </a:solidFill>
              <a:effectLst/>
              <a:uLnTx/>
              <a:uFillTx/>
              <a:latin typeface="Cambria" panose="02040503050406030204" pitchFamily="18" charset="0"/>
              <a:ea typeface="Cambria" panose="02040503050406030204" pitchFamily="18" charset="0"/>
              <a:cs typeface="+mn-cs"/>
            </a:endParaRPr>
          </a:p>
        </p:txBody>
      </p:sp>
      <p:pic>
        <p:nvPicPr>
          <p:cNvPr id="8" name="Picture 5" descr="Text&#10;&#10;Description automatically generated"/>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9674"/>
            <a:ext cx="2381308" cy="72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2381309" y="85650"/>
            <a:ext cx="9324916" cy="555494"/>
          </a:xfrm>
          <a:prstGeom prst="rect">
            <a:avLst/>
          </a:prstGeom>
        </p:spPr>
        <p:txBody>
          <a:bodyPr vert="horz" lIns="91440" tIns="45720" rIns="91440" bIns="45720" rtlCol="0" anchor="ctr">
            <a:normAutofit/>
          </a:bodyPr>
          <a:lstStyle/>
          <a:p>
            <a:r>
              <a:rPr lang="en-US" smtClean="0"/>
              <a:t>Click to edit Master title style</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lnSpc>
          <a:spcPct val="90000"/>
        </a:lnSpc>
        <a:spcBef>
          <a:spcPct val="0"/>
        </a:spcBef>
        <a:buNone/>
        <a:defRPr sz="4400" b="1" kern="1200">
          <a:solidFill>
            <a:srgbClr val="0A898C"/>
          </a:solidFill>
          <a:latin typeface="+mj-lt"/>
          <a:ea typeface="+mj-ea"/>
          <a:cs typeface="+mj-cs"/>
        </a:defRPr>
      </a:lvl1pPr>
    </p:titleStyle>
    <p:bodyStyle>
      <a:lvl1pPr marL="457200" indent="-457200" algn="l" defTabSz="914400" rtl="0" eaLnBrk="1" latinLnBrk="0" hangingPunct="1">
        <a:lnSpc>
          <a:spcPct val="90000"/>
        </a:lnSpc>
        <a:spcBef>
          <a:spcPts val="1000"/>
        </a:spcBef>
        <a:buFont typeface="Wingdings" panose="05000000000000000000" pitchFamily="2" charset="2"/>
        <a:buChar char="v"/>
        <a:defRPr sz="2800" kern="1200">
          <a:solidFill>
            <a:srgbClr val="076365"/>
          </a:solidFill>
          <a:latin typeface="+mn-lt"/>
          <a:ea typeface="+mn-ea"/>
          <a:cs typeface="+mn-cs"/>
        </a:defRPr>
      </a:lvl1pPr>
      <a:lvl2pPr marL="800100" indent="-342900" algn="l" defTabSz="914400" rtl="0" eaLnBrk="1" latinLnBrk="0" hangingPunct="1">
        <a:lnSpc>
          <a:spcPct val="90000"/>
        </a:lnSpc>
        <a:spcBef>
          <a:spcPts val="500"/>
        </a:spcBef>
        <a:buFont typeface="Wingdings" panose="05000000000000000000" pitchFamily="2" charset="2"/>
        <a:buChar char="§"/>
        <a:defRPr sz="2400" kern="1200">
          <a:solidFill>
            <a:srgbClr val="076365"/>
          </a:solidFill>
          <a:latin typeface="+mn-lt"/>
          <a:ea typeface="+mn-ea"/>
          <a:cs typeface="+mn-cs"/>
        </a:defRPr>
      </a:lvl2pPr>
      <a:lvl3pPr marL="1257300" indent="-342900" algn="l" defTabSz="914400" rtl="0" eaLnBrk="1" latinLnBrk="0" hangingPunct="1">
        <a:lnSpc>
          <a:spcPct val="90000"/>
        </a:lnSpc>
        <a:spcBef>
          <a:spcPts val="500"/>
        </a:spcBef>
        <a:buFont typeface="Courier New" panose="02070309020205020404" pitchFamily="49" charset="0"/>
        <a:buChar char="o"/>
        <a:defRPr sz="2000" kern="1200">
          <a:solidFill>
            <a:srgbClr val="07636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7636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7636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889000"/>
            <a:ext cx="10998200" cy="52884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800">
                <a:solidFill>
                  <a:schemeClr val="tx1">
                    <a:tint val="75000"/>
                  </a:schemeClr>
                </a:solidFill>
              </a:defRPr>
            </a:lvl1pPr>
          </a:lstStyle>
          <a:p>
            <a:pPr defTabSz="609600"/>
            <a:fld id="{5017DB02-EE08-43A7-9F96-CB2F01FDFDE1}" type="datetimeFigureOut">
              <a:rPr lang="en-US" smtClean="0">
                <a:solidFill>
                  <a:prstClr val="black">
                    <a:tint val="75000"/>
                  </a:prstClr>
                </a:solidFill>
              </a:rPr>
              <a:t>11/6/2024</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defRPr>
            </a:lvl1pPr>
          </a:lstStyle>
          <a:p>
            <a:pPr defTabSz="609600"/>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3175000" cy="365125"/>
          </a:xfrm>
          <a:prstGeom prst="rect">
            <a:avLst/>
          </a:prstGeom>
        </p:spPr>
        <p:txBody>
          <a:bodyPr vert="horz" lIns="91440" tIns="45720" rIns="91440" bIns="45720" rtlCol="0" anchor="ctr"/>
          <a:lstStyle>
            <a:lvl1pPr algn="r">
              <a:defRPr sz="800">
                <a:solidFill>
                  <a:schemeClr val="tx1">
                    <a:tint val="75000"/>
                  </a:schemeClr>
                </a:solidFill>
              </a:defRPr>
            </a:lvl1p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
        <p:nvSpPr>
          <p:cNvPr id="7" name="Rectangle 6"/>
          <p:cNvSpPr/>
          <p:nvPr userDrawn="1"/>
        </p:nvSpPr>
        <p:spPr>
          <a:xfrm>
            <a:off x="0" y="-6450"/>
            <a:ext cx="12191701" cy="727077"/>
          </a:xfrm>
          <a:prstGeom prst="rect">
            <a:avLst/>
          </a:prstGeom>
          <a:gradFill flip="none" rotWithShape="1">
            <a:gsLst>
              <a:gs pos="0">
                <a:srgbClr val="E4D256">
                  <a:tint val="66000"/>
                  <a:satMod val="160000"/>
                </a:srgbClr>
              </a:gs>
              <a:gs pos="50000">
                <a:srgbClr val="E4D256">
                  <a:tint val="44500"/>
                  <a:satMod val="160000"/>
                </a:srgbClr>
              </a:gs>
              <a:gs pos="100000">
                <a:srgbClr val="E4D256">
                  <a:tint val="23500"/>
                  <a:satMod val="160000"/>
                </a:srgbClr>
              </a:gs>
            </a:gsLst>
            <a:path path="circle">
              <a:fillToRect l="50000" t="50000" r="50000" b="50000"/>
            </a:path>
            <a:tileRect/>
          </a:gradFill>
          <a:ln w="25400" cap="flat" cmpd="sng" algn="ctr">
            <a:noFill/>
            <a:prstDash val="solid"/>
          </a:ln>
          <a:effectLst/>
        </p:spPr>
        <p:txBody>
          <a:bodyPr anchor="ctr"/>
          <a:lstStyle/>
          <a:p>
            <a:pPr marL="0" marR="0" lvl="0" indent="0" algn="ctr" defTabSz="609600" rtl="0" eaLnBrk="0" fontAlgn="base" latinLnBrk="0" hangingPunct="0">
              <a:lnSpc>
                <a:spcPct val="100000"/>
              </a:lnSpc>
              <a:spcBef>
                <a:spcPct val="0"/>
              </a:spcBef>
              <a:spcAft>
                <a:spcPct val="0"/>
              </a:spcAft>
              <a:buClrTx/>
              <a:buSzTx/>
              <a:buFontTx/>
              <a:buNone/>
              <a:defRPr/>
            </a:pPr>
            <a:endParaRPr kumimoji="0" lang="vi-VN" sz="1200" b="0" i="0" u="none" strike="noStrike" kern="0" cap="none" spc="0" normalizeH="0" baseline="0" noProof="0">
              <a:ln>
                <a:noFill/>
              </a:ln>
              <a:solidFill>
                <a:srgbClr val="10A08F"/>
              </a:solidFill>
              <a:effectLst/>
              <a:uLnTx/>
              <a:uFillTx/>
              <a:latin typeface="Cambria" panose="02040503050406030204" pitchFamily="18" charset="0"/>
              <a:ea typeface="Cambria" panose="02040503050406030204" pitchFamily="18" charset="0"/>
              <a:cs typeface="+mn-cs"/>
            </a:endParaRPr>
          </a:p>
        </p:txBody>
      </p:sp>
      <p:pic>
        <p:nvPicPr>
          <p:cNvPr id="8" name="Picture 5" descr="Text&#10;&#10;Description automatically generated"/>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33350" y="1"/>
            <a:ext cx="2381250"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2514600" y="55033"/>
            <a:ext cx="9321800" cy="625475"/>
          </a:xfrm>
          <a:prstGeom prst="rect">
            <a:avLst/>
          </a:prstGeom>
        </p:spPr>
        <p:txBody>
          <a:bodyPr vert="horz" lIns="91440" tIns="45720" rIns="91440" bIns="45720" rtlCol="0" anchor="ctr">
            <a:normAutofit/>
          </a:bodyPr>
          <a:lstStyle/>
          <a:p>
            <a:r>
              <a:rPr lang="en-US"/>
              <a:t>Click to edit Master title style</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6096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152400" indent="-152400" algn="l" defTabSz="609600" rtl="0" eaLnBrk="1" latinLnBrk="0" hangingPunct="1">
        <a:lnSpc>
          <a:spcPct val="90000"/>
        </a:lnSpc>
        <a:spcBef>
          <a:spcPts val="665"/>
        </a:spcBef>
        <a:buFont typeface="Arial" panose="020B0604020202020204" pitchFamily="34" charset="0"/>
        <a:buChar char="•"/>
        <a:defRPr sz="2935" kern="1200">
          <a:solidFill>
            <a:schemeClr val="tx1"/>
          </a:solidFill>
          <a:latin typeface="+mn-lt"/>
          <a:ea typeface="+mn-ea"/>
          <a:cs typeface="+mn-cs"/>
        </a:defRPr>
      </a:lvl1pPr>
      <a:lvl2pPr marL="457200" indent="-152400" algn="l" defTabSz="609600" rtl="0" eaLnBrk="1" latinLnBrk="0" hangingPunct="1">
        <a:lnSpc>
          <a:spcPct val="90000"/>
        </a:lnSpc>
        <a:spcBef>
          <a:spcPts val="335"/>
        </a:spcBef>
        <a:buFont typeface="Arial" panose="020B0604020202020204" pitchFamily="34" charset="0"/>
        <a:buChar char="•"/>
        <a:defRPr sz="2665" kern="1200">
          <a:solidFill>
            <a:schemeClr val="tx1"/>
          </a:solidFill>
          <a:latin typeface="+mn-lt"/>
          <a:ea typeface="+mn-ea"/>
          <a:cs typeface="+mn-cs"/>
        </a:defRPr>
      </a:lvl2pPr>
      <a:lvl3pPr marL="762000" indent="-152400" algn="l" defTabSz="609600" rtl="0" eaLnBrk="1" latinLnBrk="0" hangingPunct="1">
        <a:lnSpc>
          <a:spcPct val="90000"/>
        </a:lnSpc>
        <a:spcBef>
          <a:spcPts val="335"/>
        </a:spcBef>
        <a:buFont typeface="Arial" panose="020B0604020202020204" pitchFamily="34" charset="0"/>
        <a:buChar char="•"/>
        <a:defRPr sz="2400" kern="1200">
          <a:solidFill>
            <a:schemeClr val="tx1"/>
          </a:solidFill>
          <a:latin typeface="+mn-lt"/>
          <a:ea typeface="+mn-ea"/>
          <a:cs typeface="+mn-cs"/>
        </a:defRPr>
      </a:lvl3pPr>
      <a:lvl4pPr marL="1066800" indent="-152400" algn="l" defTabSz="609600" rtl="0" eaLnBrk="1" latinLnBrk="0" hangingPunct="1">
        <a:lnSpc>
          <a:spcPct val="90000"/>
        </a:lnSpc>
        <a:spcBef>
          <a:spcPts val="335"/>
        </a:spcBef>
        <a:buFont typeface="Arial" panose="020B0604020202020204" pitchFamily="34" charset="0"/>
        <a:buChar char="•"/>
        <a:defRPr sz="2135" kern="1200">
          <a:solidFill>
            <a:schemeClr val="tx1"/>
          </a:solidFill>
          <a:latin typeface="+mn-lt"/>
          <a:ea typeface="+mn-ea"/>
          <a:cs typeface="+mn-cs"/>
        </a:defRPr>
      </a:lvl4pPr>
      <a:lvl5pPr marL="1371600" indent="-152400" algn="l" defTabSz="609600" rtl="0" eaLnBrk="1" latinLnBrk="0" hangingPunct="1">
        <a:lnSpc>
          <a:spcPct val="90000"/>
        </a:lnSpc>
        <a:spcBef>
          <a:spcPts val="335"/>
        </a:spcBef>
        <a:buFont typeface="Arial" panose="020B0604020202020204" pitchFamily="34" charset="0"/>
        <a:buChar char="•"/>
        <a:defRPr sz="2135" kern="1200">
          <a:solidFill>
            <a:schemeClr val="tx1"/>
          </a:solidFill>
          <a:latin typeface="+mn-lt"/>
          <a:ea typeface="+mn-ea"/>
          <a:cs typeface="+mn-cs"/>
        </a:defRPr>
      </a:lvl5pPr>
      <a:lvl6pPr marL="16764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6pPr>
      <a:lvl7pPr marL="19812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7pPr>
      <a:lvl8pPr marL="22860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8pPr>
      <a:lvl9pPr marL="25908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609600" rtl="0" eaLnBrk="1" latinLnBrk="0" hangingPunct="1">
        <a:defRPr sz="1200" kern="1200">
          <a:solidFill>
            <a:schemeClr val="tx1"/>
          </a:solidFill>
          <a:latin typeface="+mn-lt"/>
          <a:ea typeface="+mn-ea"/>
          <a:cs typeface="+mn-cs"/>
        </a:defRPr>
      </a:lvl1pPr>
      <a:lvl2pPr marL="304800" algn="l" defTabSz="609600" rtl="0" eaLnBrk="1" latinLnBrk="0" hangingPunct="1">
        <a:defRPr sz="1200" kern="1200">
          <a:solidFill>
            <a:schemeClr val="tx1"/>
          </a:solidFill>
          <a:latin typeface="+mn-lt"/>
          <a:ea typeface="+mn-ea"/>
          <a:cs typeface="+mn-cs"/>
        </a:defRPr>
      </a:lvl2pPr>
      <a:lvl3pPr marL="609600" algn="l" defTabSz="609600" rtl="0" eaLnBrk="1" latinLnBrk="0" hangingPunct="1">
        <a:defRPr sz="1200" kern="1200">
          <a:solidFill>
            <a:schemeClr val="tx1"/>
          </a:solidFill>
          <a:latin typeface="+mn-lt"/>
          <a:ea typeface="+mn-ea"/>
          <a:cs typeface="+mn-cs"/>
        </a:defRPr>
      </a:lvl3pPr>
      <a:lvl4pPr marL="914400" algn="l" defTabSz="609600" rtl="0" eaLnBrk="1" latinLnBrk="0" hangingPunct="1">
        <a:defRPr sz="1200" kern="1200">
          <a:solidFill>
            <a:schemeClr val="tx1"/>
          </a:solidFill>
          <a:latin typeface="+mn-lt"/>
          <a:ea typeface="+mn-ea"/>
          <a:cs typeface="+mn-cs"/>
        </a:defRPr>
      </a:lvl4pPr>
      <a:lvl5pPr marL="1219200" algn="l" defTabSz="609600" rtl="0" eaLnBrk="1" latinLnBrk="0" hangingPunct="1">
        <a:defRPr sz="1200" kern="1200">
          <a:solidFill>
            <a:schemeClr val="tx1"/>
          </a:solidFill>
          <a:latin typeface="+mn-lt"/>
          <a:ea typeface="+mn-ea"/>
          <a:cs typeface="+mn-cs"/>
        </a:defRPr>
      </a:lvl5pPr>
      <a:lvl6pPr marL="1524000" algn="l" defTabSz="609600" rtl="0" eaLnBrk="1" latinLnBrk="0" hangingPunct="1">
        <a:defRPr sz="1200" kern="1200">
          <a:solidFill>
            <a:schemeClr val="tx1"/>
          </a:solidFill>
          <a:latin typeface="+mn-lt"/>
          <a:ea typeface="+mn-ea"/>
          <a:cs typeface="+mn-cs"/>
        </a:defRPr>
      </a:lvl6pPr>
      <a:lvl7pPr marL="1828800" algn="l" defTabSz="609600" rtl="0" eaLnBrk="1" latinLnBrk="0" hangingPunct="1">
        <a:defRPr sz="1200" kern="1200">
          <a:solidFill>
            <a:schemeClr val="tx1"/>
          </a:solidFill>
          <a:latin typeface="+mn-lt"/>
          <a:ea typeface="+mn-ea"/>
          <a:cs typeface="+mn-cs"/>
        </a:defRPr>
      </a:lvl7pPr>
      <a:lvl8pPr marL="2133600" algn="l" defTabSz="609600" rtl="0" eaLnBrk="1" latinLnBrk="0" hangingPunct="1">
        <a:defRPr sz="1200" kern="1200">
          <a:solidFill>
            <a:schemeClr val="tx1"/>
          </a:solidFill>
          <a:latin typeface="+mn-lt"/>
          <a:ea typeface="+mn-ea"/>
          <a:cs typeface="+mn-cs"/>
        </a:defRPr>
      </a:lvl8pPr>
      <a:lvl9pPr marL="2438400" algn="l" defTabSz="60960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vuong.dangquoc@hust.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31645" y="1407795"/>
            <a:ext cx="10121900" cy="1484630"/>
          </a:xfrm>
        </p:spPr>
        <p:txBody>
          <a:bodyPr>
            <a:normAutofit/>
          </a:bodyPr>
          <a:lstStyle/>
          <a:p>
            <a:pPr>
              <a:lnSpc>
                <a:spcPct val="140000"/>
              </a:lnSpc>
            </a:pPr>
            <a:r>
              <a:rPr lang="en-US" sz="2800">
                <a:solidFill>
                  <a:srgbClr val="EC141C"/>
                </a:solidFill>
                <a:latin typeface="Arial" panose="020B0604020202020204" pitchFamily="34" charset="0"/>
                <a:cs typeface="Arial" panose="020B0604020202020204" pitchFamily="34" charset="0"/>
              </a:rPr>
              <a:t>CHƯƠNG </a:t>
            </a:r>
            <a:r>
              <a:rPr lang="en-US" sz="2800" smtClean="0">
                <a:solidFill>
                  <a:srgbClr val="EC141C"/>
                </a:solidFill>
                <a:latin typeface="Arial" panose="020B0604020202020204" pitchFamily="34" charset="0"/>
                <a:cs typeface="Arial" panose="020B0604020202020204" pitchFamily="34" charset="0"/>
              </a:rPr>
              <a:t>5</a:t>
            </a:r>
            <a:r>
              <a:rPr lang="en-US" sz="2800">
                <a:solidFill>
                  <a:srgbClr val="EC141C"/>
                </a:solidFill>
                <a:latin typeface="Arial" panose="020B0604020202020204" pitchFamily="34" charset="0"/>
                <a:cs typeface="Arial" panose="020B0604020202020204" pitchFamily="34" charset="0"/>
              </a:rPr>
              <a:t/>
            </a:r>
            <a:br>
              <a:rPr lang="en-US" sz="2800">
                <a:solidFill>
                  <a:srgbClr val="EC141C"/>
                </a:solidFill>
                <a:latin typeface="Arial" panose="020B0604020202020204" pitchFamily="34" charset="0"/>
                <a:cs typeface="Arial" panose="020B0604020202020204" pitchFamily="34" charset="0"/>
              </a:rPr>
            </a:br>
            <a:r>
              <a:rPr lang="en-US" sz="2800">
                <a:solidFill>
                  <a:srgbClr val="0000FF"/>
                </a:solidFill>
                <a:latin typeface="Arial" panose="020B0604020202020204" pitchFamily="34" charset="0"/>
                <a:cs typeface="Arial" panose="020B0604020202020204" pitchFamily="34" charset="0"/>
              </a:rPr>
              <a:t> KỸ NĂNG THUYẾT TRÌNH VÀ PHẢN BIỆN</a:t>
            </a:r>
          </a:p>
        </p:txBody>
      </p:sp>
      <p:sp>
        <p:nvSpPr>
          <p:cNvPr id="3" name="Subtitle 2"/>
          <p:cNvSpPr>
            <a:spLocks noGrp="1"/>
          </p:cNvSpPr>
          <p:nvPr>
            <p:ph type="subTitle" idx="1"/>
          </p:nvPr>
        </p:nvSpPr>
        <p:spPr>
          <a:xfrm>
            <a:off x="6384290" y="3602355"/>
            <a:ext cx="5350510" cy="1655445"/>
          </a:xfrm>
        </p:spPr>
        <p:txBody>
          <a:bodyPr>
            <a:normAutofit lnSpcReduction="10000"/>
          </a:bodyPr>
          <a:lstStyle/>
          <a:p>
            <a:pPr marL="246380" marR="5080" indent="-234315" algn="l">
              <a:lnSpc>
                <a:spcPct val="129000"/>
              </a:lnSpc>
              <a:spcBef>
                <a:spcPts val="305"/>
              </a:spcBef>
              <a:tabLst>
                <a:tab pos="1536700" algn="l"/>
              </a:tabLst>
            </a:pPr>
            <a:r>
              <a:rPr lang="en-US" sz="2000" b="1" spc="-5">
                <a:solidFill>
                  <a:srgbClr val="0000FF"/>
                </a:solidFill>
                <a:latin typeface="Arial" panose="020B0604020202020204"/>
                <a:cs typeface="Arial" panose="020B0604020202020204"/>
                <a:sym typeface="+mn-ea"/>
              </a:rPr>
              <a:t>Giảng viên: Võ Vĩnh Bảo</a:t>
            </a:r>
            <a:endParaRPr lang="en-US" sz="2000" b="1" spc="-15">
              <a:solidFill>
                <a:srgbClr val="0000FF"/>
              </a:solidFill>
              <a:latin typeface="Arial" panose="020B0604020202020204"/>
              <a:cs typeface="Arial" panose="020B0604020202020204"/>
            </a:endParaRPr>
          </a:p>
          <a:p>
            <a:pPr marL="246380" marR="5080" indent="-234315" algn="l">
              <a:lnSpc>
                <a:spcPct val="129000"/>
              </a:lnSpc>
              <a:spcBef>
                <a:spcPts val="305"/>
              </a:spcBef>
              <a:tabLst>
                <a:tab pos="1536700" algn="l"/>
              </a:tabLst>
            </a:pPr>
            <a:r>
              <a:rPr lang="en-US" sz="2000">
                <a:solidFill>
                  <a:srgbClr val="003D62"/>
                </a:solidFill>
                <a:latin typeface="Arial" panose="020B0604020202020204"/>
                <a:cs typeface="Arial" panose="020B0604020202020204"/>
                <a:sym typeface="+mn-ea"/>
              </a:rPr>
              <a:t>Email: </a:t>
            </a:r>
            <a:r>
              <a:rPr lang="en-US" sz="2000" spc="-5">
                <a:solidFill>
                  <a:sysClr val="windowText" lastClr="000000"/>
                </a:solidFill>
                <a:latin typeface="Arial" panose="020B0604020202020204"/>
                <a:cs typeface="Arial" panose="020B0604020202020204"/>
                <a:sym typeface="+mn-ea"/>
                <a:hlinkClick r:id="rId2"/>
              </a:rPr>
              <a:t>bao.vo@ut.edu.vn </a:t>
            </a:r>
            <a:r>
              <a:rPr lang="en-US" sz="2000" spc="-5">
                <a:solidFill>
                  <a:sysClr val="windowText" lastClr="000000"/>
                </a:solidFill>
                <a:latin typeface="Arial" panose="020B0604020202020204"/>
                <a:cs typeface="Arial" panose="020B0604020202020204"/>
                <a:sym typeface="+mn-ea"/>
              </a:rPr>
              <a:t> </a:t>
            </a:r>
            <a:endParaRPr lang="en-US" sz="2000" spc="-5">
              <a:latin typeface="Arial" panose="020B0604020202020204"/>
              <a:cs typeface="Arial" panose="020B0604020202020204"/>
            </a:endParaRPr>
          </a:p>
          <a:p>
            <a:pPr marL="246380" marR="5080" indent="-234315" algn="l">
              <a:lnSpc>
                <a:spcPct val="129000"/>
              </a:lnSpc>
              <a:spcBef>
                <a:spcPts val="305"/>
              </a:spcBef>
              <a:tabLst>
                <a:tab pos="1536700" algn="l"/>
              </a:tabLst>
            </a:pPr>
            <a:r>
              <a:rPr lang="en-US" sz="2000">
                <a:solidFill>
                  <a:sysClr val="windowText" lastClr="000000"/>
                </a:solidFill>
                <a:latin typeface="Arial" panose="020B0604020202020204"/>
                <a:cs typeface="Arial" panose="020B0604020202020204"/>
                <a:sym typeface="+mn-ea"/>
              </a:rPr>
              <a:t>Phone:</a:t>
            </a:r>
            <a:r>
              <a:rPr lang="en-US" sz="2000" spc="-10">
                <a:solidFill>
                  <a:sysClr val="windowText" lastClr="000000"/>
                </a:solidFill>
                <a:latin typeface="Arial" panose="020B0604020202020204"/>
                <a:cs typeface="Arial" panose="020B0604020202020204"/>
                <a:sym typeface="+mn-ea"/>
              </a:rPr>
              <a:t> </a:t>
            </a:r>
            <a:r>
              <a:rPr lang="en-US" sz="2000">
                <a:solidFill>
                  <a:sysClr val="windowText" lastClr="000000"/>
                </a:solidFill>
                <a:latin typeface="Arial" panose="020B0604020202020204"/>
                <a:cs typeface="Arial" panose="020B0604020202020204"/>
                <a:sym typeface="+mn-ea"/>
              </a:rPr>
              <a:t>091 8235236</a:t>
            </a:r>
            <a:endParaRPr lang="en-US" sz="2000">
              <a:latin typeface="Arial" panose="020B0604020202020204" pitchFamily="34" charset="0"/>
              <a:cs typeface="Arial" panose="020B0604020202020204" pitchFamily="34" charset="0"/>
            </a:endParaRPr>
          </a:p>
        </p:txBody>
      </p:sp>
      <p:sp>
        <p:nvSpPr>
          <p:cNvPr id="4" name="TextBox 3"/>
          <p:cNvSpPr txBox="1"/>
          <p:nvPr/>
        </p:nvSpPr>
        <p:spPr>
          <a:xfrm>
            <a:off x="2438399" y="104355"/>
            <a:ext cx="9582150" cy="475615"/>
          </a:xfrm>
          <a:prstGeom prst="rect">
            <a:avLst/>
          </a:prstGeom>
          <a:noFill/>
        </p:spPr>
        <p:txBody>
          <a:bodyPr wrap="square" rtlCol="0">
            <a:spAutoFit/>
          </a:bodyPr>
          <a:lstStyle/>
          <a:p>
            <a:r>
              <a:rPr lang="en-US" sz="2500" b="1" smtClean="0">
                <a:solidFill>
                  <a:srgbClr val="129498"/>
                </a:solidFill>
                <a:latin typeface="Arial" panose="020B0604020202020204" pitchFamily="34" charset="0"/>
                <a:ea typeface="Tahoma" panose="020B0604030504040204" pitchFamily="34" charset="0"/>
                <a:cs typeface="Arial" panose="020B0604020202020204" pitchFamily="34" charset="0"/>
              </a:rPr>
              <a:t>TRƯỜNG ĐẠI HỌC GIAO THÔNG VẬN TẢI TP. HỒ CHÍ MINH</a:t>
            </a:r>
          </a:p>
        </p:txBody>
      </p:sp>
      <p:sp>
        <p:nvSpPr>
          <p:cNvPr id="5" name="Slide Number Placeholder 4"/>
          <p:cNvSpPr>
            <a:spLocks noGrp="1"/>
          </p:cNvSpPr>
          <p:nvPr>
            <p:ph type="sldNum" sz="quarter" idx="12"/>
          </p:nvPr>
        </p:nvSpPr>
        <p:spPr/>
        <p:txBody>
          <a:bodyPr/>
          <a:lstStyle/>
          <a:p>
            <a:r>
              <a:rPr lang="en-US"/>
              <a:t>*</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KỸ NĂNG THUYẾT TRÌNH VÀ PHẢN BIỆN</a:t>
            </a:r>
          </a:p>
        </p:txBody>
      </p:sp>
      <p:sp>
        <p:nvSpPr>
          <p:cNvPr id="3" name="Content Placeholder 2"/>
          <p:cNvSpPr>
            <a:spLocks noGrp="1"/>
          </p:cNvSpPr>
          <p:nvPr>
            <p:ph idx="1"/>
          </p:nvPr>
        </p:nvSpPr>
        <p:spPr>
          <a:xfrm>
            <a:off x="838200" y="1047750"/>
            <a:ext cx="11182350" cy="5544185"/>
          </a:xfrm>
        </p:spPr>
        <p:txBody>
          <a:bodyPr>
            <a:normAutofit/>
          </a:bodyPr>
          <a:lstStyle/>
          <a:p>
            <a:pPr marL="0" indent="0" algn="ctr">
              <a:lnSpc>
                <a:spcPct val="120000"/>
              </a:lnSpc>
              <a:buNone/>
            </a:pPr>
            <a:r>
              <a:rPr lang="en-US" b="1">
                <a:solidFill>
                  <a:srgbClr val="EC141C"/>
                </a:solidFill>
              </a:rPr>
              <a:t>NỘI DUNG CHƯƠNG </a:t>
            </a:r>
            <a:r>
              <a:rPr lang="en-US" b="1" smtClean="0">
                <a:solidFill>
                  <a:srgbClr val="EC141C"/>
                </a:solidFill>
              </a:rPr>
              <a:t>5</a:t>
            </a:r>
            <a:endParaRPr lang="en-US" b="1">
              <a:solidFill>
                <a:srgbClr val="EC141C"/>
              </a:solidFill>
            </a:endParaRPr>
          </a:p>
          <a:p>
            <a:pPr marL="0" indent="0" algn="ctr">
              <a:lnSpc>
                <a:spcPct val="120000"/>
              </a:lnSpc>
              <a:buNone/>
            </a:pPr>
            <a:endParaRPr lang="en-US" b="1">
              <a:solidFill>
                <a:srgbClr val="EC141C"/>
              </a:solidFill>
            </a:endParaRPr>
          </a:p>
          <a:p>
            <a:pPr marL="0" indent="0" algn="just">
              <a:lnSpc>
                <a:spcPct val="150000"/>
              </a:lnSpc>
              <a:buNone/>
            </a:pPr>
            <a:r>
              <a:rPr lang="en-US" sz="2400"/>
              <a:t>5</a:t>
            </a:r>
            <a:r>
              <a:rPr lang="en-US" sz="2400" smtClean="0"/>
              <a:t>.1</a:t>
            </a:r>
            <a:r>
              <a:rPr lang="en-US" sz="2400"/>
              <a:t>. Chuẩn bị bài thuyết trình nghiên cứu</a:t>
            </a:r>
          </a:p>
          <a:p>
            <a:pPr marL="0" indent="0" algn="just">
              <a:lnSpc>
                <a:spcPct val="150000"/>
              </a:lnSpc>
              <a:buNone/>
            </a:pPr>
            <a:r>
              <a:rPr lang="en-US" sz="2400"/>
              <a:t>5</a:t>
            </a:r>
            <a:r>
              <a:rPr lang="en-US" sz="2400" smtClean="0"/>
              <a:t>.2</a:t>
            </a:r>
            <a:r>
              <a:rPr lang="en-US" sz="2400"/>
              <a:t>. Kỹ năng trả lời câu hỏi và phản biện ý kiến</a:t>
            </a:r>
          </a:p>
          <a:p>
            <a:pPr marL="0" indent="0" algn="just">
              <a:lnSpc>
                <a:spcPct val="150000"/>
              </a:lnSpc>
              <a:buNone/>
            </a:pPr>
            <a:r>
              <a:rPr lang="en-US" sz="2400"/>
              <a:t>5</a:t>
            </a:r>
            <a:r>
              <a:rPr lang="en-US" sz="2400" smtClean="0"/>
              <a:t>.3</a:t>
            </a:r>
            <a:r>
              <a:rPr lang="en-US" sz="2400"/>
              <a:t>. Làm việc nhóm và trình bày kết quả nghiên cứu</a:t>
            </a:r>
          </a:p>
        </p:txBody>
      </p:sp>
      <p:sp>
        <p:nvSpPr>
          <p:cNvPr id="4" name="Slide Number Placeholder 3"/>
          <p:cNvSpPr>
            <a:spLocks noGrp="1"/>
          </p:cNvSpPr>
          <p:nvPr>
            <p:ph type="sldNum" sz="quarter" idx="12"/>
          </p:nvPr>
        </p:nvSpPr>
        <p:spPr/>
        <p:txBody>
          <a:bodyPr/>
          <a:lstStyle/>
          <a:p>
            <a:fld id="{C36C28B4-5B52-467A-9173-204C9E91858B}" type="slidenum">
              <a:rPr lang="en-US" smtClean="0"/>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5</a:t>
            </a:r>
            <a:r>
              <a:rPr lang="en-US" sz="2665" smtClean="0">
                <a:solidFill>
                  <a:srgbClr val="076365"/>
                </a:solidFill>
                <a:latin typeface="Arial" panose="020B0604020202020204" pitchFamily="34" charset="0"/>
                <a:cs typeface="Arial" panose="020B0604020202020204" pitchFamily="34" charset="0"/>
                <a:sym typeface="+mn-ea"/>
              </a:rPr>
              <a:t>.1</a:t>
            </a:r>
            <a:r>
              <a:rPr lang="en-US" sz="2665">
                <a:solidFill>
                  <a:srgbClr val="076365"/>
                </a:solidFill>
                <a:latin typeface="Arial" panose="020B0604020202020204" pitchFamily="34" charset="0"/>
                <a:cs typeface="Arial" panose="020B0604020202020204" pitchFamily="34" charset="0"/>
                <a:sym typeface="+mn-ea"/>
              </a:rPr>
              <a:t>. Chuẩn bị bài thuyết trình nghiên cứu</a:t>
            </a:r>
          </a:p>
        </p:txBody>
      </p:sp>
      <p:sp>
        <p:nvSpPr>
          <p:cNvPr id="4" name="Slide Number Placeholder 3"/>
          <p:cNvSpPr>
            <a:spLocks noGrp="1"/>
          </p:cNvSpPr>
          <p:nvPr>
            <p:ph type="sldNum" sz="quarter" idx="12"/>
          </p:nvPr>
        </p:nvSpPr>
        <p:spPr/>
        <p:txBody>
          <a:bodyPr/>
          <a:lstStyle/>
          <a:p>
            <a:fld id="{C36C28B4-5B52-467A-9173-204C9E91858B}" type="slidenum">
              <a:rPr lang="en-US" smtClean="0"/>
              <a:t>3</a:t>
            </a:fld>
            <a:endParaRPr lang="en-US"/>
          </a:p>
        </p:txBody>
      </p:sp>
      <p:sp>
        <p:nvSpPr>
          <p:cNvPr id="6" name="Text Box 5"/>
          <p:cNvSpPr txBox="1"/>
          <p:nvPr/>
        </p:nvSpPr>
        <p:spPr>
          <a:xfrm>
            <a:off x="248285" y="730885"/>
            <a:ext cx="6925310" cy="5491480"/>
          </a:xfrm>
          <a:prstGeom prst="rect">
            <a:avLst/>
          </a:prstGeom>
          <a:noFill/>
        </p:spPr>
        <p:txBody>
          <a:bodyPr wrap="square" rtlCol="0" anchor="t">
            <a:noAutofit/>
          </a:bodyPr>
          <a:lstStyle/>
          <a:p>
            <a:pPr algn="just">
              <a:lnSpc>
                <a:spcPct val="130000"/>
              </a:lnSpc>
            </a:pPr>
            <a:r>
              <a:rPr lang="en-US" b="1" i="1">
                <a:solidFill>
                  <a:srgbClr val="FF0000"/>
                </a:solidFill>
                <a:latin typeface="Arial" panose="020B0604020202020204" pitchFamily="34" charset="0"/>
                <a:cs typeface="Arial" panose="020B0604020202020204" pitchFamily="34" charset="0"/>
              </a:rPr>
              <a:t>1. Xác định mục tiêu và đối tượng</a:t>
            </a:r>
          </a:p>
          <a:p>
            <a:pPr marL="285750" indent="-285750" algn="just">
              <a:lnSpc>
                <a:spcPct val="13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Mục tiêu:</a:t>
            </a:r>
            <a:r>
              <a:rPr lang="en-US">
                <a:solidFill>
                  <a:srgbClr val="076365"/>
                </a:solidFill>
                <a:latin typeface="Arial" panose="020B0604020202020204" pitchFamily="34" charset="0"/>
                <a:cs typeface="Arial" panose="020B0604020202020204" pitchFamily="34" charset="0"/>
              </a:rPr>
              <a:t> Bạn muốn truyền đạt điều gì qua bài thuyết trình này? Những kết quả nào bạn mong muốn đạt được?</a:t>
            </a:r>
          </a:p>
          <a:p>
            <a:pPr marL="285750" indent="-285750" algn="just">
              <a:lnSpc>
                <a:spcPct val="13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Đối tượng:</a:t>
            </a:r>
            <a:r>
              <a:rPr lang="en-US">
                <a:solidFill>
                  <a:srgbClr val="076365"/>
                </a:solidFill>
                <a:latin typeface="Arial" panose="020B0604020202020204" pitchFamily="34" charset="0"/>
                <a:cs typeface="Arial" panose="020B0604020202020204" pitchFamily="34" charset="0"/>
              </a:rPr>
              <a:t> Ai sẽ là người nghe bài thuyết trình của bạn? Họ có nền tảng kiến thức và kỳ vọng gì?</a:t>
            </a:r>
          </a:p>
          <a:p>
            <a:pPr algn="just">
              <a:lnSpc>
                <a:spcPct val="130000"/>
              </a:lnSpc>
            </a:pPr>
            <a:r>
              <a:rPr lang="en-US" b="1" i="1">
                <a:solidFill>
                  <a:srgbClr val="FF0000"/>
                </a:solidFill>
                <a:latin typeface="Arial" panose="020B0604020202020204" pitchFamily="34" charset="0"/>
                <a:cs typeface="Arial" panose="020B0604020202020204" pitchFamily="34" charset="0"/>
              </a:rPr>
              <a:t>2. Cấu trúc bài thuyết trình</a:t>
            </a:r>
          </a:p>
          <a:p>
            <a:pPr marL="285750" indent="-285750" algn="just">
              <a:lnSpc>
                <a:spcPct val="13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Mở đầu: </a:t>
            </a:r>
            <a:r>
              <a:rPr lang="en-US">
                <a:solidFill>
                  <a:srgbClr val="076365"/>
                </a:solidFill>
                <a:latin typeface="Arial" panose="020B0604020202020204" pitchFamily="34" charset="0"/>
                <a:cs typeface="Arial" panose="020B0604020202020204" pitchFamily="34" charset="0"/>
              </a:rPr>
              <a:t>Giới thiệu ngắn gọn về chủ đề nghiên cứu, lý do chọn chủ đề và mục tiêu của bài thuyết trình.</a:t>
            </a:r>
          </a:p>
          <a:p>
            <a:pPr marL="285750" indent="-285750" algn="just">
              <a:lnSpc>
                <a:spcPct val="13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Nội dung chính:</a:t>
            </a:r>
            <a:r>
              <a:rPr lang="en-US">
                <a:solidFill>
                  <a:srgbClr val="076365"/>
                </a:solidFill>
                <a:latin typeface="Arial" panose="020B0604020202020204" pitchFamily="34" charset="0"/>
                <a:cs typeface="Arial" panose="020B0604020202020204" pitchFamily="34" charset="0"/>
              </a:rPr>
              <a:t> Chia thành các phần nhỏ, mỗi phần nên có:</a:t>
            </a:r>
          </a:p>
          <a:p>
            <a:pPr marL="285750" indent="-285750" algn="just">
              <a:lnSpc>
                <a:spcPct val="13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Phương pháp nghiên cứu:</a:t>
            </a:r>
            <a:r>
              <a:rPr lang="en-US">
                <a:solidFill>
                  <a:srgbClr val="076365"/>
                </a:solidFill>
                <a:latin typeface="Arial" panose="020B0604020202020204" pitchFamily="34" charset="0"/>
                <a:cs typeface="Arial" panose="020B0604020202020204" pitchFamily="34" charset="0"/>
              </a:rPr>
              <a:t> Giải thích cách bạn thực hiện nghiên cứu.</a:t>
            </a:r>
          </a:p>
          <a:p>
            <a:pPr marL="285750" indent="-285750" algn="just">
              <a:lnSpc>
                <a:spcPct val="13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Kết quả:</a:t>
            </a:r>
            <a:r>
              <a:rPr lang="en-US">
                <a:solidFill>
                  <a:srgbClr val="076365"/>
                </a:solidFill>
                <a:latin typeface="Arial" panose="020B0604020202020204" pitchFamily="34" charset="0"/>
                <a:cs typeface="Arial" panose="020B0604020202020204" pitchFamily="34" charset="0"/>
              </a:rPr>
              <a:t> Trình bày các kết quả bạn đạt được.</a:t>
            </a:r>
          </a:p>
          <a:p>
            <a:pPr marL="285750" indent="-285750" algn="just">
              <a:lnSpc>
                <a:spcPct val="13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Phân tích: </a:t>
            </a:r>
            <a:r>
              <a:rPr lang="en-US">
                <a:solidFill>
                  <a:srgbClr val="076365"/>
                </a:solidFill>
                <a:latin typeface="Arial" panose="020B0604020202020204" pitchFamily="34" charset="0"/>
                <a:cs typeface="Arial" panose="020B0604020202020204" pitchFamily="34" charset="0"/>
              </a:rPr>
              <a:t>Đưa ra phân tích và giải thích ý nghĩa của kết quả.</a:t>
            </a:r>
          </a:p>
          <a:p>
            <a:pPr marL="285750" indent="-285750" algn="just">
              <a:lnSpc>
                <a:spcPct val="13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Kết luận và đề xuất:</a:t>
            </a:r>
            <a:r>
              <a:rPr lang="en-US">
                <a:solidFill>
                  <a:srgbClr val="076365"/>
                </a:solidFill>
                <a:latin typeface="Arial" panose="020B0604020202020204" pitchFamily="34" charset="0"/>
                <a:cs typeface="Arial" panose="020B0604020202020204" pitchFamily="34" charset="0"/>
              </a:rPr>
              <a:t> Tổng kết lại nghiên cứu và đưa ra những khuyến nghị hoặc đề xuất.</a:t>
            </a:r>
          </a:p>
        </p:txBody>
      </p:sp>
      <p:pic>
        <p:nvPicPr>
          <p:cNvPr id="3" name="Content Placeholder 2"/>
          <p:cNvPicPr>
            <a:picLocks noGrp="1" noChangeAspect="1"/>
          </p:cNvPicPr>
          <p:nvPr>
            <p:ph sz="half" idx="1"/>
          </p:nvPr>
        </p:nvPicPr>
        <p:blipFill>
          <a:blip r:embed="rId2"/>
          <a:stretch>
            <a:fillRect/>
          </a:stretch>
        </p:blipFill>
        <p:spPr>
          <a:xfrm>
            <a:off x="7557770" y="775970"/>
            <a:ext cx="4478655" cy="2853055"/>
          </a:xfrm>
          <a:prstGeom prst="rect">
            <a:avLst/>
          </a:prstGeom>
        </p:spPr>
      </p:pic>
      <p:pic>
        <p:nvPicPr>
          <p:cNvPr id="5" name="Content Placeholder 4"/>
          <p:cNvPicPr>
            <a:picLocks noGrp="1" noChangeAspect="1"/>
          </p:cNvPicPr>
          <p:nvPr>
            <p:ph sz="half" idx="2"/>
          </p:nvPr>
        </p:nvPicPr>
        <p:blipFill>
          <a:blip r:embed="rId3"/>
          <a:stretch>
            <a:fillRect/>
          </a:stretch>
        </p:blipFill>
        <p:spPr>
          <a:xfrm>
            <a:off x="7563485" y="3663950"/>
            <a:ext cx="4485640" cy="2861945"/>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5.1. Chuẩn bị bài thuyết trình nghiên cứu</a:t>
            </a:r>
          </a:p>
        </p:txBody>
      </p:sp>
      <p:sp>
        <p:nvSpPr>
          <p:cNvPr id="4" name="Slide Number Placeholder 3"/>
          <p:cNvSpPr>
            <a:spLocks noGrp="1"/>
          </p:cNvSpPr>
          <p:nvPr>
            <p:ph type="sldNum" sz="quarter" idx="12"/>
          </p:nvPr>
        </p:nvSpPr>
        <p:spPr/>
        <p:txBody>
          <a:bodyPr/>
          <a:lstStyle/>
          <a:p>
            <a:fld id="{C36C28B4-5B52-467A-9173-204C9E91858B}" type="slidenum">
              <a:rPr lang="en-US" smtClean="0"/>
              <a:t>4</a:t>
            </a:fld>
            <a:endParaRPr lang="en-US"/>
          </a:p>
        </p:txBody>
      </p:sp>
      <p:sp>
        <p:nvSpPr>
          <p:cNvPr id="6" name="Text Box 5"/>
          <p:cNvSpPr txBox="1"/>
          <p:nvPr/>
        </p:nvSpPr>
        <p:spPr>
          <a:xfrm>
            <a:off x="248285" y="730885"/>
            <a:ext cx="6925310" cy="5491480"/>
          </a:xfrm>
          <a:prstGeom prst="rect">
            <a:avLst/>
          </a:prstGeom>
          <a:noFill/>
        </p:spPr>
        <p:txBody>
          <a:bodyPr wrap="square" rtlCol="0" anchor="t">
            <a:noAutofit/>
          </a:bodyPr>
          <a:lstStyle/>
          <a:p>
            <a:pPr algn="just">
              <a:lnSpc>
                <a:spcPct val="130000"/>
              </a:lnSpc>
            </a:pPr>
            <a:r>
              <a:rPr lang="en-US" b="1" i="1">
                <a:solidFill>
                  <a:srgbClr val="FF0000"/>
                </a:solidFill>
                <a:latin typeface="Arial" panose="020B0604020202020204" pitchFamily="34" charset="0"/>
                <a:cs typeface="Arial" panose="020B0604020202020204" pitchFamily="34" charset="0"/>
                <a:sym typeface="+mn-ea"/>
              </a:rPr>
              <a:t>3. Chuẩn bị tài liệu và slide</a:t>
            </a:r>
            <a:endParaRPr lang="en-US" b="1" i="1">
              <a:solidFill>
                <a:srgbClr val="FF0000"/>
              </a:solidFill>
              <a:latin typeface="Arial" panose="020B0604020202020204" pitchFamily="34" charset="0"/>
              <a:cs typeface="Arial" panose="020B0604020202020204" pitchFamily="34" charset="0"/>
            </a:endParaRPr>
          </a:p>
          <a:p>
            <a:pPr marL="285750" indent="-285750" algn="just">
              <a:lnSpc>
                <a:spcPct val="13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Slide:</a:t>
            </a:r>
            <a:r>
              <a:rPr lang="en-US">
                <a:solidFill>
                  <a:srgbClr val="076365"/>
                </a:solidFill>
                <a:latin typeface="Arial" panose="020B0604020202020204" pitchFamily="34" charset="0"/>
                <a:cs typeface="Arial" panose="020B0604020202020204" pitchFamily="34" charset="0"/>
              </a:rPr>
              <a:t> Sử dụng các slide để hỗ trợ trình bày. Mỗi slide nên rõ ràng, ngắn gọn và chứa các điểm chính.</a:t>
            </a:r>
          </a:p>
          <a:p>
            <a:pPr marL="285750" indent="-285750" algn="just">
              <a:lnSpc>
                <a:spcPct val="13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Hình ảnh và biểu đồ:</a:t>
            </a:r>
            <a:r>
              <a:rPr lang="en-US">
                <a:solidFill>
                  <a:srgbClr val="076365"/>
                </a:solidFill>
                <a:latin typeface="Arial" panose="020B0604020202020204" pitchFamily="34" charset="0"/>
                <a:cs typeface="Arial" panose="020B0604020202020204" pitchFamily="34" charset="0"/>
              </a:rPr>
              <a:t> Sử dụng hình ảnh, biểu đồ để minh họa cho các điểm chính của bạn. Điều này giúp người nghe dễ hiểu hơn.</a:t>
            </a:r>
          </a:p>
          <a:p>
            <a:pPr marL="285750" indent="-285750" algn="just">
              <a:lnSpc>
                <a:spcPct val="13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Tài liệu tham khảo:</a:t>
            </a:r>
            <a:r>
              <a:rPr lang="en-US">
                <a:solidFill>
                  <a:srgbClr val="076365"/>
                </a:solidFill>
                <a:latin typeface="Arial" panose="020B0604020202020204" pitchFamily="34" charset="0"/>
                <a:cs typeface="Arial" panose="020B0604020202020204" pitchFamily="34" charset="0"/>
              </a:rPr>
              <a:t> Chuẩn bị danh sách tài liệu tham khảo đầy đủ và chính xác.</a:t>
            </a:r>
          </a:p>
          <a:p>
            <a:pPr indent="0" algn="just">
              <a:lnSpc>
                <a:spcPct val="130000"/>
              </a:lnSpc>
              <a:buFont typeface="Wingdings" panose="05000000000000000000" charset="0"/>
              <a:buNone/>
            </a:pPr>
            <a:r>
              <a:rPr lang="en-US" b="1" i="1">
                <a:solidFill>
                  <a:srgbClr val="FF0000"/>
                </a:solidFill>
                <a:latin typeface="Arial" panose="020B0604020202020204" pitchFamily="34" charset="0"/>
                <a:cs typeface="Arial" panose="020B0604020202020204" pitchFamily="34" charset="0"/>
              </a:rPr>
              <a:t>4. Luyện tập thuyết trình</a:t>
            </a:r>
          </a:p>
          <a:p>
            <a:pPr marL="285750" indent="-285750" algn="just">
              <a:lnSpc>
                <a:spcPct val="13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Thực hành:</a:t>
            </a:r>
            <a:r>
              <a:rPr lang="en-US">
                <a:solidFill>
                  <a:srgbClr val="076365"/>
                </a:solidFill>
                <a:latin typeface="Arial" panose="020B0604020202020204" pitchFamily="34" charset="0"/>
                <a:cs typeface="Arial" panose="020B0604020202020204" pitchFamily="34" charset="0"/>
              </a:rPr>
              <a:t> Luyện tập thuyết trình trước gương hoặc trước người khác để nắm vững nội dung và thời gian.</a:t>
            </a:r>
          </a:p>
          <a:p>
            <a:pPr marL="285750" indent="-285750" algn="just">
              <a:lnSpc>
                <a:spcPct val="13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Ghi âm:</a:t>
            </a:r>
            <a:r>
              <a:rPr lang="en-US">
                <a:solidFill>
                  <a:srgbClr val="076365"/>
                </a:solidFill>
                <a:latin typeface="Arial" panose="020B0604020202020204" pitchFamily="34" charset="0"/>
                <a:cs typeface="Arial" panose="020B0604020202020204" pitchFamily="34" charset="0"/>
              </a:rPr>
              <a:t> Ghi âm lại bài thuyết trình của bạn để nghe lại và cải thiện.</a:t>
            </a:r>
          </a:p>
          <a:p>
            <a:pPr marL="285750" indent="-285750" algn="just">
              <a:lnSpc>
                <a:spcPct val="13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Phản hồi:</a:t>
            </a:r>
            <a:r>
              <a:rPr lang="en-US">
                <a:solidFill>
                  <a:srgbClr val="076365"/>
                </a:solidFill>
                <a:latin typeface="Arial" panose="020B0604020202020204" pitchFamily="34" charset="0"/>
                <a:cs typeface="Arial" panose="020B0604020202020204" pitchFamily="34" charset="0"/>
              </a:rPr>
              <a:t> Nhờ người khác nghe và góp ý để cải thiện bài thuyết trình.</a:t>
            </a:r>
          </a:p>
        </p:txBody>
      </p:sp>
      <p:pic>
        <p:nvPicPr>
          <p:cNvPr id="3" name="Content Placeholder 2"/>
          <p:cNvPicPr>
            <a:picLocks noGrp="1" noChangeAspect="1"/>
          </p:cNvPicPr>
          <p:nvPr>
            <p:ph sz="half" idx="1"/>
          </p:nvPr>
        </p:nvPicPr>
        <p:blipFill>
          <a:blip r:embed="rId2"/>
          <a:stretch>
            <a:fillRect/>
          </a:stretch>
        </p:blipFill>
        <p:spPr>
          <a:xfrm>
            <a:off x="7557770" y="775970"/>
            <a:ext cx="4478655" cy="2853055"/>
          </a:xfrm>
          <a:prstGeom prst="rect">
            <a:avLst/>
          </a:prstGeom>
        </p:spPr>
      </p:pic>
      <p:pic>
        <p:nvPicPr>
          <p:cNvPr id="5" name="Content Placeholder 4"/>
          <p:cNvPicPr>
            <a:picLocks noGrp="1" noChangeAspect="1"/>
          </p:cNvPicPr>
          <p:nvPr>
            <p:ph sz="half" idx="2"/>
          </p:nvPr>
        </p:nvPicPr>
        <p:blipFill>
          <a:blip r:embed="rId3"/>
          <a:stretch>
            <a:fillRect/>
          </a:stretch>
        </p:blipFill>
        <p:spPr>
          <a:xfrm>
            <a:off x="7563485" y="3663950"/>
            <a:ext cx="4485640" cy="2861945"/>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5.1. Chuẩn bị bài thuyết trình nghiên cứu</a:t>
            </a:r>
          </a:p>
        </p:txBody>
      </p:sp>
      <p:sp>
        <p:nvSpPr>
          <p:cNvPr id="4" name="Slide Number Placeholder 3"/>
          <p:cNvSpPr>
            <a:spLocks noGrp="1"/>
          </p:cNvSpPr>
          <p:nvPr>
            <p:ph type="sldNum" sz="quarter" idx="12"/>
          </p:nvPr>
        </p:nvSpPr>
        <p:spPr/>
        <p:txBody>
          <a:bodyPr/>
          <a:lstStyle/>
          <a:p>
            <a:fld id="{C36C28B4-5B52-467A-9173-204C9E91858B}" type="slidenum">
              <a:rPr lang="en-US" smtClean="0"/>
              <a:t>5</a:t>
            </a:fld>
            <a:endParaRPr lang="en-US"/>
          </a:p>
        </p:txBody>
      </p:sp>
      <p:sp>
        <p:nvSpPr>
          <p:cNvPr id="6" name="Text Box 5"/>
          <p:cNvSpPr txBox="1"/>
          <p:nvPr/>
        </p:nvSpPr>
        <p:spPr>
          <a:xfrm>
            <a:off x="248285" y="730885"/>
            <a:ext cx="6925310" cy="5810250"/>
          </a:xfrm>
          <a:prstGeom prst="rect">
            <a:avLst/>
          </a:prstGeom>
          <a:noFill/>
        </p:spPr>
        <p:txBody>
          <a:bodyPr wrap="square" rtlCol="0" anchor="t">
            <a:noAutofit/>
          </a:bodyPr>
          <a:lstStyle/>
          <a:p>
            <a:pPr algn="just">
              <a:lnSpc>
                <a:spcPct val="130000"/>
              </a:lnSpc>
            </a:pPr>
            <a:r>
              <a:rPr lang="en-US" b="1" i="1">
                <a:solidFill>
                  <a:srgbClr val="FF0000"/>
                </a:solidFill>
                <a:latin typeface="Arial" panose="020B0604020202020204" pitchFamily="34" charset="0"/>
                <a:cs typeface="Arial" panose="020B0604020202020204" pitchFamily="34" charset="0"/>
                <a:sym typeface="+mn-ea"/>
              </a:rPr>
              <a:t>5. Chuẩn bị tâm lý</a:t>
            </a:r>
            <a:endParaRPr lang="en-US" b="1" i="1">
              <a:solidFill>
                <a:srgbClr val="FF0000"/>
              </a:solidFill>
              <a:latin typeface="Arial" panose="020B0604020202020204" pitchFamily="34" charset="0"/>
              <a:cs typeface="Arial" panose="020B0604020202020204" pitchFamily="34" charset="0"/>
            </a:endParaRPr>
          </a:p>
          <a:p>
            <a:pPr marL="285750" indent="-285750" algn="just">
              <a:lnSpc>
                <a:spcPct val="13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Tự tin:</a:t>
            </a:r>
            <a:r>
              <a:rPr lang="en-US">
                <a:solidFill>
                  <a:srgbClr val="076365"/>
                </a:solidFill>
                <a:latin typeface="Arial" panose="020B0604020202020204" pitchFamily="34" charset="0"/>
                <a:cs typeface="Arial" panose="020B0604020202020204" pitchFamily="34" charset="0"/>
              </a:rPr>
              <a:t> Hãy tự tin vào bản thân và nghiên cứu của mình.</a:t>
            </a:r>
          </a:p>
          <a:p>
            <a:pPr marL="285750" indent="-285750" algn="just">
              <a:lnSpc>
                <a:spcPct val="13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Giải đáp câu hỏi:</a:t>
            </a:r>
            <a:r>
              <a:rPr lang="en-US">
                <a:solidFill>
                  <a:srgbClr val="076365"/>
                </a:solidFill>
                <a:latin typeface="Arial" panose="020B0604020202020204" pitchFamily="34" charset="0"/>
                <a:cs typeface="Arial" panose="020B0604020202020204" pitchFamily="34" charset="0"/>
              </a:rPr>
              <a:t> Chuẩn bị sẵn các câu trả lời cho những câu hỏi có thể được đặt ra.</a:t>
            </a:r>
          </a:p>
          <a:p>
            <a:pPr indent="0" algn="just">
              <a:lnSpc>
                <a:spcPct val="130000"/>
              </a:lnSpc>
              <a:buFont typeface="Wingdings" panose="05000000000000000000" charset="0"/>
              <a:buNone/>
            </a:pPr>
            <a:r>
              <a:rPr lang="en-US" b="1" i="1">
                <a:solidFill>
                  <a:srgbClr val="FF0000"/>
                </a:solidFill>
                <a:latin typeface="Arial" panose="020B0604020202020204" pitchFamily="34" charset="0"/>
                <a:cs typeface="Arial" panose="020B0604020202020204" pitchFamily="34" charset="0"/>
              </a:rPr>
              <a:t>6. Kiểm tra kỹ thuật</a:t>
            </a:r>
          </a:p>
          <a:p>
            <a:pPr marL="285750" indent="-285750" algn="just">
              <a:lnSpc>
                <a:spcPct val="13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Thiết bị:</a:t>
            </a:r>
            <a:r>
              <a:rPr lang="en-US">
                <a:solidFill>
                  <a:srgbClr val="076365"/>
                </a:solidFill>
                <a:latin typeface="Arial" panose="020B0604020202020204" pitchFamily="34" charset="0"/>
                <a:cs typeface="Arial" panose="020B0604020202020204" pitchFamily="34" charset="0"/>
              </a:rPr>
              <a:t> Đảm bảo máy tính, máy chiếu, microphone và các thiết bị khác hoạt động tốt.</a:t>
            </a:r>
          </a:p>
          <a:p>
            <a:pPr marL="285750" indent="-285750" algn="just">
              <a:lnSpc>
                <a:spcPct val="13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Tệp tin:</a:t>
            </a:r>
            <a:r>
              <a:rPr lang="en-US">
                <a:solidFill>
                  <a:srgbClr val="076365"/>
                </a:solidFill>
                <a:latin typeface="Arial" panose="020B0604020202020204" pitchFamily="34" charset="0"/>
                <a:cs typeface="Arial" panose="020B0604020202020204" pitchFamily="34" charset="0"/>
              </a:rPr>
              <a:t> Kiểm tra các tệp tin trình chiếu để đảm bảo chúng chạy mượt mà.</a:t>
            </a:r>
          </a:p>
          <a:p>
            <a:pPr indent="0" algn="just">
              <a:lnSpc>
                <a:spcPct val="130000"/>
              </a:lnSpc>
              <a:buFont typeface="Wingdings" panose="05000000000000000000" charset="0"/>
              <a:buNone/>
            </a:pPr>
            <a:r>
              <a:rPr lang="en-US" b="1" i="1">
                <a:solidFill>
                  <a:srgbClr val="FF0000"/>
                </a:solidFill>
                <a:latin typeface="Arial" panose="020B0604020202020204" pitchFamily="34" charset="0"/>
                <a:cs typeface="Arial" panose="020B0604020202020204" pitchFamily="34" charset="0"/>
              </a:rPr>
              <a:t>7. Trình bày</a:t>
            </a:r>
          </a:p>
          <a:p>
            <a:pPr marL="285750" indent="-285750" algn="just">
              <a:lnSpc>
                <a:spcPct val="13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Bắt đầu mạnh mẽ:</a:t>
            </a:r>
            <a:r>
              <a:rPr lang="en-US">
                <a:solidFill>
                  <a:srgbClr val="076365"/>
                </a:solidFill>
                <a:latin typeface="Arial" panose="020B0604020202020204" pitchFamily="34" charset="0"/>
                <a:cs typeface="Arial" panose="020B0604020202020204" pitchFamily="34" charset="0"/>
              </a:rPr>
              <a:t> Bắt đầu bài thuyết trình với một câu chuyện hoặc thông tin thú vị để thu hút sự chú ý.</a:t>
            </a:r>
          </a:p>
          <a:p>
            <a:pPr marL="285750" indent="-285750" algn="just">
              <a:lnSpc>
                <a:spcPct val="13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Giao tiếp hiệu quả:</a:t>
            </a:r>
            <a:r>
              <a:rPr lang="en-US">
                <a:solidFill>
                  <a:srgbClr val="076365"/>
                </a:solidFill>
                <a:latin typeface="Arial" panose="020B0604020202020204" pitchFamily="34" charset="0"/>
                <a:cs typeface="Arial" panose="020B0604020202020204" pitchFamily="34" charset="0"/>
              </a:rPr>
              <a:t> Giữ liên lạc mắt với khán giả và sử dụng ngôn ngữ cơ thể để tăng sự thuyết phục.</a:t>
            </a:r>
          </a:p>
          <a:p>
            <a:pPr marL="285750" indent="-285750" algn="just">
              <a:lnSpc>
                <a:spcPct val="13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Tóm tắt: </a:t>
            </a:r>
            <a:r>
              <a:rPr lang="en-US">
                <a:solidFill>
                  <a:srgbClr val="076365"/>
                </a:solidFill>
                <a:latin typeface="Arial" panose="020B0604020202020204" pitchFamily="34" charset="0"/>
                <a:cs typeface="Arial" panose="020B0604020202020204" pitchFamily="34" charset="0"/>
              </a:rPr>
              <a:t>Kết thúc bài thuyết trình bằng cách tóm tắt lại các điểm chính và nhấn mạnh lại mục tiêu.</a:t>
            </a:r>
          </a:p>
        </p:txBody>
      </p:sp>
      <p:pic>
        <p:nvPicPr>
          <p:cNvPr id="3" name="Content Placeholder 2"/>
          <p:cNvPicPr>
            <a:picLocks noGrp="1" noChangeAspect="1"/>
          </p:cNvPicPr>
          <p:nvPr>
            <p:ph sz="half" idx="1"/>
          </p:nvPr>
        </p:nvPicPr>
        <p:blipFill>
          <a:blip r:embed="rId2"/>
          <a:stretch>
            <a:fillRect/>
          </a:stretch>
        </p:blipFill>
        <p:spPr>
          <a:xfrm>
            <a:off x="7557770" y="775970"/>
            <a:ext cx="4478655" cy="2853055"/>
          </a:xfrm>
          <a:prstGeom prst="rect">
            <a:avLst/>
          </a:prstGeom>
        </p:spPr>
      </p:pic>
      <p:pic>
        <p:nvPicPr>
          <p:cNvPr id="5" name="Content Placeholder 4"/>
          <p:cNvPicPr>
            <a:picLocks noGrp="1" noChangeAspect="1"/>
          </p:cNvPicPr>
          <p:nvPr>
            <p:ph sz="half" idx="2"/>
          </p:nvPr>
        </p:nvPicPr>
        <p:blipFill>
          <a:blip r:embed="rId3"/>
          <a:stretch>
            <a:fillRect/>
          </a:stretch>
        </p:blipFill>
        <p:spPr>
          <a:xfrm>
            <a:off x="7563485" y="3663950"/>
            <a:ext cx="4485640" cy="2861945"/>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smtClean="0">
                <a:solidFill>
                  <a:srgbClr val="076365"/>
                </a:solidFill>
                <a:latin typeface="Arial" panose="020B0604020202020204" pitchFamily="34" charset="0"/>
                <a:cs typeface="Arial" panose="020B0604020202020204" pitchFamily="34" charset="0"/>
                <a:sym typeface="+mn-ea"/>
              </a:rPr>
              <a:t>5.2. Kỹ năng trả lời câu hỏi và phản biện ý kiến</a:t>
            </a:r>
            <a:endParaRPr lang="en-US" sz="2665">
              <a:solidFill>
                <a:srgbClr val="076365"/>
              </a:solidFill>
              <a:latin typeface="Arial" panose="020B0604020202020204" pitchFamily="34" charset="0"/>
              <a:cs typeface="Arial" panose="020B0604020202020204" pitchFamily="34" charset="0"/>
              <a:sym typeface="+mn-ea"/>
            </a:endParaRPr>
          </a:p>
        </p:txBody>
      </p:sp>
      <p:sp>
        <p:nvSpPr>
          <p:cNvPr id="4" name="Slide Number Placeholder 3"/>
          <p:cNvSpPr>
            <a:spLocks noGrp="1"/>
          </p:cNvSpPr>
          <p:nvPr>
            <p:ph type="sldNum" sz="quarter" idx="12"/>
          </p:nvPr>
        </p:nvSpPr>
        <p:spPr/>
        <p:txBody>
          <a:bodyPr/>
          <a:lstStyle/>
          <a:p>
            <a:fld id="{C36C28B4-5B52-467A-9173-204C9E91858B}" type="slidenum">
              <a:rPr lang="en-US" smtClean="0"/>
              <a:t>6</a:t>
            </a:fld>
            <a:endParaRPr lang="en-US"/>
          </a:p>
        </p:txBody>
      </p:sp>
      <p:pic>
        <p:nvPicPr>
          <p:cNvPr id="12" name="Content Placeholder 11"/>
          <p:cNvPicPr>
            <a:picLocks noGrp="1" noChangeAspect="1"/>
          </p:cNvPicPr>
          <p:nvPr>
            <p:ph sz="half" idx="1"/>
          </p:nvPr>
        </p:nvPicPr>
        <p:blipFill>
          <a:blip r:embed="rId2"/>
          <a:stretch>
            <a:fillRect/>
          </a:stretch>
        </p:blipFill>
        <p:spPr>
          <a:xfrm>
            <a:off x="8870950" y="808990"/>
            <a:ext cx="3194685" cy="3193415"/>
          </a:xfrm>
          <a:prstGeom prst="rect">
            <a:avLst/>
          </a:prstGeom>
        </p:spPr>
      </p:pic>
      <p:pic>
        <p:nvPicPr>
          <p:cNvPr id="14" name="Content Placeholder 13"/>
          <p:cNvPicPr>
            <a:picLocks noGrp="1" noChangeAspect="1"/>
          </p:cNvPicPr>
          <p:nvPr>
            <p:ph sz="half" idx="2"/>
          </p:nvPr>
        </p:nvPicPr>
        <p:blipFill>
          <a:blip r:embed="rId3"/>
          <a:stretch>
            <a:fillRect/>
          </a:stretch>
        </p:blipFill>
        <p:spPr>
          <a:xfrm>
            <a:off x="8919210" y="4201160"/>
            <a:ext cx="3140710" cy="2225040"/>
          </a:xfrm>
          <a:prstGeom prst="rect">
            <a:avLst/>
          </a:prstGeom>
        </p:spPr>
      </p:pic>
      <p:sp>
        <p:nvSpPr>
          <p:cNvPr id="15" name="Text Box 14"/>
          <p:cNvSpPr txBox="1"/>
          <p:nvPr/>
        </p:nvSpPr>
        <p:spPr>
          <a:xfrm>
            <a:off x="151130" y="727075"/>
            <a:ext cx="8714105" cy="5673725"/>
          </a:xfrm>
          <a:prstGeom prst="rect">
            <a:avLst/>
          </a:prstGeom>
          <a:noFill/>
        </p:spPr>
        <p:txBody>
          <a:bodyPr wrap="square" rtlCol="0" anchor="t">
            <a:noAutofit/>
          </a:bodyPr>
          <a:lstStyle/>
          <a:p>
            <a:pPr algn="just">
              <a:lnSpc>
                <a:spcPct val="100000"/>
              </a:lnSpc>
            </a:pPr>
            <a:r>
              <a:rPr lang="en-US" b="1" i="1">
                <a:solidFill>
                  <a:srgbClr val="FF0000"/>
                </a:solidFill>
                <a:latin typeface="Arial" panose="020B0604020202020204" pitchFamily="34" charset="0"/>
                <a:cs typeface="Arial" panose="020B0604020202020204" pitchFamily="34" charset="0"/>
              </a:rPr>
              <a:t>1. Nghe kỹ câu hỏi</a:t>
            </a:r>
          </a:p>
          <a:p>
            <a:pPr marL="285750" indent="-285750" algn="just">
              <a:lnSpc>
                <a:spcPct val="10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Chú ý lắng nghe:</a:t>
            </a:r>
            <a:r>
              <a:rPr lang="en-US">
                <a:solidFill>
                  <a:srgbClr val="076365"/>
                </a:solidFill>
                <a:latin typeface="Arial" panose="020B0604020202020204" pitchFamily="34" charset="0"/>
                <a:cs typeface="Arial" panose="020B0604020202020204" pitchFamily="34" charset="0"/>
              </a:rPr>
              <a:t> Hãy tập trung nghe kỹ câu hỏi để hiểu rõ vấn đề mà người hỏi đang đề cập đến.</a:t>
            </a:r>
          </a:p>
          <a:p>
            <a:pPr marL="285750" indent="-285750" algn="just">
              <a:lnSpc>
                <a:spcPct val="10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Không ngắt lời:</a:t>
            </a:r>
            <a:r>
              <a:rPr lang="en-US">
                <a:solidFill>
                  <a:srgbClr val="076365"/>
                </a:solidFill>
                <a:latin typeface="Arial" panose="020B0604020202020204" pitchFamily="34" charset="0"/>
                <a:cs typeface="Arial" panose="020B0604020202020204" pitchFamily="34" charset="0"/>
              </a:rPr>
              <a:t> Đừng ngắt lời người hỏi, hãy để họ hoàn thành câu hỏi của mình.</a:t>
            </a:r>
          </a:p>
          <a:p>
            <a:pPr algn="just">
              <a:lnSpc>
                <a:spcPct val="100000"/>
              </a:lnSpc>
            </a:pPr>
            <a:r>
              <a:rPr lang="en-US" b="1" i="1">
                <a:solidFill>
                  <a:srgbClr val="FF0000"/>
                </a:solidFill>
                <a:latin typeface="Arial" panose="020B0604020202020204" pitchFamily="34" charset="0"/>
                <a:cs typeface="Arial" panose="020B0604020202020204" pitchFamily="34" charset="0"/>
              </a:rPr>
              <a:t>2. Xác định ý chính</a:t>
            </a:r>
          </a:p>
          <a:p>
            <a:pPr marL="285750" indent="-285750" algn="just">
              <a:lnSpc>
                <a:spcPct val="10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Lập lại câu hỏi: </a:t>
            </a:r>
            <a:r>
              <a:rPr lang="en-US">
                <a:solidFill>
                  <a:srgbClr val="076365"/>
                </a:solidFill>
                <a:latin typeface="Arial" panose="020B0604020202020204" pitchFamily="34" charset="0"/>
                <a:cs typeface="Arial" panose="020B0604020202020204" pitchFamily="34" charset="0"/>
              </a:rPr>
              <a:t>Lập lại câu hỏi hoặc tóm tắt lại để đảm bảo rằng bạn đã hiểu đúng. Ví dụ: "Hãy cho biết là tôi đã hiểu đúng nội dung, bạn đang hỏi về..."</a:t>
            </a:r>
          </a:p>
          <a:p>
            <a:pPr algn="just">
              <a:lnSpc>
                <a:spcPct val="100000"/>
              </a:lnSpc>
            </a:pPr>
            <a:r>
              <a:rPr lang="en-US" b="1" i="1">
                <a:solidFill>
                  <a:srgbClr val="FF0000"/>
                </a:solidFill>
                <a:latin typeface="Arial" panose="020B0604020202020204" pitchFamily="34" charset="0"/>
                <a:cs typeface="Arial" panose="020B0604020202020204" pitchFamily="34" charset="0"/>
              </a:rPr>
              <a:t>3. Trả lời rõ ràng và ngắn gọn</a:t>
            </a:r>
          </a:p>
          <a:p>
            <a:pPr marL="285750" indent="-285750" algn="just">
              <a:lnSpc>
                <a:spcPct val="10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Trả lời trực tiếp:</a:t>
            </a:r>
            <a:r>
              <a:rPr lang="en-US">
                <a:solidFill>
                  <a:srgbClr val="076365"/>
                </a:solidFill>
                <a:latin typeface="Arial" panose="020B0604020202020204" pitchFamily="34" charset="0"/>
                <a:cs typeface="Arial" panose="020B0604020202020204" pitchFamily="34" charset="0"/>
              </a:rPr>
              <a:t> Bắt đầu trả lời trực tiếp vào vấn đề chính, tránh lan man.</a:t>
            </a:r>
          </a:p>
          <a:p>
            <a:pPr marL="285750" indent="-285750" algn="just">
              <a:lnSpc>
                <a:spcPct val="10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Cấu trúc rõ ràng: </a:t>
            </a:r>
            <a:r>
              <a:rPr lang="en-US">
                <a:solidFill>
                  <a:srgbClr val="076365"/>
                </a:solidFill>
                <a:latin typeface="Arial" panose="020B0604020202020204" pitchFamily="34" charset="0"/>
                <a:cs typeface="Arial" panose="020B0604020202020204" pitchFamily="34" charset="0"/>
              </a:rPr>
              <a:t>Trình bày câu trả lời theo một cấu trúc rõ ràng, ví dụ như điểm đầu tiên, điểm thứ hai, và kết luận.</a:t>
            </a:r>
          </a:p>
          <a:p>
            <a:pPr algn="just">
              <a:lnSpc>
                <a:spcPct val="100000"/>
              </a:lnSpc>
            </a:pPr>
            <a:r>
              <a:rPr lang="en-US" b="1" i="1">
                <a:solidFill>
                  <a:srgbClr val="FF0000"/>
                </a:solidFill>
                <a:latin typeface="Arial" panose="020B0604020202020204" pitchFamily="34" charset="0"/>
                <a:cs typeface="Arial" panose="020B0604020202020204" pitchFamily="34" charset="0"/>
              </a:rPr>
              <a:t>4. Sử dụng ví dụ và dữ liệu</a:t>
            </a:r>
          </a:p>
          <a:p>
            <a:pPr marL="285750" indent="-285750" algn="just">
              <a:lnSpc>
                <a:spcPct val="10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Ví dụ cụ thể:</a:t>
            </a:r>
            <a:r>
              <a:rPr lang="en-US">
                <a:solidFill>
                  <a:srgbClr val="076365"/>
                </a:solidFill>
                <a:latin typeface="Arial" panose="020B0604020202020204" pitchFamily="34" charset="0"/>
                <a:cs typeface="Arial" panose="020B0604020202020204" pitchFamily="34" charset="0"/>
              </a:rPr>
              <a:t> Sử dụng các ví dụ cụ thể để minh họa cho câu trả lời của bạn.</a:t>
            </a:r>
          </a:p>
          <a:p>
            <a:pPr marL="285750" indent="-285750" algn="just">
              <a:lnSpc>
                <a:spcPct val="10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Dữ liệu hỗ trợ:</a:t>
            </a:r>
            <a:r>
              <a:rPr lang="en-US">
                <a:solidFill>
                  <a:srgbClr val="076365"/>
                </a:solidFill>
                <a:latin typeface="Arial" panose="020B0604020202020204" pitchFamily="34" charset="0"/>
                <a:cs typeface="Arial" panose="020B0604020202020204" pitchFamily="34" charset="0"/>
              </a:rPr>
              <a:t> Trình bày các dữ liệu và bằng chứng hỗ trợ cho câu trả lời của bạn để tăng tính thuyết phục.</a:t>
            </a:r>
            <a:endParaRPr lang="en-US" b="1" i="1">
              <a:solidFill>
                <a:srgbClr val="076365"/>
              </a:solidFill>
              <a:latin typeface="Arial" panose="020B0604020202020204" pitchFamily="34" charset="0"/>
              <a:cs typeface="Arial" panose="020B0604020202020204" pitchFamily="34" charset="0"/>
            </a:endParaRPr>
          </a:p>
          <a:p>
            <a:pPr algn="just">
              <a:lnSpc>
                <a:spcPct val="100000"/>
              </a:lnSpc>
            </a:pPr>
            <a:r>
              <a:rPr lang="en-US" b="1" i="1">
                <a:solidFill>
                  <a:srgbClr val="FF0000"/>
                </a:solidFill>
                <a:latin typeface="Arial" panose="020B0604020202020204" pitchFamily="34" charset="0"/>
                <a:cs typeface="Arial" panose="020B0604020202020204" pitchFamily="34" charset="0"/>
              </a:rPr>
              <a:t>5. Tự tin và bình tĩnh</a:t>
            </a:r>
          </a:p>
          <a:p>
            <a:pPr marL="285750" indent="-285750" algn="just">
              <a:lnSpc>
                <a:spcPct val="10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Giữ bình tĩnh:</a:t>
            </a:r>
            <a:r>
              <a:rPr lang="en-US">
                <a:solidFill>
                  <a:srgbClr val="076365"/>
                </a:solidFill>
                <a:latin typeface="Arial" panose="020B0604020202020204" pitchFamily="34" charset="0"/>
                <a:cs typeface="Arial" panose="020B0604020202020204" pitchFamily="34" charset="0"/>
              </a:rPr>
              <a:t> Dù câu hỏi có khó hay phản biện có gay gắt, hãy giữ bình tĩnh và tự tin.</a:t>
            </a:r>
          </a:p>
          <a:p>
            <a:pPr marL="285750" indent="-285750" algn="just">
              <a:lnSpc>
                <a:spcPct val="10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Không vội vàng: </a:t>
            </a:r>
            <a:r>
              <a:rPr lang="en-US">
                <a:solidFill>
                  <a:srgbClr val="076365"/>
                </a:solidFill>
                <a:latin typeface="Arial" panose="020B0604020202020204" pitchFamily="34" charset="0"/>
                <a:cs typeface="Arial" panose="020B0604020202020204" pitchFamily="34" charset="0"/>
              </a:rPr>
              <a:t>Nếu cần, hãy dành một vài giây để suy nghĩ trước khi trả lời.</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5.2. Kỹ năng trả lời câu hỏi và phản biện ý kiến</a:t>
            </a:r>
            <a:endParaRPr lang="en-US" sz="2665">
              <a:solidFill>
                <a:srgbClr val="076365"/>
              </a:solidFill>
              <a:latin typeface="Arial" panose="020B0604020202020204" pitchFamily="34" charset="0"/>
              <a:cs typeface="Arial" panose="020B0604020202020204" pitchFamily="34" charset="0"/>
              <a:sym typeface="+mn-ea"/>
            </a:endParaRPr>
          </a:p>
        </p:txBody>
      </p:sp>
      <p:sp>
        <p:nvSpPr>
          <p:cNvPr id="4" name="Slide Number Placeholder 3"/>
          <p:cNvSpPr>
            <a:spLocks noGrp="1"/>
          </p:cNvSpPr>
          <p:nvPr>
            <p:ph type="sldNum" sz="quarter" idx="12"/>
          </p:nvPr>
        </p:nvSpPr>
        <p:spPr/>
        <p:txBody>
          <a:bodyPr/>
          <a:lstStyle/>
          <a:p>
            <a:fld id="{C36C28B4-5B52-467A-9173-204C9E91858B}" type="slidenum">
              <a:rPr lang="en-US" smtClean="0"/>
              <a:t>7</a:t>
            </a:fld>
            <a:endParaRPr lang="en-US"/>
          </a:p>
        </p:txBody>
      </p:sp>
      <p:pic>
        <p:nvPicPr>
          <p:cNvPr id="12" name="Content Placeholder 11"/>
          <p:cNvPicPr>
            <a:picLocks noGrp="1" noChangeAspect="1"/>
          </p:cNvPicPr>
          <p:nvPr>
            <p:ph sz="half" idx="1"/>
          </p:nvPr>
        </p:nvPicPr>
        <p:blipFill>
          <a:blip r:embed="rId2"/>
          <a:stretch>
            <a:fillRect/>
          </a:stretch>
        </p:blipFill>
        <p:spPr>
          <a:xfrm>
            <a:off x="8870950" y="808990"/>
            <a:ext cx="3194685" cy="3193415"/>
          </a:xfrm>
          <a:prstGeom prst="rect">
            <a:avLst/>
          </a:prstGeom>
        </p:spPr>
      </p:pic>
      <p:pic>
        <p:nvPicPr>
          <p:cNvPr id="14" name="Content Placeholder 13"/>
          <p:cNvPicPr>
            <a:picLocks noGrp="1" noChangeAspect="1"/>
          </p:cNvPicPr>
          <p:nvPr>
            <p:ph sz="half" idx="2"/>
          </p:nvPr>
        </p:nvPicPr>
        <p:blipFill>
          <a:blip r:embed="rId3"/>
          <a:stretch>
            <a:fillRect/>
          </a:stretch>
        </p:blipFill>
        <p:spPr>
          <a:xfrm>
            <a:off x="8919210" y="4201160"/>
            <a:ext cx="3140710" cy="2225040"/>
          </a:xfrm>
          <a:prstGeom prst="rect">
            <a:avLst/>
          </a:prstGeom>
        </p:spPr>
      </p:pic>
      <p:sp>
        <p:nvSpPr>
          <p:cNvPr id="15" name="Text Box 14"/>
          <p:cNvSpPr txBox="1"/>
          <p:nvPr/>
        </p:nvSpPr>
        <p:spPr>
          <a:xfrm>
            <a:off x="151130" y="727075"/>
            <a:ext cx="8714105" cy="5843270"/>
          </a:xfrm>
          <a:prstGeom prst="rect">
            <a:avLst/>
          </a:prstGeom>
          <a:noFill/>
        </p:spPr>
        <p:txBody>
          <a:bodyPr wrap="square" rtlCol="0" anchor="t">
            <a:noAutofit/>
          </a:bodyPr>
          <a:lstStyle/>
          <a:p>
            <a:pPr algn="just">
              <a:lnSpc>
                <a:spcPct val="140000"/>
              </a:lnSpc>
            </a:pPr>
            <a:r>
              <a:rPr lang="en-US" b="1" i="1">
                <a:solidFill>
                  <a:srgbClr val="FF0000"/>
                </a:solidFill>
                <a:latin typeface="Arial" panose="020B0604020202020204" pitchFamily="34" charset="0"/>
                <a:cs typeface="Arial" panose="020B0604020202020204" pitchFamily="34" charset="0"/>
              </a:rPr>
              <a:t>6. Phản biện ý kiến</a:t>
            </a:r>
          </a:p>
          <a:p>
            <a:pPr marL="285750" indent="-285750" algn="just">
              <a:lnSpc>
                <a:spcPct val="14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Tôn trọng ý kiến: </a:t>
            </a:r>
            <a:r>
              <a:rPr lang="en-US">
                <a:solidFill>
                  <a:srgbClr val="076365"/>
                </a:solidFill>
                <a:latin typeface="Arial" panose="020B0604020202020204" pitchFamily="34" charset="0"/>
                <a:cs typeface="Arial" panose="020B0604020202020204" pitchFamily="34" charset="0"/>
              </a:rPr>
              <a:t>Dù bạn không đồng ý, hãy luôn tôn trọng ý kiến của người khác.</a:t>
            </a:r>
          </a:p>
          <a:p>
            <a:pPr marL="285750" indent="-285750" algn="just">
              <a:lnSpc>
                <a:spcPct val="14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Phân tích logic:</a:t>
            </a:r>
            <a:r>
              <a:rPr lang="en-US">
                <a:solidFill>
                  <a:srgbClr val="076365"/>
                </a:solidFill>
                <a:latin typeface="Arial" panose="020B0604020202020204" pitchFamily="34" charset="0"/>
                <a:cs typeface="Arial" panose="020B0604020202020204" pitchFamily="34" charset="0"/>
              </a:rPr>
              <a:t> Phản biện dựa trên logic và dữ liệu, tránh tấn công cá nhân.</a:t>
            </a:r>
          </a:p>
          <a:p>
            <a:pPr marL="285750" indent="-285750" algn="just">
              <a:lnSpc>
                <a:spcPct val="14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Đưa ra giải pháp:</a:t>
            </a:r>
            <a:r>
              <a:rPr lang="en-US">
                <a:solidFill>
                  <a:srgbClr val="076365"/>
                </a:solidFill>
                <a:latin typeface="Arial" panose="020B0604020202020204" pitchFamily="34" charset="0"/>
                <a:cs typeface="Arial" panose="020B0604020202020204" pitchFamily="34" charset="0"/>
              </a:rPr>
              <a:t> Nếu bạn phản biện, hãy cố gắng đưa ra các giải pháp hoặc góc nhìn khác.</a:t>
            </a:r>
          </a:p>
          <a:p>
            <a:pPr algn="just">
              <a:lnSpc>
                <a:spcPct val="140000"/>
              </a:lnSpc>
            </a:pPr>
            <a:r>
              <a:rPr lang="en-US" b="1" i="1">
                <a:solidFill>
                  <a:srgbClr val="FF0000"/>
                </a:solidFill>
                <a:latin typeface="Arial" panose="020B0604020202020204" pitchFamily="34" charset="0"/>
                <a:cs typeface="Arial" panose="020B0604020202020204" pitchFamily="34" charset="0"/>
              </a:rPr>
              <a:t>7. Xử lý tình huống khó</a:t>
            </a:r>
          </a:p>
          <a:p>
            <a:pPr marL="285750" indent="-285750" algn="just">
              <a:lnSpc>
                <a:spcPct val="14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Thừa nhận thiếu sót:</a:t>
            </a:r>
            <a:r>
              <a:rPr lang="en-US">
                <a:solidFill>
                  <a:srgbClr val="076365"/>
                </a:solidFill>
                <a:latin typeface="Arial" panose="020B0604020202020204" pitchFamily="34" charset="0"/>
                <a:cs typeface="Arial" panose="020B0604020202020204" pitchFamily="34" charset="0"/>
              </a:rPr>
              <a:t> Nếu bạn không biết câu trả lời, hãy thừa nhận điều đó một cách chân thành và hứa sẽ tìm hiểu thêm.</a:t>
            </a:r>
          </a:p>
          <a:p>
            <a:pPr marL="285750" indent="-285750" algn="just">
              <a:lnSpc>
                <a:spcPct val="14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Giữ lập trường:</a:t>
            </a:r>
            <a:r>
              <a:rPr lang="en-US">
                <a:solidFill>
                  <a:srgbClr val="076365"/>
                </a:solidFill>
                <a:latin typeface="Arial" panose="020B0604020202020204" pitchFamily="34" charset="0"/>
                <a:cs typeface="Arial" panose="020B0604020202020204" pitchFamily="34" charset="0"/>
              </a:rPr>
              <a:t> Nếu bạn chắc chắn về quan điểm của mình, hãy giữ vững lập trường và giải thích lý do một cách thuyết phục.</a:t>
            </a:r>
          </a:p>
          <a:p>
            <a:pPr algn="just">
              <a:lnSpc>
                <a:spcPct val="140000"/>
              </a:lnSpc>
            </a:pPr>
            <a:r>
              <a:rPr lang="en-US" b="1" i="1">
                <a:solidFill>
                  <a:srgbClr val="FF0000"/>
                </a:solidFill>
                <a:latin typeface="Arial" panose="020B0604020202020204" pitchFamily="34" charset="0"/>
                <a:cs typeface="Arial" panose="020B0604020202020204" pitchFamily="34" charset="0"/>
              </a:rPr>
              <a:t>8. Luyện tập</a:t>
            </a:r>
          </a:p>
          <a:p>
            <a:pPr marL="285750" indent="-285750" algn="just">
              <a:lnSpc>
                <a:spcPct val="14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Thực hành:</a:t>
            </a:r>
            <a:r>
              <a:rPr lang="en-US">
                <a:solidFill>
                  <a:srgbClr val="076365"/>
                </a:solidFill>
                <a:latin typeface="Arial" panose="020B0604020202020204" pitchFamily="34" charset="0"/>
                <a:cs typeface="Arial" panose="020B0604020202020204" pitchFamily="34" charset="0"/>
              </a:rPr>
              <a:t> Luyện tập trả lời các câu hỏi và phản biện ý kiến với bạn bè, đồng nghiệp hoặc qua các buổi diễn tập.</a:t>
            </a:r>
          </a:p>
          <a:p>
            <a:pPr marL="285750" indent="-285750" algn="just">
              <a:lnSpc>
                <a:spcPct val="14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Phản hồi:</a:t>
            </a:r>
            <a:r>
              <a:rPr lang="en-US">
                <a:solidFill>
                  <a:srgbClr val="076365"/>
                </a:solidFill>
                <a:latin typeface="Arial" panose="020B0604020202020204" pitchFamily="34" charset="0"/>
                <a:cs typeface="Arial" panose="020B0604020202020204" pitchFamily="34" charset="0"/>
              </a:rPr>
              <a:t> Nhận phản hồi từ người khác để cải thiện kỹ năng của mình.</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5.2. Kỹ năng trả lời câu hỏi và phản biện ý kiến</a:t>
            </a:r>
            <a:endParaRPr lang="en-US" sz="2665">
              <a:solidFill>
                <a:srgbClr val="076365"/>
              </a:solidFill>
              <a:latin typeface="Arial" panose="020B0604020202020204" pitchFamily="34" charset="0"/>
              <a:cs typeface="Arial" panose="020B0604020202020204" pitchFamily="34" charset="0"/>
              <a:sym typeface="+mn-ea"/>
            </a:endParaRPr>
          </a:p>
        </p:txBody>
      </p:sp>
      <p:sp>
        <p:nvSpPr>
          <p:cNvPr id="4" name="Slide Number Placeholder 3"/>
          <p:cNvSpPr>
            <a:spLocks noGrp="1"/>
          </p:cNvSpPr>
          <p:nvPr>
            <p:ph type="sldNum" sz="quarter" idx="12"/>
          </p:nvPr>
        </p:nvSpPr>
        <p:spPr/>
        <p:txBody>
          <a:bodyPr/>
          <a:lstStyle/>
          <a:p>
            <a:fld id="{C36C28B4-5B52-467A-9173-204C9E91858B}" type="slidenum">
              <a:rPr lang="en-US" smtClean="0"/>
              <a:t>8</a:t>
            </a:fld>
            <a:endParaRPr lang="en-US"/>
          </a:p>
        </p:txBody>
      </p:sp>
      <p:pic>
        <p:nvPicPr>
          <p:cNvPr id="12" name="Content Placeholder 11"/>
          <p:cNvPicPr>
            <a:picLocks noGrp="1" noChangeAspect="1"/>
          </p:cNvPicPr>
          <p:nvPr>
            <p:ph sz="half" idx="1"/>
          </p:nvPr>
        </p:nvPicPr>
        <p:blipFill>
          <a:blip r:embed="rId2"/>
          <a:stretch>
            <a:fillRect/>
          </a:stretch>
        </p:blipFill>
        <p:spPr>
          <a:xfrm>
            <a:off x="8870950" y="808990"/>
            <a:ext cx="3194685" cy="3193415"/>
          </a:xfrm>
          <a:prstGeom prst="rect">
            <a:avLst/>
          </a:prstGeom>
        </p:spPr>
      </p:pic>
      <p:pic>
        <p:nvPicPr>
          <p:cNvPr id="14" name="Content Placeholder 13"/>
          <p:cNvPicPr>
            <a:picLocks noGrp="1" noChangeAspect="1"/>
          </p:cNvPicPr>
          <p:nvPr>
            <p:ph sz="half" idx="2"/>
          </p:nvPr>
        </p:nvPicPr>
        <p:blipFill>
          <a:blip r:embed="rId3"/>
          <a:stretch>
            <a:fillRect/>
          </a:stretch>
        </p:blipFill>
        <p:spPr>
          <a:xfrm>
            <a:off x="8919210" y="4201160"/>
            <a:ext cx="3140710" cy="2225040"/>
          </a:xfrm>
          <a:prstGeom prst="rect">
            <a:avLst/>
          </a:prstGeom>
        </p:spPr>
      </p:pic>
      <p:sp>
        <p:nvSpPr>
          <p:cNvPr id="15" name="Text Box 14"/>
          <p:cNvSpPr txBox="1"/>
          <p:nvPr/>
        </p:nvSpPr>
        <p:spPr>
          <a:xfrm>
            <a:off x="151130" y="727075"/>
            <a:ext cx="8714105" cy="5843270"/>
          </a:xfrm>
          <a:prstGeom prst="rect">
            <a:avLst/>
          </a:prstGeom>
          <a:noFill/>
        </p:spPr>
        <p:txBody>
          <a:bodyPr wrap="square" rtlCol="0" anchor="t">
            <a:noAutofit/>
          </a:bodyPr>
          <a:lstStyle/>
          <a:p>
            <a:pPr algn="just">
              <a:lnSpc>
                <a:spcPct val="160000"/>
              </a:lnSpc>
            </a:pPr>
            <a:r>
              <a:rPr lang="en-US" b="1" i="1">
                <a:solidFill>
                  <a:srgbClr val="FF0000"/>
                </a:solidFill>
                <a:latin typeface="Arial" panose="020B0604020202020204" pitchFamily="34" charset="0"/>
                <a:cs typeface="Arial" panose="020B0604020202020204" pitchFamily="34" charset="0"/>
                <a:sym typeface="+mn-ea"/>
              </a:rPr>
              <a:t>Ví dụ 1: Câu hỏi khó</a:t>
            </a:r>
            <a:endParaRPr lang="en-US" b="1" i="1">
              <a:solidFill>
                <a:srgbClr val="FF0000"/>
              </a:solidFill>
              <a:latin typeface="Arial" panose="020B0604020202020204" pitchFamily="34" charset="0"/>
              <a:cs typeface="Arial" panose="020B0604020202020204" pitchFamily="34" charset="0"/>
            </a:endParaRPr>
          </a:p>
          <a:p>
            <a:pPr marL="285750" indent="-285750" algn="just">
              <a:lnSpc>
                <a:spcPct val="160000"/>
              </a:lnSpc>
              <a:buFont typeface="Wingdings" panose="05000000000000000000" charset="0"/>
              <a:buChar char="Ø"/>
            </a:pPr>
            <a:r>
              <a:rPr lang="en-US">
                <a:solidFill>
                  <a:srgbClr val="076365"/>
                </a:solidFill>
                <a:latin typeface="Arial" panose="020B0604020202020204" pitchFamily="34" charset="0"/>
                <a:cs typeface="Arial" panose="020B0604020202020204" pitchFamily="34" charset="0"/>
              </a:rPr>
              <a:t>Người hỏi: "Làm thế nào bạn giải thích mâu thuẫn này trong dữ liệu của bạn?"</a:t>
            </a:r>
          </a:p>
          <a:p>
            <a:pPr marL="285750" indent="-285750" algn="just">
              <a:lnSpc>
                <a:spcPct val="160000"/>
              </a:lnSpc>
              <a:buFont typeface="Wingdings" panose="05000000000000000000" charset="0"/>
              <a:buChar char="Ø"/>
            </a:pPr>
            <a:r>
              <a:rPr lang="en-US">
                <a:solidFill>
                  <a:srgbClr val="076365"/>
                </a:solidFill>
                <a:latin typeface="Arial" panose="020B0604020202020204" pitchFamily="34" charset="0"/>
                <a:cs typeface="Arial" panose="020B0604020202020204" pitchFamily="34" charset="0"/>
              </a:rPr>
              <a:t>Bạn: "Cảm ơn câu hỏi của bạn. Đúng là có một số mâu thuẫn trong dữ liệu, và chúng tôi đang tiến hành thêm các phân tích để hiểu rõ hơn. Một số lý do có thể là do biến động thị trường trong thời gian nghiên cứu hoặc do phương pháp thu thập dữ liệu. Chúng tôi sẽ tiếp tục làm rõ vấn đề này."</a:t>
            </a:r>
          </a:p>
          <a:p>
            <a:pPr indent="0" algn="just">
              <a:lnSpc>
                <a:spcPct val="160000"/>
              </a:lnSpc>
              <a:buFont typeface="Wingdings" panose="05000000000000000000" charset="0"/>
              <a:buNone/>
            </a:pPr>
            <a:r>
              <a:rPr lang="en-US" b="1" i="1">
                <a:solidFill>
                  <a:srgbClr val="FF0000"/>
                </a:solidFill>
                <a:latin typeface="Arial" panose="020B0604020202020204" pitchFamily="34" charset="0"/>
                <a:cs typeface="Arial" panose="020B0604020202020204" pitchFamily="34" charset="0"/>
              </a:rPr>
              <a:t>Ví dụ 2: Phản biện ý kiến</a:t>
            </a:r>
            <a:endParaRPr lang="en-US">
              <a:solidFill>
                <a:srgbClr val="076365"/>
              </a:solidFill>
              <a:latin typeface="Arial" panose="020B0604020202020204" pitchFamily="34" charset="0"/>
              <a:cs typeface="Arial" panose="020B0604020202020204" pitchFamily="34" charset="0"/>
            </a:endParaRPr>
          </a:p>
          <a:p>
            <a:pPr marL="285750" indent="-285750" algn="just">
              <a:lnSpc>
                <a:spcPct val="160000"/>
              </a:lnSpc>
              <a:buFont typeface="Wingdings" panose="05000000000000000000" charset="0"/>
              <a:buChar char="Ø"/>
            </a:pPr>
            <a:r>
              <a:rPr lang="en-US">
                <a:solidFill>
                  <a:srgbClr val="076365"/>
                </a:solidFill>
                <a:latin typeface="Arial" panose="020B0604020202020204" pitchFamily="34" charset="0"/>
                <a:cs typeface="Arial" panose="020B0604020202020204" pitchFamily="34" charset="0"/>
              </a:rPr>
              <a:t>Người phản biện: "Tôi không đồng ý với phương pháp nghiên cứu của bạn, nó có vẻ không phù hợp với đối tượng nghiên cứu."</a:t>
            </a:r>
          </a:p>
          <a:p>
            <a:pPr marL="285750" indent="-285750" algn="just">
              <a:lnSpc>
                <a:spcPct val="160000"/>
              </a:lnSpc>
              <a:buFont typeface="Wingdings" panose="05000000000000000000" charset="0"/>
              <a:buChar char="Ø"/>
            </a:pPr>
            <a:r>
              <a:rPr lang="en-US">
                <a:solidFill>
                  <a:srgbClr val="076365"/>
                </a:solidFill>
                <a:latin typeface="Arial" panose="020B0604020202020204" pitchFamily="34" charset="0"/>
                <a:cs typeface="Arial" panose="020B0604020202020204" pitchFamily="34" charset="0"/>
              </a:rPr>
              <a:t>Bạn: "Tôi rất cảm kích phản hồi của bạn. Chúng tôi đã chọn phương pháp này vì nó cho phép thu thập dữ liệu chi tiết từ đối tượng nghiên cứu. Tuy nhiên, tôi cũng nhận thấy rằng có những phương pháp khác có thể được xem xét, và chúng tôi sẽ cân nhắc trong các nghiên cứu tiếp theo."</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5.3. Làm việc nhóm và trình bày kết quả nghiên cứu</a:t>
            </a:r>
            <a:endParaRPr lang="en-US" sz="2665">
              <a:solidFill>
                <a:srgbClr val="076365"/>
              </a:solidFill>
              <a:latin typeface="Arial" panose="020B0604020202020204" pitchFamily="34" charset="0"/>
              <a:cs typeface="Arial" panose="020B0604020202020204" pitchFamily="34" charset="0"/>
              <a:sym typeface="+mn-ea"/>
            </a:endParaRPr>
          </a:p>
        </p:txBody>
      </p:sp>
      <p:sp>
        <p:nvSpPr>
          <p:cNvPr id="4" name="Slide Number Placeholder 3"/>
          <p:cNvSpPr>
            <a:spLocks noGrp="1"/>
          </p:cNvSpPr>
          <p:nvPr>
            <p:ph type="sldNum" sz="quarter" idx="12"/>
          </p:nvPr>
        </p:nvSpPr>
        <p:spPr/>
        <p:txBody>
          <a:bodyPr/>
          <a:lstStyle/>
          <a:p>
            <a:fld id="{C36C28B4-5B52-467A-9173-204C9E91858B}" type="slidenum">
              <a:rPr lang="en-US" smtClean="0"/>
              <a:t>9</a:t>
            </a:fld>
            <a:endParaRPr lang="en-US"/>
          </a:p>
        </p:txBody>
      </p:sp>
      <p:pic>
        <p:nvPicPr>
          <p:cNvPr id="3" name="Content Placeholder 2"/>
          <p:cNvPicPr>
            <a:picLocks noGrp="1" noChangeAspect="1"/>
          </p:cNvPicPr>
          <p:nvPr>
            <p:ph sz="half" idx="1"/>
          </p:nvPr>
        </p:nvPicPr>
        <p:blipFill>
          <a:blip r:embed="rId2"/>
          <a:stretch>
            <a:fillRect/>
          </a:stretch>
        </p:blipFill>
        <p:spPr>
          <a:xfrm>
            <a:off x="7423150" y="3728085"/>
            <a:ext cx="4567555" cy="3042285"/>
          </a:xfrm>
          <a:prstGeom prst="rect">
            <a:avLst/>
          </a:prstGeom>
        </p:spPr>
      </p:pic>
      <p:pic>
        <p:nvPicPr>
          <p:cNvPr id="5" name="Content Placeholder 4"/>
          <p:cNvPicPr>
            <a:picLocks noGrp="1" noChangeAspect="1"/>
          </p:cNvPicPr>
          <p:nvPr>
            <p:ph sz="half" idx="2"/>
          </p:nvPr>
        </p:nvPicPr>
        <p:blipFill>
          <a:blip r:embed="rId3"/>
          <a:stretch>
            <a:fillRect/>
          </a:stretch>
        </p:blipFill>
        <p:spPr>
          <a:xfrm>
            <a:off x="7024370" y="703580"/>
            <a:ext cx="5181600" cy="2994025"/>
          </a:xfrm>
          <a:prstGeom prst="rect">
            <a:avLst/>
          </a:prstGeom>
        </p:spPr>
      </p:pic>
      <p:sp>
        <p:nvSpPr>
          <p:cNvPr id="6" name="Text Box 5"/>
          <p:cNvSpPr txBox="1"/>
          <p:nvPr/>
        </p:nvSpPr>
        <p:spPr>
          <a:xfrm>
            <a:off x="269240" y="728345"/>
            <a:ext cx="6734810" cy="5640070"/>
          </a:xfrm>
          <a:prstGeom prst="rect">
            <a:avLst/>
          </a:prstGeom>
          <a:noFill/>
        </p:spPr>
        <p:txBody>
          <a:bodyPr wrap="square" rtlCol="0" anchor="t">
            <a:noAutofit/>
          </a:bodyPr>
          <a:lstStyle/>
          <a:p>
            <a:pPr algn="just">
              <a:lnSpc>
                <a:spcPct val="120000"/>
              </a:lnSpc>
            </a:pPr>
            <a:r>
              <a:rPr lang="en-US" sz="2200" b="1" i="1">
                <a:solidFill>
                  <a:srgbClr val="FF0000"/>
                </a:solidFill>
                <a:latin typeface="Arial" panose="020B0604020202020204" pitchFamily="34" charset="0"/>
                <a:cs typeface="Arial" panose="020B0604020202020204" pitchFamily="34" charset="0"/>
              </a:rPr>
              <a:t>Làm việc nhóm</a:t>
            </a:r>
          </a:p>
          <a:p>
            <a:pPr algn="just">
              <a:lnSpc>
                <a:spcPct val="120000"/>
              </a:lnSpc>
            </a:pPr>
            <a:r>
              <a:rPr lang="en-US" b="1" i="1">
                <a:solidFill>
                  <a:srgbClr val="FF0000"/>
                </a:solidFill>
                <a:latin typeface="Arial" panose="020B0604020202020204" pitchFamily="34" charset="0"/>
                <a:cs typeface="Arial" panose="020B0604020202020204" pitchFamily="34" charset="0"/>
              </a:rPr>
              <a:t>1. Thiết lập mục tiêu chung</a:t>
            </a:r>
          </a:p>
          <a:p>
            <a:pPr marL="285750" indent="-285750" algn="just">
              <a:lnSpc>
                <a:spcPct val="12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Mục tiêu rõ ràng:</a:t>
            </a:r>
            <a:r>
              <a:rPr lang="en-US">
                <a:solidFill>
                  <a:srgbClr val="076365"/>
                </a:solidFill>
                <a:latin typeface="Arial" panose="020B0604020202020204" pitchFamily="34" charset="0"/>
                <a:cs typeface="Arial" panose="020B0604020202020204" pitchFamily="34" charset="0"/>
              </a:rPr>
              <a:t> Đảm bảo rằng tất cả các thành viên trong nhóm đều hiểu và đồng ý với mục tiêu của dự án.</a:t>
            </a:r>
          </a:p>
          <a:p>
            <a:pPr marL="285750" indent="-285750" algn="just">
              <a:lnSpc>
                <a:spcPct val="12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Kế hoạch cụ thể:</a:t>
            </a:r>
            <a:r>
              <a:rPr lang="en-US">
                <a:solidFill>
                  <a:srgbClr val="076365"/>
                </a:solidFill>
                <a:latin typeface="Arial" panose="020B0604020202020204" pitchFamily="34" charset="0"/>
                <a:cs typeface="Arial" panose="020B0604020202020204" pitchFamily="34" charset="0"/>
              </a:rPr>
              <a:t> Lập kế hoạch chi tiết về các bước cần thực hiện và phân công nhiệm vụ rõ ràng cho từng thành viên.</a:t>
            </a:r>
          </a:p>
          <a:p>
            <a:pPr algn="just">
              <a:lnSpc>
                <a:spcPct val="120000"/>
              </a:lnSpc>
            </a:pPr>
            <a:r>
              <a:rPr lang="en-US" b="1" i="1">
                <a:solidFill>
                  <a:srgbClr val="FF0000"/>
                </a:solidFill>
                <a:latin typeface="Arial" panose="020B0604020202020204" pitchFamily="34" charset="0"/>
                <a:cs typeface="Arial" panose="020B0604020202020204" pitchFamily="34" charset="0"/>
              </a:rPr>
              <a:t>2. Giao tiếp hiệu quả</a:t>
            </a:r>
          </a:p>
          <a:p>
            <a:pPr marL="285750" indent="-285750" algn="just">
              <a:lnSpc>
                <a:spcPct val="12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Họp định kỳ:</a:t>
            </a:r>
            <a:r>
              <a:rPr lang="en-US">
                <a:solidFill>
                  <a:srgbClr val="076365"/>
                </a:solidFill>
                <a:latin typeface="Arial" panose="020B0604020202020204" pitchFamily="34" charset="0"/>
                <a:cs typeface="Arial" panose="020B0604020202020204" pitchFamily="34" charset="0"/>
              </a:rPr>
              <a:t> Tổ chức các cuộc họp định kỳ để cập nhật tiến độ và giải quyết các vấn đề phát sinh.</a:t>
            </a:r>
          </a:p>
          <a:p>
            <a:pPr marL="285750" indent="-285750" algn="just">
              <a:lnSpc>
                <a:spcPct val="12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Kênh liên lạc:</a:t>
            </a:r>
            <a:r>
              <a:rPr lang="en-US">
                <a:solidFill>
                  <a:srgbClr val="076365"/>
                </a:solidFill>
                <a:latin typeface="Arial" panose="020B0604020202020204" pitchFamily="34" charset="0"/>
                <a:cs typeface="Arial" panose="020B0604020202020204" pitchFamily="34" charset="0"/>
              </a:rPr>
              <a:t> Sử dụng các kênh liên lạc hiệu quả như email, chat nhóm hoặc các công cụ quản lý dự án như Trello, Asana để trao đổi thông tin.</a:t>
            </a:r>
          </a:p>
          <a:p>
            <a:pPr algn="just">
              <a:lnSpc>
                <a:spcPct val="120000"/>
              </a:lnSpc>
            </a:pPr>
            <a:r>
              <a:rPr lang="en-US" b="1" i="1">
                <a:solidFill>
                  <a:srgbClr val="FF0000"/>
                </a:solidFill>
                <a:latin typeface="Arial" panose="020B0604020202020204" pitchFamily="34" charset="0"/>
                <a:cs typeface="Arial" panose="020B0604020202020204" pitchFamily="34" charset="0"/>
              </a:rPr>
              <a:t>3. Phân công nhiệm vụ</a:t>
            </a:r>
          </a:p>
          <a:p>
            <a:pPr marL="285750" indent="-285750" algn="just">
              <a:lnSpc>
                <a:spcPct val="12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Phân công hợp lý:</a:t>
            </a:r>
            <a:r>
              <a:rPr lang="en-US">
                <a:solidFill>
                  <a:srgbClr val="076365"/>
                </a:solidFill>
                <a:latin typeface="Arial" panose="020B0604020202020204" pitchFamily="34" charset="0"/>
                <a:cs typeface="Arial" panose="020B0604020202020204" pitchFamily="34" charset="0"/>
              </a:rPr>
              <a:t> Phân công công việc dựa trên thế mạnh và khả năng của từng thành viên.</a:t>
            </a:r>
          </a:p>
          <a:p>
            <a:pPr marL="285750" indent="-285750" algn="just">
              <a:lnSpc>
                <a:spcPct val="12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rPr>
              <a:t>Theo dõi tiến độ: </a:t>
            </a:r>
            <a:r>
              <a:rPr lang="en-US">
                <a:solidFill>
                  <a:srgbClr val="076365"/>
                </a:solidFill>
                <a:latin typeface="Arial" panose="020B0604020202020204" pitchFamily="34" charset="0"/>
                <a:cs typeface="Arial" panose="020B0604020202020204" pitchFamily="34" charset="0"/>
              </a:rPr>
              <a:t>Đảm bảo rằng mọi người đều hoàn thành nhiệm vụ đúng hạn và hỗ trợ lẫn nhau khi cần thiết.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smtClean="0">
                <a:solidFill>
                  <a:srgbClr val="076365"/>
                </a:solidFill>
                <a:latin typeface="Arial" panose="020B0604020202020204" pitchFamily="34" charset="0"/>
                <a:cs typeface="Arial" panose="020B0604020202020204" pitchFamily="34" charset="0"/>
                <a:sym typeface="+mn-ea"/>
              </a:rPr>
              <a:t>5.3. Làm việc nhóm và trình bày kết quả nghiên cứu</a:t>
            </a:r>
            <a:endParaRPr lang="en-US" sz="2665">
              <a:solidFill>
                <a:srgbClr val="076365"/>
              </a:solidFill>
              <a:latin typeface="Arial" panose="020B0604020202020204" pitchFamily="34" charset="0"/>
              <a:cs typeface="Arial" panose="020B0604020202020204" pitchFamily="34" charset="0"/>
              <a:sym typeface="+mn-ea"/>
            </a:endParaRPr>
          </a:p>
        </p:txBody>
      </p:sp>
      <p:sp>
        <p:nvSpPr>
          <p:cNvPr id="4" name="Slide Number Placeholder 3"/>
          <p:cNvSpPr>
            <a:spLocks noGrp="1"/>
          </p:cNvSpPr>
          <p:nvPr>
            <p:ph type="sldNum" sz="quarter" idx="12"/>
          </p:nvPr>
        </p:nvSpPr>
        <p:spPr/>
        <p:txBody>
          <a:bodyPr/>
          <a:lstStyle/>
          <a:p>
            <a:fld id="{C36C28B4-5B52-467A-9173-204C9E91858B}" type="slidenum">
              <a:rPr lang="en-US" smtClean="0"/>
              <a:t>10</a:t>
            </a:fld>
            <a:endParaRPr lang="en-US"/>
          </a:p>
        </p:txBody>
      </p:sp>
      <p:pic>
        <p:nvPicPr>
          <p:cNvPr id="3" name="Content Placeholder 2"/>
          <p:cNvPicPr>
            <a:picLocks noGrp="1" noChangeAspect="1"/>
          </p:cNvPicPr>
          <p:nvPr>
            <p:ph sz="half" idx="1"/>
          </p:nvPr>
        </p:nvPicPr>
        <p:blipFill>
          <a:blip r:embed="rId2"/>
          <a:stretch>
            <a:fillRect/>
          </a:stretch>
        </p:blipFill>
        <p:spPr>
          <a:xfrm>
            <a:off x="7423150" y="3728085"/>
            <a:ext cx="4567555" cy="3042285"/>
          </a:xfrm>
          <a:prstGeom prst="rect">
            <a:avLst/>
          </a:prstGeom>
        </p:spPr>
      </p:pic>
      <p:pic>
        <p:nvPicPr>
          <p:cNvPr id="5" name="Content Placeholder 4"/>
          <p:cNvPicPr>
            <a:picLocks noGrp="1" noChangeAspect="1"/>
          </p:cNvPicPr>
          <p:nvPr>
            <p:ph sz="half" idx="2"/>
          </p:nvPr>
        </p:nvPicPr>
        <p:blipFill>
          <a:blip r:embed="rId3"/>
          <a:stretch>
            <a:fillRect/>
          </a:stretch>
        </p:blipFill>
        <p:spPr>
          <a:xfrm>
            <a:off x="7024370" y="703580"/>
            <a:ext cx="5181600" cy="2994025"/>
          </a:xfrm>
          <a:prstGeom prst="rect">
            <a:avLst/>
          </a:prstGeom>
        </p:spPr>
      </p:pic>
      <p:sp>
        <p:nvSpPr>
          <p:cNvPr id="6" name="Text Box 5"/>
          <p:cNvSpPr txBox="1"/>
          <p:nvPr/>
        </p:nvSpPr>
        <p:spPr>
          <a:xfrm>
            <a:off x="269240" y="728345"/>
            <a:ext cx="6734810" cy="5640070"/>
          </a:xfrm>
          <a:prstGeom prst="rect">
            <a:avLst/>
          </a:prstGeom>
          <a:noFill/>
        </p:spPr>
        <p:txBody>
          <a:bodyPr wrap="square" rtlCol="0" anchor="t">
            <a:noAutofit/>
          </a:bodyPr>
          <a:lstStyle/>
          <a:p>
            <a:pPr algn="just">
              <a:lnSpc>
                <a:spcPct val="130000"/>
              </a:lnSpc>
            </a:pPr>
            <a:r>
              <a:rPr lang="en-US" b="1" i="1">
                <a:solidFill>
                  <a:srgbClr val="FF0000"/>
                </a:solidFill>
                <a:latin typeface="Arial" panose="020B0604020202020204" pitchFamily="34" charset="0"/>
                <a:cs typeface="Arial" panose="020B0604020202020204" pitchFamily="34" charset="0"/>
                <a:sym typeface="+mn-ea"/>
              </a:rPr>
              <a:t>4. Giải quyết xung đột</a:t>
            </a:r>
            <a:endParaRPr lang="en-US" b="1" i="1">
              <a:solidFill>
                <a:srgbClr val="FF0000"/>
              </a:solidFill>
              <a:latin typeface="Arial" panose="020B0604020202020204" pitchFamily="34" charset="0"/>
              <a:cs typeface="Arial" panose="020B0604020202020204" pitchFamily="34" charset="0"/>
            </a:endParaRPr>
          </a:p>
          <a:p>
            <a:pPr marL="285750" indent="-285750" algn="just">
              <a:lnSpc>
                <a:spcPct val="130000"/>
              </a:lnSpc>
              <a:buFont typeface="Wingdings" panose="05000000000000000000" charset="0"/>
              <a:buChar char="Ø"/>
            </a:pPr>
            <a:r>
              <a:rPr lang="en-US">
                <a:solidFill>
                  <a:srgbClr val="076365"/>
                </a:solidFill>
                <a:latin typeface="Arial" panose="020B0604020202020204" pitchFamily="34" charset="0"/>
                <a:cs typeface="Arial" panose="020B0604020202020204" pitchFamily="34" charset="0"/>
              </a:rPr>
              <a:t>Lắng nghe: Lắng nghe ý kiến của tất cả các thành viên và tìm kiếm giải pháp hợp lý.</a:t>
            </a:r>
          </a:p>
          <a:p>
            <a:pPr marL="285750" indent="-285750" algn="just">
              <a:lnSpc>
                <a:spcPct val="130000"/>
              </a:lnSpc>
              <a:buFont typeface="Wingdings" panose="05000000000000000000" charset="0"/>
              <a:buChar char="Ø"/>
            </a:pPr>
            <a:r>
              <a:rPr lang="en-US">
                <a:solidFill>
                  <a:srgbClr val="076365"/>
                </a:solidFill>
                <a:latin typeface="Arial" panose="020B0604020202020204" pitchFamily="34" charset="0"/>
                <a:cs typeface="Arial" panose="020B0604020202020204" pitchFamily="34" charset="0"/>
              </a:rPr>
              <a:t>Tôn trọng: Tôn trọng quan điểm của người khác và tránh xung đột cá nhân.</a:t>
            </a:r>
          </a:p>
          <a:p>
            <a:pPr indent="0" algn="just">
              <a:lnSpc>
                <a:spcPct val="130000"/>
              </a:lnSpc>
              <a:buFont typeface="Wingdings" panose="05000000000000000000" charset="0"/>
              <a:buNone/>
            </a:pPr>
            <a:r>
              <a:rPr lang="en-US" b="1" i="1">
                <a:solidFill>
                  <a:srgbClr val="FF0000"/>
                </a:solidFill>
                <a:latin typeface="Arial" panose="020B0604020202020204" pitchFamily="34" charset="0"/>
                <a:cs typeface="Arial" panose="020B0604020202020204" pitchFamily="34" charset="0"/>
              </a:rPr>
              <a:t>5. Đánh giá và phản hồi</a:t>
            </a:r>
          </a:p>
          <a:p>
            <a:pPr marL="285750" indent="-285750" algn="just">
              <a:lnSpc>
                <a:spcPct val="130000"/>
              </a:lnSpc>
              <a:buFont typeface="Wingdings" panose="05000000000000000000" charset="0"/>
              <a:buChar char="Ø"/>
            </a:pPr>
            <a:r>
              <a:rPr lang="en-US">
                <a:solidFill>
                  <a:srgbClr val="076365"/>
                </a:solidFill>
                <a:latin typeface="Arial" panose="020B0604020202020204" pitchFamily="34" charset="0"/>
                <a:cs typeface="Arial" panose="020B0604020202020204" pitchFamily="34" charset="0"/>
              </a:rPr>
              <a:t>Đánh giá tiến độ: Thường xuyên đánh giá tiến độ công việc và hiệu quả làm việc của nhóm.</a:t>
            </a:r>
          </a:p>
          <a:p>
            <a:pPr marL="285750" indent="-285750" algn="just">
              <a:lnSpc>
                <a:spcPct val="130000"/>
              </a:lnSpc>
              <a:buFont typeface="Wingdings" panose="05000000000000000000" charset="0"/>
              <a:buChar char="Ø"/>
            </a:pPr>
            <a:r>
              <a:rPr lang="en-US">
                <a:solidFill>
                  <a:srgbClr val="076365"/>
                </a:solidFill>
                <a:latin typeface="Arial" panose="020B0604020202020204" pitchFamily="34" charset="0"/>
                <a:cs typeface="Arial" panose="020B0604020202020204" pitchFamily="34" charset="0"/>
              </a:rPr>
              <a:t>Phản hồi xây dựng: Đưa ra phản hồi xây dựng để cải thiện hiệu quả làm việc nhóm.</a:t>
            </a:r>
          </a:p>
          <a:p>
            <a:pPr indent="0" algn="just">
              <a:lnSpc>
                <a:spcPct val="120000"/>
              </a:lnSpc>
              <a:buFont typeface="Wingdings" panose="05000000000000000000" charset="0"/>
              <a:buNone/>
            </a:pPr>
            <a:endParaRPr lang="en-US">
              <a:solidFill>
                <a:srgbClr val="076365"/>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5.3. Làm việc nhóm và trình bày kết quả nghiên cứu</a:t>
            </a:r>
            <a:endParaRPr lang="en-US" sz="2665">
              <a:solidFill>
                <a:srgbClr val="076365"/>
              </a:solidFill>
              <a:latin typeface="Arial" panose="020B0604020202020204" pitchFamily="34" charset="0"/>
              <a:cs typeface="Arial" panose="020B0604020202020204" pitchFamily="34" charset="0"/>
              <a:sym typeface="+mn-ea"/>
            </a:endParaRPr>
          </a:p>
        </p:txBody>
      </p:sp>
      <p:sp>
        <p:nvSpPr>
          <p:cNvPr id="4" name="Slide Number Placeholder 3"/>
          <p:cNvSpPr>
            <a:spLocks noGrp="1"/>
          </p:cNvSpPr>
          <p:nvPr>
            <p:ph type="sldNum" sz="quarter" idx="12"/>
          </p:nvPr>
        </p:nvSpPr>
        <p:spPr/>
        <p:txBody>
          <a:bodyPr/>
          <a:lstStyle/>
          <a:p>
            <a:fld id="{C36C28B4-5B52-467A-9173-204C9E91858B}" type="slidenum">
              <a:rPr lang="en-US" smtClean="0"/>
              <a:t>11</a:t>
            </a:fld>
            <a:endParaRPr lang="en-US"/>
          </a:p>
        </p:txBody>
      </p:sp>
      <p:pic>
        <p:nvPicPr>
          <p:cNvPr id="3" name="Content Placeholder 2"/>
          <p:cNvPicPr>
            <a:picLocks noGrp="1" noChangeAspect="1"/>
          </p:cNvPicPr>
          <p:nvPr>
            <p:ph sz="half" idx="1"/>
          </p:nvPr>
        </p:nvPicPr>
        <p:blipFill>
          <a:blip r:embed="rId2"/>
          <a:stretch>
            <a:fillRect/>
          </a:stretch>
        </p:blipFill>
        <p:spPr>
          <a:xfrm>
            <a:off x="7423150" y="3728085"/>
            <a:ext cx="4567555" cy="3042285"/>
          </a:xfrm>
          <a:prstGeom prst="rect">
            <a:avLst/>
          </a:prstGeom>
        </p:spPr>
      </p:pic>
      <p:pic>
        <p:nvPicPr>
          <p:cNvPr id="5" name="Content Placeholder 4"/>
          <p:cNvPicPr>
            <a:picLocks noGrp="1" noChangeAspect="1"/>
          </p:cNvPicPr>
          <p:nvPr>
            <p:ph sz="half" idx="2"/>
          </p:nvPr>
        </p:nvPicPr>
        <p:blipFill>
          <a:blip r:embed="rId3"/>
          <a:stretch>
            <a:fillRect/>
          </a:stretch>
        </p:blipFill>
        <p:spPr>
          <a:xfrm>
            <a:off x="7024370" y="703580"/>
            <a:ext cx="5181600" cy="2994025"/>
          </a:xfrm>
          <a:prstGeom prst="rect">
            <a:avLst/>
          </a:prstGeom>
        </p:spPr>
      </p:pic>
      <p:sp>
        <p:nvSpPr>
          <p:cNvPr id="6" name="Text Box 5"/>
          <p:cNvSpPr txBox="1"/>
          <p:nvPr/>
        </p:nvSpPr>
        <p:spPr>
          <a:xfrm>
            <a:off x="269240" y="728345"/>
            <a:ext cx="6734810" cy="5640070"/>
          </a:xfrm>
          <a:prstGeom prst="rect">
            <a:avLst/>
          </a:prstGeom>
          <a:noFill/>
        </p:spPr>
        <p:txBody>
          <a:bodyPr wrap="square" rtlCol="0" anchor="t">
            <a:noAutofit/>
          </a:bodyPr>
          <a:lstStyle/>
          <a:p>
            <a:pPr algn="just">
              <a:lnSpc>
                <a:spcPct val="120000"/>
              </a:lnSpc>
            </a:pPr>
            <a:r>
              <a:rPr lang="en-US" sz="2200" b="1" i="1">
                <a:solidFill>
                  <a:srgbClr val="FF0000"/>
                </a:solidFill>
                <a:latin typeface="Arial" panose="020B0604020202020204" pitchFamily="34" charset="0"/>
                <a:cs typeface="Arial" panose="020B0604020202020204" pitchFamily="34" charset="0"/>
                <a:sym typeface="+mn-ea"/>
              </a:rPr>
              <a:t>Trình bày kết quả nghiên cứu</a:t>
            </a:r>
          </a:p>
          <a:p>
            <a:pPr algn="just">
              <a:lnSpc>
                <a:spcPct val="120000"/>
              </a:lnSpc>
            </a:pPr>
            <a:r>
              <a:rPr lang="en-US" b="1" i="1">
                <a:solidFill>
                  <a:srgbClr val="FF0000"/>
                </a:solidFill>
                <a:latin typeface="Arial" panose="020B0604020202020204" pitchFamily="34" charset="0"/>
                <a:cs typeface="Arial" panose="020B0604020202020204" pitchFamily="34" charset="0"/>
                <a:sym typeface="+mn-ea"/>
              </a:rPr>
              <a:t>1. Chuẩn bị nội dung</a:t>
            </a:r>
          </a:p>
          <a:p>
            <a:pPr marL="285750" indent="-285750" algn="just">
              <a:lnSpc>
                <a:spcPct val="12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sym typeface="+mn-ea"/>
              </a:rPr>
              <a:t>Mở đầu:</a:t>
            </a:r>
            <a:r>
              <a:rPr lang="en-US">
                <a:solidFill>
                  <a:srgbClr val="076365"/>
                </a:solidFill>
                <a:latin typeface="Arial" panose="020B0604020202020204" pitchFamily="34" charset="0"/>
                <a:cs typeface="Arial" panose="020B0604020202020204" pitchFamily="34" charset="0"/>
                <a:sym typeface="+mn-ea"/>
              </a:rPr>
              <a:t> Giới thiệu ngắn gọn về nhóm, mục tiêu nghiên cứu và lý do chọn đề tài.</a:t>
            </a:r>
          </a:p>
          <a:p>
            <a:pPr marL="285750" indent="-285750" algn="just">
              <a:lnSpc>
                <a:spcPct val="12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sym typeface="+mn-ea"/>
              </a:rPr>
              <a:t>Nội dung chính:</a:t>
            </a:r>
            <a:r>
              <a:rPr lang="en-US">
                <a:solidFill>
                  <a:srgbClr val="076365"/>
                </a:solidFill>
                <a:latin typeface="Arial" panose="020B0604020202020204" pitchFamily="34" charset="0"/>
                <a:cs typeface="Arial" panose="020B0604020202020204" pitchFamily="34" charset="0"/>
                <a:sym typeface="+mn-ea"/>
              </a:rPr>
              <a:t> Trình bày phương pháp nghiên cứu, kết quả thu được và phân tích ý nghĩa của kết quả.</a:t>
            </a:r>
          </a:p>
          <a:p>
            <a:pPr marL="285750" indent="-285750" algn="just">
              <a:lnSpc>
                <a:spcPct val="12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sym typeface="+mn-ea"/>
              </a:rPr>
              <a:t>Kết luận:</a:t>
            </a:r>
            <a:r>
              <a:rPr lang="en-US">
                <a:solidFill>
                  <a:srgbClr val="076365"/>
                </a:solidFill>
                <a:latin typeface="Arial" panose="020B0604020202020204" pitchFamily="34" charset="0"/>
                <a:cs typeface="Arial" panose="020B0604020202020204" pitchFamily="34" charset="0"/>
                <a:sym typeface="+mn-ea"/>
              </a:rPr>
              <a:t> Tóm tắt lại các điểm chính và đưa ra các khuyến nghị hoặc đề xuất.</a:t>
            </a:r>
          </a:p>
          <a:p>
            <a:pPr algn="just">
              <a:lnSpc>
                <a:spcPct val="120000"/>
              </a:lnSpc>
            </a:pPr>
            <a:r>
              <a:rPr lang="en-US" b="1" i="1">
                <a:solidFill>
                  <a:srgbClr val="FF0000"/>
                </a:solidFill>
                <a:latin typeface="Arial" panose="020B0604020202020204" pitchFamily="34" charset="0"/>
                <a:cs typeface="Arial" panose="020B0604020202020204" pitchFamily="34" charset="0"/>
                <a:sym typeface="+mn-ea"/>
              </a:rPr>
              <a:t>2. Thiết kế slide</a:t>
            </a:r>
          </a:p>
          <a:p>
            <a:pPr marL="285750" indent="-285750" algn="just">
              <a:lnSpc>
                <a:spcPct val="12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sym typeface="+mn-ea"/>
              </a:rPr>
              <a:t>Giao diện rõ ràng:</a:t>
            </a:r>
            <a:r>
              <a:rPr lang="en-US">
                <a:solidFill>
                  <a:srgbClr val="076365"/>
                </a:solidFill>
                <a:latin typeface="Arial" panose="020B0604020202020204" pitchFamily="34" charset="0"/>
                <a:cs typeface="Arial" panose="020B0604020202020204" pitchFamily="34" charset="0"/>
                <a:sym typeface="+mn-ea"/>
              </a:rPr>
              <a:t> Sử dụng giao diện đơn giản, dễ đọc với font chữ lớn và màu sắc hài hòa.</a:t>
            </a:r>
          </a:p>
          <a:p>
            <a:pPr marL="285750" indent="-285750" algn="just">
              <a:lnSpc>
                <a:spcPct val="12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sym typeface="+mn-ea"/>
              </a:rPr>
              <a:t>Nội dung ngắn gọn:</a:t>
            </a:r>
            <a:r>
              <a:rPr lang="en-US">
                <a:solidFill>
                  <a:srgbClr val="076365"/>
                </a:solidFill>
                <a:latin typeface="Arial" panose="020B0604020202020204" pitchFamily="34" charset="0"/>
                <a:cs typeface="Arial" panose="020B0604020202020204" pitchFamily="34" charset="0"/>
                <a:sym typeface="+mn-ea"/>
              </a:rPr>
              <a:t> Mỗi slide chỉ nên chứa các điểm chính và hình ảnh minh họa.</a:t>
            </a:r>
          </a:p>
          <a:p>
            <a:pPr marL="285750" indent="-285750" algn="just">
              <a:lnSpc>
                <a:spcPct val="120000"/>
              </a:lnSpc>
              <a:buFont typeface="Wingdings" panose="05000000000000000000" charset="0"/>
              <a:buChar char="Ø"/>
            </a:pPr>
            <a:r>
              <a:rPr lang="en-US" b="1" i="1">
                <a:solidFill>
                  <a:srgbClr val="076365"/>
                </a:solidFill>
                <a:latin typeface="Arial" panose="020B0604020202020204" pitchFamily="34" charset="0"/>
                <a:cs typeface="Arial" panose="020B0604020202020204" pitchFamily="34" charset="0"/>
                <a:sym typeface="+mn-ea"/>
              </a:rPr>
              <a:t>Hình ảnh và biểu đồ:</a:t>
            </a:r>
            <a:r>
              <a:rPr lang="en-US">
                <a:solidFill>
                  <a:srgbClr val="076365"/>
                </a:solidFill>
                <a:latin typeface="Arial" panose="020B0604020202020204" pitchFamily="34" charset="0"/>
                <a:cs typeface="Arial" panose="020B0604020202020204" pitchFamily="34" charset="0"/>
                <a:sym typeface="+mn-ea"/>
              </a:rPr>
              <a:t> Sử dụng hình ảnh, biểu đồ để minh họa cho các điểm chính và giúp người nghe dễ hiểu hơn.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ĐỀ KIỂM TRA CHƯƠNG </a:t>
            </a:r>
            <a:r>
              <a:rPr lang="en-US" sz="2665" smtClean="0">
                <a:solidFill>
                  <a:srgbClr val="076365"/>
                </a:solidFill>
                <a:latin typeface="Arial" panose="020B0604020202020204" pitchFamily="34" charset="0"/>
                <a:cs typeface="Arial" panose="020B0604020202020204" pitchFamily="34" charset="0"/>
                <a:sym typeface="+mn-ea"/>
              </a:rPr>
              <a:t>5</a:t>
            </a:r>
            <a:endParaRPr lang="en-US" sz="2665">
              <a:solidFill>
                <a:srgbClr val="076365"/>
              </a:solidFill>
              <a:latin typeface="Arial" panose="020B0604020202020204" pitchFamily="34" charset="0"/>
              <a:cs typeface="Arial" panose="020B0604020202020204" pitchFamily="34" charset="0"/>
              <a:sym typeface="+mn-ea"/>
            </a:endParaRPr>
          </a:p>
        </p:txBody>
      </p:sp>
      <p:sp>
        <p:nvSpPr>
          <p:cNvPr id="4" name="Slide Number Placeholder 3"/>
          <p:cNvSpPr>
            <a:spLocks noGrp="1"/>
          </p:cNvSpPr>
          <p:nvPr>
            <p:ph type="sldNum" sz="quarter" idx="12"/>
          </p:nvPr>
        </p:nvSpPr>
        <p:spPr/>
        <p:txBody>
          <a:bodyPr/>
          <a:lstStyle/>
          <a:p>
            <a:fld id="{C36C28B4-5B52-467A-9173-204C9E91858B}" type="slidenum">
              <a:rPr lang="en-US" smtClean="0"/>
              <a:t>12</a:t>
            </a:fld>
            <a:endParaRPr lang="en-US"/>
          </a:p>
        </p:txBody>
      </p:sp>
      <p:sp>
        <p:nvSpPr>
          <p:cNvPr id="3" name="Text Box 2"/>
          <p:cNvSpPr txBox="1"/>
          <p:nvPr/>
        </p:nvSpPr>
        <p:spPr>
          <a:xfrm>
            <a:off x="236855" y="911860"/>
            <a:ext cx="11675110" cy="4086225"/>
          </a:xfrm>
          <a:prstGeom prst="rect">
            <a:avLst/>
          </a:prstGeom>
          <a:noFill/>
        </p:spPr>
        <p:txBody>
          <a:bodyPr wrap="square" rtlCol="0" anchor="t">
            <a:noAutofit/>
          </a:bodyPr>
          <a:lstStyle/>
          <a:p>
            <a:r>
              <a:rPr lang="en-US" b="1">
                <a:solidFill>
                  <a:srgbClr val="076365"/>
                </a:solidFill>
                <a:latin typeface="Arial" panose="020B0604020202020204" pitchFamily="34" charset="0"/>
                <a:cs typeface="Arial" panose="020B0604020202020204" pitchFamily="34" charset="0"/>
              </a:rPr>
              <a:t>ĐỀ KIỂM TRA CHƯƠNG </a:t>
            </a:r>
            <a:r>
              <a:rPr lang="en-US" b="1" smtClean="0">
                <a:solidFill>
                  <a:srgbClr val="076365"/>
                </a:solidFill>
                <a:latin typeface="Arial" panose="020B0604020202020204" pitchFamily="34" charset="0"/>
                <a:cs typeface="Arial" panose="020B0604020202020204" pitchFamily="34" charset="0"/>
              </a:rPr>
              <a:t>5: </a:t>
            </a:r>
            <a:r>
              <a:rPr lang="en-US" b="1">
                <a:solidFill>
                  <a:srgbClr val="076365"/>
                </a:solidFill>
                <a:latin typeface="Arial" panose="020B0604020202020204" pitchFamily="34" charset="0"/>
                <a:cs typeface="Arial" panose="020B0604020202020204" pitchFamily="34" charset="0"/>
              </a:rPr>
              <a:t>KỸ NĂNG THUYẾT TRÌNH VÀ PHẢN BIỆN</a:t>
            </a:r>
          </a:p>
          <a:p>
            <a:endParaRPr lang="en-US">
              <a:solidFill>
                <a:srgbClr val="076365"/>
              </a:solidFill>
              <a:latin typeface="Arial" panose="020B0604020202020204" pitchFamily="34" charset="0"/>
              <a:cs typeface="Arial" panose="020B0604020202020204" pitchFamily="34" charset="0"/>
            </a:endParaRPr>
          </a:p>
          <a:p>
            <a:r>
              <a:rPr lang="en-US">
                <a:solidFill>
                  <a:srgbClr val="076365"/>
                </a:solidFill>
                <a:latin typeface="Arial" panose="020B0604020202020204" pitchFamily="34" charset="0"/>
                <a:cs typeface="Arial" panose="020B0604020202020204" pitchFamily="34" charset="0"/>
              </a:rPr>
              <a:t>Câu 1:</a:t>
            </a:r>
          </a:p>
          <a:p>
            <a:pPr indent="457200"/>
            <a:r>
              <a:rPr lang="en-US">
                <a:solidFill>
                  <a:srgbClr val="076365"/>
                </a:solidFill>
                <a:latin typeface="Arial" panose="020B0604020202020204" pitchFamily="34" charset="0"/>
                <a:cs typeface="Arial" panose="020B0604020202020204" pitchFamily="34" charset="0"/>
              </a:rPr>
              <a:t>Trình bày các bước chuẩn bị cho một bài thuyết trình nghiên cứu và giải thích tại sao mỗi bước lại quan trọng.</a:t>
            </a:r>
          </a:p>
          <a:p>
            <a:endParaRPr lang="en-US">
              <a:solidFill>
                <a:srgbClr val="076365"/>
              </a:solidFill>
              <a:latin typeface="Arial" panose="020B0604020202020204" pitchFamily="34" charset="0"/>
              <a:cs typeface="Arial" panose="020B0604020202020204" pitchFamily="34" charset="0"/>
            </a:endParaRPr>
          </a:p>
          <a:p>
            <a:r>
              <a:rPr lang="en-US">
                <a:solidFill>
                  <a:srgbClr val="076365"/>
                </a:solidFill>
                <a:latin typeface="Arial" panose="020B0604020202020204" pitchFamily="34" charset="0"/>
                <a:cs typeface="Arial" panose="020B0604020202020204" pitchFamily="34" charset="0"/>
              </a:rPr>
              <a:t>Câu 2:</a:t>
            </a:r>
          </a:p>
          <a:p>
            <a:pPr indent="457200"/>
            <a:r>
              <a:rPr lang="en-US">
                <a:solidFill>
                  <a:srgbClr val="076365"/>
                </a:solidFill>
                <a:latin typeface="Arial" panose="020B0604020202020204" pitchFamily="34" charset="0"/>
                <a:cs typeface="Arial" panose="020B0604020202020204" pitchFamily="34" charset="0"/>
              </a:rPr>
              <a:t>Hãy giải thích các kỹ năng cần thiết để trả lời câu hỏi và phản biện ý kiến trong một buổi thuyết trình.</a:t>
            </a:r>
          </a:p>
          <a:p>
            <a:endParaRPr lang="en-US">
              <a:solidFill>
                <a:srgbClr val="076365"/>
              </a:solidFill>
              <a:latin typeface="Arial" panose="020B0604020202020204" pitchFamily="34" charset="0"/>
              <a:cs typeface="Arial" panose="020B0604020202020204" pitchFamily="34" charset="0"/>
            </a:endParaRPr>
          </a:p>
          <a:p>
            <a:r>
              <a:rPr lang="en-US">
                <a:solidFill>
                  <a:srgbClr val="076365"/>
                </a:solidFill>
                <a:latin typeface="Arial" panose="020B0604020202020204" pitchFamily="34" charset="0"/>
                <a:cs typeface="Arial" panose="020B0604020202020204" pitchFamily="34" charset="0"/>
              </a:rPr>
              <a:t>Câu 3:</a:t>
            </a:r>
          </a:p>
          <a:p>
            <a:pPr indent="457200"/>
            <a:r>
              <a:rPr lang="en-US">
                <a:solidFill>
                  <a:srgbClr val="076365"/>
                </a:solidFill>
                <a:latin typeface="Arial" panose="020B0604020202020204" pitchFamily="34" charset="0"/>
                <a:cs typeface="Arial" panose="020B0604020202020204" pitchFamily="34" charset="0"/>
              </a:rPr>
              <a:t>Nêu các phương pháp làm việc nhóm hiệu quả khi chuẩn bị và trình bày một nghiên cứu, và cách giải quyết xung đột trong nhóm.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1856</Words>
  <Application>Microsoft Office PowerPoint</Application>
  <PresentationFormat>Widescreen</PresentationFormat>
  <Paragraphs>126</Paragraphs>
  <Slides>12</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Arial</vt:lpstr>
      <vt:lpstr>Calibri</vt:lpstr>
      <vt:lpstr>Calibri Light</vt:lpstr>
      <vt:lpstr>Cambria</vt:lpstr>
      <vt:lpstr>Courier New</vt:lpstr>
      <vt:lpstr>Tahoma</vt:lpstr>
      <vt:lpstr>Wingdings</vt:lpstr>
      <vt:lpstr>Office Theme</vt:lpstr>
      <vt:lpstr>Custom Design</vt:lpstr>
      <vt:lpstr>CHƯƠNG 5  KỸ NĂNG THUYẾT TRÌNH VÀ PHẢN BIỆN</vt:lpstr>
      <vt:lpstr>KỸ NĂNG THUYẾT TRÌNH VÀ PHẢN BIỆN</vt:lpstr>
      <vt:lpstr>5.1. Chuẩn bị bài thuyết trình nghiên cứu</vt:lpstr>
      <vt:lpstr>5.1. Chuẩn bị bài thuyết trình nghiên cứu</vt:lpstr>
      <vt:lpstr>5.1. Chuẩn bị bài thuyết trình nghiên cứu</vt:lpstr>
      <vt:lpstr>5.2. Kỹ năng trả lời câu hỏi và phản biện ý kiến</vt:lpstr>
      <vt:lpstr>5.2. Kỹ năng trả lời câu hỏi và phản biện ý kiến</vt:lpstr>
      <vt:lpstr>5.2. Kỹ năng trả lời câu hỏi và phản biện ý kiến</vt:lpstr>
      <vt:lpstr>5.3. Làm việc nhóm và trình bày kết quả nghiên cứu</vt:lpstr>
      <vt:lpstr>5.3. Làm việc nhóm và trình bày kết quả nghiên cứu</vt:lpstr>
      <vt:lpstr>5.3. Làm việc nhóm và trình bày kết quả nghiên cứu</vt:lpstr>
      <vt:lpstr>ĐỀ KIỂM TRA CHƯƠNG 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vnha</dc:creator>
  <cp:lastModifiedBy>Vo Vinh Bao</cp:lastModifiedBy>
  <cp:revision>45</cp:revision>
  <dcterms:created xsi:type="dcterms:W3CDTF">2024-06-28T03:54:00Z</dcterms:created>
  <dcterms:modified xsi:type="dcterms:W3CDTF">2024-11-06T01:34:56Z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40CDC98DAC4441B494FBA24450D3CA3F_13</vt:lpwstr>
  </property>
  <property fmtid="{D5CDD505-2E9C-101B-9397-08002B2CF9AE}" pid="3" name="KSOProductBuildVer">
    <vt:lpwstr>1033-12.2.0.17545</vt:lpwstr>
  </property>
</Properties>
</file>